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15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notesSlides/notesSlide16.xml" ContentType="application/vnd.openxmlformats-officedocument.presentationml.notesSlide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notesSlides/notesSlide17.xml" ContentType="application/vnd.openxmlformats-officedocument.presentationml.notesSlide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notesSlides/notesSlide18.xml" ContentType="application/vnd.openxmlformats-officedocument.presentationml.notesSlide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notesSlides/notesSlide19.xml" ContentType="application/vnd.openxmlformats-officedocument.presentationml.notesSlide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notesSlides/notesSlide20.xml" ContentType="application/vnd.openxmlformats-officedocument.presentationml.notesSlide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notesSlides/notesSlide21.xml" ContentType="application/vnd.openxmlformats-officedocument.presentationml.notesSlide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4" r:id="rId13"/>
    <p:sldId id="290" r:id="rId14"/>
    <p:sldId id="291" r:id="rId15"/>
    <p:sldId id="292" r:id="rId16"/>
    <p:sldId id="268" r:id="rId17"/>
    <p:sldId id="269" r:id="rId18"/>
    <p:sldId id="266" r:id="rId19"/>
    <p:sldId id="267" r:id="rId20"/>
    <p:sldId id="270" r:id="rId21"/>
    <p:sldId id="271" r:id="rId22"/>
    <p:sldId id="272" r:id="rId23"/>
    <p:sldId id="273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9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59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24575,'23'1'0,"0"1"0,0 1 0,24 7 0,7 1 0,877 113 0,50-76 0,-77-18 0,-712-18 0,87 3 0,518-15 0,-22-1 0,-6 32 0,-446 0 0,8 0 0,166-5 0,-229-15 134,-50-1-1633,-180-9-5327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19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24575,'70'-12'0,"-66"12"0,2 0 0,0-1 0,0 1 0,0 1 0,0-1 0,0 1 0,10 3 0,-14-4 0,-1 1 0,1 0 0,0 0 0,-1 0 0,1 0 0,-1 1 0,1-1 0,-1 0 0,0 1 0,1-1 0,-1 1 0,0-1 0,0 1 0,0-1 0,0 1 0,0 0 0,-1 0 0,1-1 0,0 1 0,-1 0 0,1 0 0,-1 0 0,0 0 0,0 0 0,0 2 0,1 7 0,0 0 0,-1 0 0,-1 0 0,0 0 0,-1 0 0,0 0 0,0 0 0,-1 0 0,-1 0 0,0-1 0,-7 14 0,7-16 0,-1 0 0,0 0 0,0 0 0,-1-1 0,0 0 0,0 0 0,-1-1 0,0 1 0,0-2 0,0 1 0,-1-1 0,0 0 0,0 0 0,-9 3 0,15-7 0,0 0 0,0-1 0,1 1 0,-1 0 0,0 0 0,1 0 0,-1 1 0,1-1 0,-3 2 0,5 4 0,11-3 0,33 0 29,79-4-1,-63-2-1450,-45 2-5404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20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0 24575,'-2'2'0,"-1"3"0,-1 2 0,-5 4 0,-4 8 0,-10 15 0,-9 15 0,-11 18 0,-6 11 0,-3 5 0,2 0 0,7-7 0,9-12 0,10-16 0,10-15-8191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20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387 0 24575,'0'0'0,"1"0"0,-1 0 0,1 1 0,-1-1 0,0 0 0,1 0 0,-1 0 0,0 0 0,1 1 0,-1-1 0,0 0 0,0 0 0,1 0 0,-1 1 0,0-1 0,0 0 0,1 1 0,-1-1 0,0 0 0,0 1 0,0-1 0,1 0 0,-1 1 0,0-1 0,0 0 0,0 1 0,0-1 0,0 0 0,0 1 0,0-1 0,0 0 0,0 1 0,0 14 0,0-14 0,-3 22 0,-1-1 0,0 0 0,-2-1 0,-14 36 0,-45 81 0,4-23 136,-152 304-1637,196-384-5325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21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495 3 24575,'0'-1'0,"-1"1"0,1 0 0,0 0 0,0 0 0,-1-1 0,1 1 0,0 0 0,0 0 0,-1 0 0,1 0 0,0 0 0,0 0 0,-1 0 0,1 0 0,0 0 0,0 0 0,-1 0 0,1 0 0,0 0 0,0 0 0,-1 0 0,1 0 0,0 0 0,-1 0 0,1 0 0,0 0 0,0 0 0,-1 0 0,1 0 0,0 1 0,0-1 0,0 0 0,-1 0 0,1 0 0,-12 6 0,11-6 0,-72 36 0,-214 119 0,262-139 0,14-10 0,0 1 0,0 0 0,1 0 0,1 1 0,-1 1 0,-11 12 0,20-20 0,1-1 0,0 1 0,-1-1 0,1 1 0,-1-1 0,1 1 0,0-1 0,0 1 0,-1 0 0,1-1 0,0 1 0,0 0 0,0-1 0,0 1 0,-1-1 0,1 1 0,0 0 0,0-1 0,0 1 0,1 0 0,-1-1 0,0 1 0,0 0 0,0-1 0,0 1 0,0 0 0,1-1 0,-1 1 0,0-1 0,1 1 0,-1-1 0,0 1 0,1-1 0,-1 1 0,1-1 0,-1 1 0,1-1 0,-1 1 0,1-1 0,-1 1 0,1-1 0,-1 0 0,1 1 0,0-1 0,-1 0 0,1 0 0,0 1 0,36 8 0,-35-9 0,170 21 0,188-3 0,-327-18-1365,-12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21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0 24575,'-2'0'0,"-3"0"0,-2 2 0,0 5 0,1 3 0,0 6 0,-2 7 0,-1 19 0,-2 17 0,-3 17 0,1 8 0,-3 2 0,0 0 0,1-6 0,0-8 0,2-9 0,2-10 0,4-16-8191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22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24575,'22'-1'0,"31"-6"0,-2 1 0,507-18 0,1 25 0,-253 0 0,-200 1 189,-22 0-966,118-12 0,-173 5-6049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22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 24575,'2'1'0,"1"-1"0,-1 2 0,0-1 0,1 0 0,-1 0 0,0 1 0,0-1 0,0 1 0,0 0 0,0-1 0,-1 1 0,1 0 0,2 3 0,2 2 0,23 20 0,27 28 0,-50-48 0,0-1 0,-1 1 0,0 1 0,0-1 0,-1 1 0,6 12 0,-10-18 0,1 0 0,-1 0 0,1-1 0,-1 1 0,0 0 0,0 0 0,0 0 0,0-1 0,0 1 0,0 0 0,0 0 0,-1 0 0,1-1 0,-1 1 0,1 0 0,-1-1 0,0 1 0,0 0 0,1-1 0,-1 1 0,0-1 0,0 1 0,-1-1 0,1 1 0,0-1 0,0 0 0,-3 2 0,-3 3 0,-1-1 0,1 0 0,-1-1 0,-11 6 0,6-4 0,-28 15 103,9-5-470,1 1 0,0 1 0,-53 43 0,70-48-6459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23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82 167 24575,'-1'62'0,"2"67"0,0-126 0,-1 1 0,1-1 0,0 0 0,0 0 0,0 1 0,0-1 0,0 0 0,1 0 0,-1 0 0,1-1 0,0 1 0,0 0 0,0 0 0,0-1 0,4 4 0,-1-2 0,0-1 0,0 1 0,0-1 0,0 0 0,1 0 0,-1-1 0,12 4 0,-1-2 0,0-1 0,0 0 0,1-1 0,-1-1 0,24-2 0,-38 1 0,0 0 0,0 0 0,0 0 0,0 0 0,0-1 0,0 1 0,-1-1 0,1 0 0,0 1 0,0-1 0,-1 0 0,1 0 0,0 0 0,-1 0 0,1-1 0,-1 1 0,0 0 0,1 0 0,-1-1 0,0 1 0,0-1 0,0 1 0,0-1 0,0 0 0,0 1 0,0-1 0,0 0 0,-1 0 0,1 0 0,0-2 0,1-6 0,-1 0 0,-1 0 0,1 0 0,-3-18 0,1 5 0,1-3 0,0 0 0,-1-1 0,0 0 0,-2 0 0,-8-30 0,9 50 0,0 1 0,0-1 0,-1 0 0,0 1 0,0 0 0,0 0 0,-1 0 0,0 0 0,0 0 0,0 1 0,-1 0 0,0 0 0,0 0 0,0 0 0,-1 1 0,0 0 0,1 0 0,-1 1 0,-1-1 0,1 1 0,-8-2 0,1 1 0,-1 0 0,0 1 0,0 1 0,-1 0 0,1 1 0,0 1 0,-28 2 0,38-1-68,0 0 0,1 0-1,-1 1 1,1-1 0,-1 1 0,1 0-1,-1 0 1,1 0 0,0 0 0,0 0-1,0 1 1,0-1 0,0 1 0,1 0-1,-1 0 1,1 0 0,-1 0-1,1 1 1,-2 5 0,0-1-6758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26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24575,'3'88'0,"4"0"0,36 172 0,72 161 0,-104-384 0,212 622 0,-206-613-1365,-6-13-5461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02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05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24575,'1'-1'0,"-1"-1"0,0 1 0,1-1 0,-1 1 0,1 0 0,-1 0 0,1-1 0,-1 1 0,1 0 0,0 0 0,0 0 0,0-1 0,-1 1 0,1 0 0,0 0 0,0 0 0,1 1 0,-1-1 0,0 0 0,0 0 0,0 1 0,0-1 0,1 0 0,-1 1 0,0-1 0,1 1 0,1-1 0,44-8 0,-37 8 0,82-7 0,141 5 0,-123 5 0,498 16 0,-4 54 0,-501-52 0,-27-4 0,118 10 0,170-9 0,259 16 0,-86-24 0,-353-10 0,3777 0-1365,-3871 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06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24575,'0'1'0,"0"0"0,1-1 0,-1 1 0,0-1 0,1 1 0,-1-1 0,0 1 0,1-1 0,-1 0 0,0 1 0,1-1 0,-1 1 0,1-1 0,-1 0 0,1 1 0,-1-1 0,1 0 0,-1 1 0,1-1 0,-1 0 0,1 0 0,-1 0 0,2 1 0,16 3 0,-15-4 0,44 7 0,1-2 0,65-2 0,-42-2 0,838 38 0,-93-3 0,230 52 0,-516-34 0,179-15-336,1-32-288,670-8 431,-1162-16 956,-79 2-373,841-2-602,-751 19-941,-167-2-5673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28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24575,'2'0'0,"5"0"0,5 0 0,6 0 0,6 0 0,9 0 0,11 0 0,6 0 0,2-2 0,-6 0 0,-6-1 0,-11 1-8191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29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 24575,'-1'0'0,"0"0"0,1 0 0,-1 1 0,0-1 0,1 1 0,-1-1 0,1 1 0,-1-1 0,1 1 0,-1-1 0,1 1 0,-1-1 0,1 1 0,-1 0 0,1-1 0,0 1 0,-1-1 0,1 1 0,0 0 0,0 0 0,0-1 0,-1 1 0,1 0 0,0-1 0,0 1 0,0 0 0,0 1 0,-2 26 0,2-22 0,-2 9 0,1-11 0,1 0 0,-1 0 0,1 0 0,0 0 0,0 0 0,1 6 0,-1-9 0,0 0 0,0 0 0,1-1 0,-1 1 0,1 0 0,-1 0 0,1 0 0,-1-1 0,1 1 0,-1 0 0,1 0 0,0-1 0,-1 1 0,1-1 0,0 1 0,-1 0 0,1-1 0,0 0 0,0 1 0,0-1 0,0 1 0,-1-1 0,1 0 0,0 0 0,0 1 0,0-1 0,0 0 0,0 0 0,0 0 0,0 0 0,0 0 0,0 0 0,1-1 0,90-10 0,-61 6 0,55-1 0,-83 6 0,0 0 0,1 0 0,-1 0 0,0 1 0,0 0 0,0-1 0,0 1 0,0 0 0,0 1 0,0-1 0,-1 0 0,1 1 0,0 0 0,-1-1 0,1 1 0,2 3 0,-1-1 0,-1-1 0,-1 1 0,1 0 0,0 0 0,-1 0 0,0 0 0,0 1 0,0-1 0,2 9 0,-1 3 0,0 0 0,-1 0 0,-1 0 0,-1 0 0,-1 21 0,1-32 0,-1 1 0,0-1 0,0 1 0,0-1 0,-1 1 0,0-1 0,0 0 0,0 0 0,0 0 0,-1 0 0,0 0 0,0 0 0,0-1 0,-1 1 0,0-1 0,1 0 0,-1 0 0,-1-1 0,-4 4 0,2-2 0,1-1 0,-1-1 0,-1 1 0,1-1 0,0 0 0,-1-1 0,1 0 0,-1 0 0,0-1 0,0 0 0,0 0 0,-15-1 0,7 0 203,10 0-516,0 0-1,0 0 0,-1-1 1,-7-1-1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29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 24575,'0'2'0,"0"4"0,0 4 0,-2 4 0,-4 3 0,-8 5 0,-5 7 0,-3 4 0,-2 2 0,-5 4 0,-1 4 0,-4 6 0,0 0 0,4-5 0,5-5 0,7-10-8191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30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0 24575,'0'2'0,"0"3"0,0 2 0,0 2 0,0 2 0,0 0 0,0 3 0,-2 3 0,-4 2 0,-6 2 0,-2 4 0,-2 5 0,-3 1 0,2-2 0,1-4 0,4-7-8191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30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1 118 24575,'5'-1'0,"0"0"0,0 0 0,-1-1 0,1 1 0,0-1 0,0 0 0,-1 0 0,6-4 0,17-6 0,42-11 0,2 3 0,139-21 0,-204 40 0,1 0 0,0 0 0,0 1 0,0-1 0,1 1 0,9 2 0,-15-2 0,-1 0 0,1 1 0,-1-1 0,0 0 0,1 1 0,-1 0 0,0-1 0,1 1 0,-1 0 0,0 0 0,0-1 0,0 1 0,0 0 0,0 0 0,0 0 0,0 1 0,0-1 0,0 0 0,0 0 0,-1 0 0,1 1 0,0-1 0,-1 0 0,1 1 0,-1-1 0,0 0 0,1 1 0,-1-1 0,0 1 0,0-1 0,0 0 0,0 4 0,0 1 0,0-1 0,0 1 0,-1 0 0,0 0 0,0 0 0,-1-1 0,0 1 0,0 0 0,0-1 0,0 0 0,-1 1 0,0-1 0,0 0 0,0 0 0,-7 7 0,2-4 0,-1 0 0,-1 0 0,1-1 0,-1 0 0,0-1 0,-19 9 0,-87 40 0,115-54 0,0-1 0,0 1 0,1-1 0,-1 1 0,0-1 0,0 1 0,0 0 0,1-1 0,-1 1 0,0 0 0,0 0 0,1 0 0,-1-1 0,0 2 0,1-1 0,0-1 0,0 0 0,0 1 0,0-1 0,0 0 0,0 0 0,0 1 0,0-1 0,1 0 0,-1 0 0,0 1 0,0-1 0,0 0 0,0 0 0,0 1 0,1-1 0,-1 0 0,0 0 0,0 0 0,0 1 0,1-1 0,-1 0 0,0 0 0,0 0 0,1 0 0,-1 1 0,0-1 0,0 0 0,1 0 0,-1 0 0,1 0 0,33 5 0,185-3 321,77 4-2007,-252-1-5140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31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24575,'4'0'0,"17"0"0,29 0 0,38 0 0,39-4 0,30-6 0,11 0 0,-9 1 0,-28 2 0,-30 0 0,-32 2 0,-27-1 0,-21-1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32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0 24575,'4'1'0,"-1"-1"0,1 1 0,0-1 0,0 1 0,0 0 0,-1 1 0,1-1 0,0 0 0,-1 1 0,1 0 0,4 3 0,36 32 0,-5-5 0,-1-10 0,-30-19 0,0 1 0,0 1 0,0-1 0,-1 1 0,0 1 0,0-1 0,0 1 0,9 12 0,-15-17 0,0 0 0,0 1 0,0-1 0,-1 1 0,1 0 0,-1-1 0,1 1 0,-1-1 0,0 1 0,0 0 0,0-1 0,0 1 0,0 0 0,0-1 0,0 1 0,0 0 0,0-1 0,-1 1 0,1 0 0,-1-1 0,1 1 0,-1-1 0,0 1 0,0-1 0,1 1 0,-3 1 0,-2 5 0,-1-1 0,0 1 0,-11 9 0,8-8 0,-75 73 0,47-48 0,2 1 0,1 2 0,-34 48 0,49-52-1365,14-21-5461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36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24575,'14'1'0,"0"0"0,0 1 0,0 1 0,0 0 0,-1 1 0,23 9 0,75 42 0,-91-45 0,-13-6 0,0 0 0,-1 0 0,1 0 0,-1 0 0,0 1 0,-1 0 0,10 11 0,-12-12 0,-1 0 0,1 0 0,-1 0 0,0 1 0,0-1 0,-1 1 0,1-1 0,-1 1 0,0 0 0,0 0 0,-1-1 0,1 1 0,-1 7 0,-1 3 0,0-1 0,-1 1 0,0-1 0,-1 0 0,-1 0 0,0 0 0,-1 0 0,0 0 0,-1-1 0,-1 0 0,-11 17 0,4-10 0,-1-1 0,-1 0 0,0-1 0,-2-1 0,0-1 0,-21 15 0,34-27 0,-1-1 0,1 1 0,0 0 0,0 0 0,1 0 0,-1 0 0,1 1 0,0 0 0,0 0 0,0 0 0,-5 11 0,9-16 0,-1 1 0,1-1 0,0 0 0,0 1 0,0-1 0,0 0 0,0 0 0,0 1 0,0-1 0,0 0 0,0 1 0,0-1 0,0 0 0,0 1 0,0-1 0,0 0 0,0 0 0,0 1 0,0-1 0,0 0 0,0 1 0,1-1 0,-1 0 0,0 0 0,0 1 0,0-1 0,0 0 0,1 0 0,-1 1 0,0-1 0,0 0 0,1 0 0,-1 0 0,0 1 0,1-1 0,14 3 0,21-7 0,-33 4 0,168-36 0,-25 5 0,-135 30-219,1 0 0,0 0-1,14 2 1,-22-1-269,5 1-6338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38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1116 975 24575,'0'2'0,"0"0"0,0 0 0,0 0 0,-1 0 0,1 0 0,-1 0 0,1 0 0,-1 0 0,0 0 0,0 0 0,0 0 0,0 0 0,0-1 0,0 1 0,0 0 0,-1-1 0,-1 3 0,-1-1 0,1-1 0,-1 1 0,0-1 0,0 1 0,0-1 0,0 0 0,-7 2 0,-3 0 0,-1-1 0,1 0 0,0-1 0,-16 0 0,-288-3 0,309 0 0,0 0 0,0 0 0,0 0 0,0-2 0,0 1 0,0-1 0,1 0 0,-1-1 0,1 1 0,0-2 0,-8-5 0,3 1 0,1-1 0,0-1 0,1 0 0,0-1 0,-14-20 0,7 8 0,1 0 0,0-2 0,3 0 0,0-1 0,-13-37 0,22 50 0,1 0 0,1 0 0,0 0 0,1-1 0,0 1 0,1-1 0,1 1 0,0-1 0,1 1 0,1-1 0,0 1 0,1 0 0,6-18 0,2 3 0,1 1 0,2 0 0,1 1 0,1 0 0,1 1 0,1 1 0,23-25 0,-10 17 0,2 1 0,0 2 0,3 1 0,47-30 0,-61 46 0,1 1 0,0 0 0,1 2 0,1 1 0,-1 1 0,1 1 0,0 1 0,1 1 0,0 1 0,-1 1 0,1 2 0,34 2 0,-32-1 0,-6 0 0,1 1 0,33 6 0,-49-6 0,0 1 0,0 0 0,0 1 0,0-1 0,-1 1 0,1 1 0,-1-1 0,0 1 0,0 0 0,0 1 0,10 9 0,-9-7 0,0 1 0,-1 0 0,0 1 0,0-1 0,-1 1 0,0 1 0,-1-1 0,1 0 0,-2 1 0,0 0 0,0 0 0,2 14 0,-3-8 0,-1-1 0,-1 1 0,0 0 0,-1-1 0,-1 1 0,0 0 0,-8 24 0,-16 43 0,-5-1 0,-72 139 0,85-188 0,-2-1 0,-2-1 0,0-1 0,-2-1 0,-2-1 0,0-1 0,-2-1 0,0-1 0,-54 35 0,-184 92 0,-11-23 0,271-126 0,-56 24 0,-68 21 0,124-46-72,1-1 1,-1 0-1,0 0 0,0 0 0,1 0 0,-1-1 0,0 0 0,0 0 1,0-1-1,1 0 0,-1 0 0,0 0 0,1-1 0,-1 1 0,1-1 1,-1-1-1,1 1 0,-9-6 0,-8-6-6754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3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2042 1 24575,'0'9'0,"-1"1"0,-1-1 0,0 1 0,0-1 0,-7 16 0,-1 5 0,-206 526-1686,-51-18 0,-370 549-609,-76-50-573,694-1011 2872,-112 142 49,99-134 234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39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1890 0 24575,'-1'4'0,"0"0"0,1 0 0,-1 0 0,-1 0 0,1 0 0,0 0 0,-1-1 0,-3 7 0,-3 7 0,-169 375-1111,-16-7 0,-417 614 0,79-287 1110,313-429-317,106-130-492,86-112-2919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43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0 386 24575,'0'-2'0,"1"1"0,-1 0 0,1 0 0,-1-1 0,1 1 0,-1 0 0,1 0 0,0 0 0,-1 0 0,1 0 0,0 0 0,0 0 0,0 0 0,0 0 0,0 0 0,0 0 0,0 0 0,0 1 0,1-2 0,26-12 0,-24 11 0,123-50 0,239-68 0,-297 104 0,82-10 0,74 2 0,-82 11 0,1006-65 0,-1029 75 0,80-2 0,-194 6 0,3-1 0,0 1 0,1 0 0,-1 1 0,0 0 0,0 0 0,0 1 0,0 0 0,0 1 0,0 0 0,14 7 0,8 5 0,36 14 0,-7-3 0,-40-17 0,0 0 0,0-2 0,1 0 0,0-1 0,35 5 0,3-6 0,67 15 0,-124-19-85,0-1 0,1 1-1,-1 0 1,0 0 0,1 0-1,-1 0 1,0 0 0,0 0-1,0 1 1,0-1 0,0 1-1,0-1 1,-1 1 0,1 0-1,2 2 1,1 4-6741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10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12 24575,'1'-1'0,"-1"1"0,0-1 0,1 1 0,-1-1 0,0 1 0,1-1 0,-1 0 0,1 1 0,0-1 0,-1 1 0,1 0 0,-1-1 0,1 1 0,0-1 0,-1 1 0,1 0 0,-1 0 0,1-1 0,0 1 0,0 0 0,-1 0 0,1 0 0,0 0 0,-1 0 0,1 0 0,1 0 0,24-2 0,-22 2 0,-3 0 0,9-1 0,0 1 0,0 0 0,0 1 0,0 0 0,14 3 0,-22-3 0,1 0 0,-1 0 0,0 0 0,1 0 0,-1 0 0,0 0 0,0 1 0,0-1 0,0 1 0,0-1 0,0 1 0,0 0 0,-1 0 0,1 0 0,-1 0 0,1 0 0,-1 0 0,0 0 0,0 0 0,0 0 0,0 1 0,0-1 0,0 1 0,0-1 0,-1 0 0,0 1 0,1 3 0,0 1 0,0 1 0,-1-1 0,0 1 0,-1 0 0,1-1 0,-1 1 0,-1-1 0,-3 14 0,2-16 0,1 1 0,-1-1 0,0 0 0,-1 1 0,1-1 0,-1-1 0,0 1 0,0 0 0,-1-1 0,1 0 0,-7 4 0,-17 11 0,0-2 0,-54 24 0,69-32 0,14-9 0,-1 0 0,0 0 0,0 0 0,0 1 0,0-1 0,0 0 0,0 0 0,0 1 0,0-1 0,1 0 0,-1 0 0,0 0 0,0 0 0,0 1 0,0-1 0,1 0 0,-1 0 0,0 0 0,0 0 0,0 0 0,1 1 0,-1-1 0,0 0 0,0 0 0,0 0 0,1 0 0,-1 0 0,0 0 0,0 0 0,1 0 0,-1 0 0,0 0 0,1 0 0,32 2 0,-29-2 0,9 0 13,32 0-472,0 2-1,81 13 1,-104-10-6367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11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24575,'0'-2'0,"4"-3"0,13-2 0,28 0 0,33 1 0,36-1 0,30 2 0,14 1 0,-8 1 0,-23 1 0,-34 2-8191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12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631 1 24575,'-22'1'0,"1"1"0,-1 1 0,1 1 0,0 0 0,-40 16 0,-95 49 0,150-66 0,-260 119 0,263-120 0,-23 12 0,21-6 0,5-7 0,1-1 0,-1 0 0,0 1 0,1-1 0,-1 1 0,1-1 0,-1 0 0,1 1 0,-1-1 0,1 0 0,-1 0 0,1 1 0,-1-1 0,1 0 0,-1 0 0,1 0 0,-1 0 0,1 0 0,-1 0 0,1 0 0,0 0 0,78 6 0,-36-4 0,758 25-1365,-726-27-5461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12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1 24575,'-2'2'0,"-3"4"0,-2 10 0,-2 8 0,-4 7 0,-1 13 0,0 8 0,-1 4 0,4 2 0,0-3 0,4-5 0,1-7 0,3-10-8191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13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24575,'6'0'0,"14"0"0,23 0 0,25 0 0,17 0 0,8 0 0,-14 0-8191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14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24575,'2'0'0,"7"0"0,9 0 0,6 0 0,3 0 0,-1 0 0,-4 0 0,-2 0 0,-6 0-8191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14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152 118 24575,'-3'1'0,"-1"-1"0,1 1 0,-1 0 0,1 0 0,-1 0 0,1 1 0,0-1 0,-1 1 0,1 0 0,0 0 0,0 0 0,0 0 0,1 1 0,-1-1 0,0 1 0,-3 4 0,-5 7 0,-19 29 0,25-36 0,-5 10 0,-14 28 0,21-39 0,1-1 0,0 1 0,0-1 0,1 1 0,-1 0 0,1 0 0,0-1 0,1 1 0,0 12 0,1-15 0,0-1 0,0 1 0,0 0 0,0 0 0,1-1 0,-1 1 0,1-1 0,-1 1 0,1-1 0,0 0 0,0 1 0,0-1 0,0 0 0,1 0 0,-1-1 0,0 1 0,1 0 0,0-1 0,-1 1 0,1-1 0,0 0 0,-1 0 0,1 0 0,5 1 0,8 2 0,0-1 0,1-1 0,16 1 0,-31-2 0,15 0 0,-5 1 0,-1-1 0,1-1 0,-1 0 0,1 0 0,-1-1 0,15-3 0,-24 3 0,0 0 0,0 0 0,0 0 0,0-1 0,-1 1 0,1 0 0,-1-1 0,1 1 0,-1-1 0,1 1 0,-1-1 0,0 0 0,0 1 0,0-1 0,0 0 0,0 0 0,0 0 0,0-2 0,11-43 0,-9 31 0,5-16 0,-3 0 0,0 0 0,-2 0 0,-1-34 0,-3 62 0,1 0 0,-1 0 0,0 0 0,0 0 0,0 0 0,-1 0 0,0 0 0,1 0 0,-1 0 0,0 1 0,-1-1 0,1 1 0,-1 0 0,1 0 0,-1-1 0,0 2 0,0-1 0,-1 0 0,1 1 0,0-1 0,-1 1 0,-5-3 0,-6-2 0,-2 0 0,1 0 0,-32-7 0,23 9-1365,14 4-5461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15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24575,'0'2'0,"0"2"0,2 2 0,0 0 0,0 2 0,0 2 0,0 2 0,1 0 0,0 0 0,0-1 0,1 1 0,0-3-8191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15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62 24575,'2'-2'0,"2"-1"0,6 1 0,5 0 0,6 0 0,4-2 0,6-4 0,6 0 0,2 1 0,-1 3 0,-5-2 0,-7 2 0,-7-1 0,-7 0-8191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16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0 24575,'-1'7'0,"0"0"0,0-1 0,-1 1 0,0 0 0,-3 6 0,-3 12 0,2 1 0,0-5 0,1 0 0,1 0 0,1 0 0,1 0 0,0 24 0,3-45 0,-1 1 0,0 0 0,0 0 0,1 0 0,-1 0 0,0 0 0,1 0 0,-1-1 0,1 1 0,-1 0 0,1 0 0,-1-1 0,1 1 0,0 0 0,-1-1 0,1 1 0,0 0 0,-1-1 0,1 1 0,0-1 0,0 1 0,0-1 0,0 0 0,-1 1 0,1-1 0,0 0 0,2 1 0,28 2 0,-24-3 0,217-1 0,-222 1 0,-1 0 0,0 1 0,0-1 0,1 0 0,-1 1 0,0-1 0,0 0 0,1 1 0,-1 0 0,0-1 0,0 1 0,0 0 0,0-1 0,0 1 0,0 0 0,0 0 0,0 0 0,0 0 0,0 0 0,0 0 0,-1 0 0,1 0 0,0 0 0,-1 1 0,1-1 0,-1 0 0,1 0 0,-1 1 0,0-1 0,1 0 0,-1 0 0,0 3 0,1 5 0,-1 0 0,0 0 0,-2 17 0,0-7 0,1-2 0,-2 0 0,1 0 0,-2 0 0,-1 0 0,0-1 0,-8 18 0,-50 92 0,40-84 0,15-28 0,-5 12 0,-1-1 0,-27 36 0,36-55 0,1-1 0,-1 0 0,0 1 0,0-1 0,-1-1 0,1 1 0,-1-1 0,0 0 0,-1-1 0,1 1 0,0-1 0,-1 0 0,0-1 0,0 1 0,-11 1 0,15-4-85,-1 0 0,1 0-1,-1 0 1,1-1 0,-1 1-1,1-1 1,-1 0 0,1 0-1,0 0 1,-1-1 0,1 1-1,0-1 1,0 0 0,0 1-1,-4-5 1,-11-7-6741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48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24575,'1'17'0,"1"-1"0,0 0 0,1 1 0,6 18 0,25 63 0,-22-68 0,1 0 0,18 29 0,-24-48 0,0 0 0,0 0 0,1-1 0,0-1 0,1 1 0,0-1 0,1-1 0,13 10 0,-19-16 0,-1 0 0,1 0 0,0 0 0,-1-1 0,1 1 0,0-1 0,0 0 0,0 0 0,0-1 0,0 1 0,0-1 0,0 0 0,0 0 0,0 0 0,0-1 0,0 1 0,0-1 0,0 0 0,0 0 0,-1 0 0,1-1 0,0 1 0,0-1 0,-1 0 0,1 0 0,-1 0 0,0-1 0,0 1 0,4-5 0,4-3 0,-1 0 0,0-1 0,0-1 0,-1 0 0,-1 0 0,13-24 0,-15 23 0,-1 0 0,0 0 0,-1-1 0,0 1 0,-1-1 0,-1 0 0,1-14 0,-3-98 0,-2 62 0,2 61 0,0 1 0,0 0 0,0 0 0,0-1 0,-1 1 0,1 0 0,-1-1 0,1 1 0,-1 0 0,0 0 0,0 0 0,0 0 0,0 0 0,0 0 0,0 0 0,-1 0 0,1 0 0,-1 0 0,1 0 0,-1 1 0,-3-4 0,1 4 0,0-1 0,0 0 0,0 1 0,0 0 0,0 0 0,-1 0 0,1 0 0,0 1 0,0 0 0,-9 0 0,3 0 34,-2 0-267,0 0 0,0 0 0,0 2-1,0-1 1,-22 7 0,23-3-6593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48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1602 1 24575,'1'0'0,"-1"0"0,0 0 0,1 0 0,-1 0 0,0 0 0,0 0 0,1 0 0,-1 0 0,0 0 0,0 0 0,1 0 0,-1 1 0,0-1 0,0 0 0,1 0 0,-1 0 0,0 0 0,0 0 0,1 1 0,-1-1 0,0 0 0,0 0 0,0 0 0,0 1 0,1-1 0,-1 0 0,0 0 0,0 1 0,0-1 0,0 0 0,0 0 0,0 1 0,0-1 0,0 0 0,0 1 0,1-1 0,-1 0 0,0 0 0,0 1 0,-1-1 0,1 0 0,0 0 0,0 1 0,0-1 0,0 0 0,0 1 0,0-1 0,0 0 0,0 0 0,0 1 0,-1-1 0,1 0 0,0 1 0,-9 13 0,-115 107 0,45-47 0,30-26-4,-592 586-560,16 13 56,576-593-678,18-18-4743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49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575 84 24575,'-36'-16'-9939,"1"3"5678,-18-2 5935,-65-11 1,116 26-1625,-20-5 483,0 2-1,0 0 1,-31 1-1,47 2-438,0 0 0,-1 1 0,1 0 1,0 1-1,0-1 0,-1 1 0,1 0 0,0 0 0,1 1 1,-1 0-1,0 0 0,1 0 0,0 1 0,-1 0 0,1 0 1,-7 8-1,5-3-56,0 0 0,0 0 0,1 1 1,1 0-1,0 0 0,0 1 0,-6 20 0,2 4-47,-6 50-1,-10 211 2642,22 7 403,3-241-3328,0 67 293,7 382 0,1-372 0,42 223 0,-48-352 0,35 140 0,-31-131 0,1 0 0,1 0 0,1 0 0,1-1 0,15 22 0,-23-37-50,0 0 1,-1 0 0,1-1 0,1 1 0,-1-1 0,0 1 0,0-1 0,1 0-1,0 0 1,-1 0 0,1 0 0,0-1 0,0 1 0,0-1 0,0 1-1,0-1 1,0 0 0,0 0 0,0-1 0,1 1 0,-1-1 0,6 1-1,21-9-5600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51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17 24575,'-6'0'0,"0"-1"0,0 1 0,0 1 0,0-1 0,0 1 0,1 0 0,-1 1 0,0-1 0,0 1 0,1 0 0,-1 0 0,1 1 0,0 0 0,-10 6 0,5-1 0,0 0 0,0 0 0,1 1 0,0 1 0,1-1 0,0 1 0,0 1 0,1-1 0,1 1 0,0 1 0,0-1 0,1 1 0,-6 19 0,11-28 0,-1-1 0,1 1 0,0 0 0,0 0 0,0 0 0,0-1 0,0 1 0,1 0 0,-1 0 0,1 0 0,0-1 0,-1 1 0,1 0 0,1-1 0,1 4 0,0-1 0,0-1 0,0 0 0,1 0 0,-1 0 0,1 0 0,0 0 0,8 4 0,5 3 0,0-1 0,1-1 0,26 9 0,-37-15 0,81 28 0,-75-28 0,0 0 0,0 0 0,0-2 0,1 1 0,14-2 0,-25 0 0,0-1 0,0 1 0,0-1 0,0 0 0,0 0 0,0 0 0,-1-1 0,1 1 0,0-1 0,0 1 0,-1-1 0,1 0 0,-1 0 0,0 0 0,0 0 0,1-1 0,2-3 0,3-6 0,0 0 0,10-21 0,-10 17 0,0 0 0,-1 1 0,-1-1 0,0-1 0,-1 1 0,-1-1 0,0 0 0,-2 0 0,0 0 0,0 0 0,-2 0 0,0-1 0,-3-17 0,3 33 0,-1 0 0,1 0 0,-1 0 0,1 0 0,-1 0 0,0 1 0,1-1 0,-1 0 0,0 0 0,0 1 0,-1-1 0,1 1 0,0-1 0,0 1 0,-1-1 0,1 1 0,-1 0 0,1-1 0,-1 1 0,0 0 0,1 0 0,-1 0 0,0 0 0,0 1 0,0-1 0,1 0 0,-1 1 0,0 0 0,0-1 0,-2 1 0,-8-2 0,0 2 0,0-1 0,0 2 0,-12 1 0,-1 0 0,3-1-341,0 1 0,0 1-1,-32 10 1,44-11-6485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9:04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127 224 24575,'0'-7'0,"1"1"0,0 0 0,1 0 0,0 0 0,0-1 0,0 2 0,0-1 0,1 0 0,0 0 0,1 1 0,-1 0 0,8-9 0,2-1 0,0 0 0,29-23 0,-32 29 0,2 1 0,-1 1 0,1-1 0,0 2 0,1 0 0,0 0 0,-1 1 0,2 1 0,-1 0 0,19-3 0,-29 7 0,-1 0 0,0 0 0,1 0 0,-1 0 0,1 0 0,-1 0 0,0 0 0,1 1 0,-1-1 0,0 1 0,0 0 0,1 0 0,-1 0 0,0 0 0,0 0 0,0 0 0,3 3 0,-2-1 0,-1-1 0,1 1 0,-1 0 0,0 0 0,0 0 0,0 0 0,0 0 0,-1 1 0,1-1 0,1 6 0,0 7 0,1 0 0,-2 0 0,0 1 0,-1 18 0,-1-24 0,0 14 0,-1 0 0,-1-1 0,-1 1 0,-1-1 0,-1 0 0,-2 0 0,0-1 0,-13 28 0,4-16 0,-2-1 0,-2-1 0,-1-1 0,-39 47 0,5-19 0,-101 87 0,151-143 0,0 0 0,-1 0 0,1-1 0,-1 0 0,1 0 0,-1 0 0,0-1 0,0 1 0,0-2 0,-7 3 0,71 1 0,264 25 0,-295-27 0,-8 0 0,-1 1 0,1 1 0,28 12 0,22 5 0,-65-21 3,78 16 335,-71-16-622,0 0-1,0 0 1,1-1 0,-1 0-1,16-3 1,-16 0-6542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9:06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24575,'1'-1'0,"-1"1"0,0-1 0,1 1 0,-1-1 0,0 0 0,1 1 0,-1-1 0,1 1 0,-1-1 0,1 1 0,-1-1 0,1 1 0,-1 0 0,1-1 0,0 1 0,-1-1 0,1 1 0,0 0 0,-1 0 0,1-1 0,0 1 0,-1 0 0,1 0 0,0 0 0,-1 0 0,1 0 0,1 0 0,23-2 0,-22 2 0,13-1 0,-3 0 0,0 1 0,0 0 0,0 0 0,0 1 0,0 1 0,0 0 0,-1 1 0,15 5 0,-17-4-1365,-2-1-5461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9:07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0 24575,'-2'0'0,"0"1"0,1-1 0,-1 1 0,1-1 0,-1 1 0,1 0 0,0-1 0,-1 1 0,1 0 0,0 0 0,0 0 0,-1 0 0,1 0 0,0 0 0,0 0 0,0 0 0,0 1 0,-1 2 0,-17 28 0,15-24 0,-5 10 0,-15 30 0,22-44 0,0 0 0,1 0 0,0 0 0,-1 0 0,2 1 0,-1-1 0,0 0 0,1 1 0,0 5 0,0-9 0,0-1 0,1 1 0,-1 0 0,0 0 0,0-1 0,0 1 0,1 0 0,-1-1 0,0 1 0,1 0 0,-1-1 0,1 1 0,-1 0 0,1-1 0,-1 1 0,1-1 0,-1 1 0,1-1 0,0 1 0,-1-1 0,1 0 0,0 1 0,-1-1 0,1 1 0,0-1 0,-1 0 0,2 0 0,25 3 0,-25-4 0,0 1 0,1 0 0,-1 0 0,0 0 0,0 0 0,1 0 0,-1 1 0,0-1 0,0 1 0,0-1 0,0 1 0,0 0 0,1 0 0,-1 0 0,-1 0 0,1 0 0,3 2 0,-3 1 0,0 0 0,0 0 0,-1 0 0,1 0 0,-1 0 0,0 0 0,0 0 0,0 1 0,-1-1 0,1 0 0,-1 6 0,0 2 0,-1 0 0,0 0 0,-3 11 0,3-17 0,0-1 0,-1 0 0,0 1 0,0-1 0,0 0 0,0 0 0,-1 0 0,0 0 0,0 0 0,0-1 0,-1 1 0,1-1 0,-1 0 0,0 0 0,0-1 0,-1 1 0,1-1 0,-1 0 0,0 0 0,0 0 0,0 0 0,0-1 0,0 0 0,0 0 0,-1-1 0,1 1 0,-1-1 0,1 0 0,-1-1 0,-7 1 0,2-2-1365,1 1-5461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57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24575,'626'-16'0,"320"-17"0,10 34 0,-398 1 0,-337-2-7018,-212 0 5845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8:59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748 889 24575,'-35'11'0,"-4"-8"0,-1-2 0,-48-5 0,69 2 0,-1-2 0,0 0 0,1-2 0,0 0 0,0-1 0,0 0 0,1-2 0,-28-17 0,19 8 0,1-1 0,0-1 0,2-1 0,-36-39 0,43 40 0,1-1 0,0 0 0,2-1 0,1-1 0,1 0 0,0-1 0,2 0 0,1-1 0,1 0 0,-7-35 0,0-13 0,3 0 0,-2-87 0,14 157 0,0 0 0,0-1 0,1 1 0,-1 0 0,1 0 0,0 1 0,0-1 0,0 0 0,0 0 0,0 0 0,1 1 0,-1-1 0,1 0 0,0 1 0,0-1 0,0 1 0,0 0 0,0 0 0,0 0 0,1 0 0,-1 0 0,1 0 0,-1 1 0,1-1 0,0 1 0,-1 0 0,1-1 0,0 1 0,3 0 0,10-4 0,1 1 0,-1 1 0,1 1 0,18-1 0,-19 2 0,107-6 0,-1 5 0,1 5 0,204 33 0,-201-15 0,381 70 0,-494-89 0,10 2 0,0 2 0,36 12 0,-53-15 0,0 0 0,0 0 0,0 0 0,-1 0 0,1 1 0,-1 0 0,0 0 0,0 1 0,0-1 0,-1 1 0,1 0 0,-1 1 0,0-1 0,3 6 0,0 5 0,0-1 0,-2 1 0,0 0 0,0 0 0,-1 0 0,1 17 0,-2 2 0,-1 65 0,-3-85 0,-1 0 0,0 0 0,-2-1 0,1 0 0,-2 1 0,0-1 0,-1 0 0,0-1 0,-1 0 0,0 0 0,-1 0 0,-1-1 0,0 0 0,0-1 0,-16 15 0,-8 4 0,-1-1 0,-1-3 0,-74 44 0,82-55 0,-1 0 0,-53 19 0,62-28 0,0 0 0,-1-2 0,1 0 0,-1-2 0,-32 1 0,36-3 0,-496-15 0,509 15-136,0-1-1,0 1 1,-1-1-1,1 0 1,0 0-1,0 0 1,0 0-1,0-1 0,-5-2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9:11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447 4219 24575,'-6'4'0,"-14"10"0,20-14 0,0 1 0,0-1 0,0 0 0,0 0 0,0 1 0,-1-1 0,1 0 0,0 0 0,0 0 0,0 1 0,0-1 0,0 0 0,0 0 0,0 1 0,0-1 0,0 0 0,0 0 0,0 1 0,0-1 0,0 0 0,0 0 0,0 1 0,1-1 0,-1 0 0,0 0 0,0 0 0,0 1 0,0-1 0,0 0 0,0 0 0,1 1 0,14 5 0,7-2 0,1-1 0,42 0 0,-37-2 0,947 5-1129,-619-8 887,58 2 452,359-1 723,-683-3-792,112-19 0,86-31-186,-206 38 36,14-5 9,-2-5 0,144-58 0,326-121-508,7 32-501,167-55 217,-677 208 792,-1-3 0,101-54 0,-147 68-8,0-1 1,-1 0-1,0-1 0,0 0 0,-1-1 0,-1-1 0,0 0 0,-1 0 0,0-1 0,-1 0 0,8-18 0,3-14 133,-1-1 0,15-65 0,-27 90-20,111-435 1146,-101 364-1027,-3-1 1,2-189-1,-19 195-224,-19-121 0,12 151 0,-3 1 0,-3 1 0,-24-59 0,-12 1 0,-5 2 0,-5 2 0,-113-151 0,104 169 0,-4 3 0,-5 4 0,-2 4 0,-143-110 0,165 146 0,-128-72 0,154 99 0,-1 3 0,-1 0 0,0 2 0,-1 2 0,-67-11 0,4 10-117,-157 4 0,-101 24-328,338-15 421,-702 57-150,4 48-8,275-11-5764,1 16 5286,81-19 1320,-133 38-1757,14 32 7412,408-132-5853,-96 54 1,137-65-319,1 1-1,0 1 1,2 2 0,1 1 0,-31 34-1,-112 156-143,137-166 0,3 2 0,-41 90 0,56-101 0,2 1 0,2-1 0,1 2 0,3 0 0,-4 43 0,5 208 0,9-199 0,5-1 0,4-1 0,4 0 0,3 0 0,57 155 0,-50-179 0,3-1 0,3-1 0,3-2 0,2-1 0,3-2 0,3-2 0,99 103 0,-111-132 0,2-2 0,1-1 0,1-2 0,0-1 0,2-2 0,1-2 0,55 21 0,25 0 0,143 28 0,-135-38 0,-88-20 0,2 1 0,1-2 0,62 6 0,211 6-1365,-298-20-5461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9:21.2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1,'10'0,"349"9,519 8,-639-19,-179 1,58 2,-107 1,-1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9:26.7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72,'1142'-13,"-7"-42,-1118 54,-11 0,0 0,1 0,-1 1,1 0,-1 0,1 1,-1 0,0 0,1 0,-1 1,0 0,10 5,25 13,-20-10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9:27.4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0 154,'1249'-148,"-830"142,-250 9,1223-3,-1372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29:38.2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1 515,'0'0,"0"-1,1 1,-1-1,0 1,1 0,-1-1,0 1,1-1,-1 1,1 0,-1-1,0 1,1 0,-1 0,1-1,-1 1,1 0,-1 0,1 0,-1 0,1-1,-1 1,1 0,0 0,0 0,17-2,-15 2,118-3,-73 3,104 0,88 0,111-1,119-3,107-7,2917-138,-3065 133,-75 3,494-51,-665 49,496-13,-391 22,48-6,83-4,2319-37,-2010 15,570-37,157 74,-697 3,-701-2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29:42.5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1 319,'989'-14,"1526"-143,-1704 41,-745 105,1 2,-1 3,75 4,594 5,130 4,1100 50,-1669-47,448 8,1846-19,-2441 11,-37 0,594-9,-667-1,1200-88,-1148 76,-26 3,74 0,-129 9,-4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4:41.4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24575,'0'0'-8191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4:45.9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811 1,'21'1,"-1"1,0 1,35 10,0 0,563 92,2-22,-552-75,1030 114,11-68,1259-62,-2244 8,420 6,-7 37,-511-39,-11-1,0-1,1-1,-1 0,22-2,-37 2,0-1,1 0,-1 0,0 0,0 0,1 0,-1 0,0 0,1 0,-1 0,0 0,0 0,1 0,-1 0,0 0,0-1,1 1,-1 0,0 0,0 0,0 0,1 0,-1 0,0-1,0 1,0 0,1 0,-1 0,0-1,0 1,0 0,0 0,1 0,-1-1,0 1,0 0,0 0,0-1,0 1,0 0,0 0,0-1,0 1,0 0,0-1,0 1,-12-11,-16-3,-1 1,-47-14,28 10,-133-42,-2 7,-207-30,-393 5,-750 67,1020 14,-1672-2,1254-2,980 8,372 53,86-1,255 26,253 24,210 17,136 8,38-1,-64-6,-167-16,-237-21,-263-25,-255-23,-230-19,-171-20,-12-4,0 0,0 0,0 0,0 0,0 0,0 0,0 0,0 0,0 0,0 0,0 0,0 0,0 0,0 0,0 0,0 0,0 0,0 0,0 0,-1 0,1 0,0 0,0 1,0-1,0 0,0 0,0 0,0 0,0 0,0 0,0 0,0 0,0 0,0 0,0 0,0 0,0 0,0 0,0 0,0 0,0 0,0 1,0-1,0 0,1 0,-1 0,0 0,0 0,0 0,0 0,0 0,0 0,0 0,0 0,0 0,0 0,0 0,-38 2,-187-13,-192-19,-178-19,-160-14,-138-10,-111-11,-86-9,-5155-449,5632 489,177 13,160 14,134 11,114 10,37 2,52 2,-60 1,165 1,96 2,100-1,91 1,2340 45,-2745-46,-96-1,-96-1,-93 0,-1032-29,1074 17,753 50,-251-16,652 47,310 21,4120 317,-4631-342,-297-21,-266-17,-184-23,-15 0,-46 1,-208-5,-185-12,-149-12,-110-11,-76-8,-4659-260,4967 275,133 5,284 20,-222-23,241 20,34 6,0 0,0 0,0 0,0 0,0 0,0 0,0 0,0 0,0 0,0 0,0 0,0 0,0 0,1 0,-1 0,0 0,0 0,0 0,0 0,0 0,0 0,0 0,0 0,0 0,0 0,0 0,0-1,0 1,0 0,0 0,0 0,0 0,0 0,0 0,0 0,0 0,0 0,0 0,0 0,0 0,0 0,0 0,0 0,0-1,0 1,0 0,0 0,0 0,0 0,0 0,0 0,0 0,0 0,0 0,0 0,0 0,16-2,32 1,9 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4:49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636 0 24575,'7'61'0,"-8"5"0,-2-1 0,-3 0 0,-3 0 0,-28 100 0,4-52 0,-81 181 0,64-184 0,-5-3 0,-5-1 0,-83 109 0,133-202 0,-35 43 0,41-52 0,-1 1 0,1-1 0,-1 0 0,0 0 0,0-1 0,0 0 0,-1 0 0,-9 5 0,2-6-1365,3-3-5461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4:49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 1 24575,'-2'4'0,"-3"5"0,-2 3 0,-2 4 0,0 0 0,0 1 0,-2 0 0,-4 0 0,-3 1 0,-2-1 0,-4 1 0,-2-1 0,4-1 0,3-2 0,3-2 0,5-4-8191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4:50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24575,'2'0'0,"2"0"0,4 4 0,1 6 0,-1 2 0,1 4 0,1 4 0,0 8 0,0 4 0,2 3 0,1 2 0,1-3 0,1-1 0,-4-6 0,2-3 0,-2-5-8191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4:52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24575,'2'0'0,"2"0"0,5 0 0,5 0 0,6 0 0,5 0 0,3 0 0,-4 0-8191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4:52.7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0 24575,'-1'8'0,"0"0"0,-1 0 0,1 0 0,-2 0 0,-3 10 0,-6 20 0,3 17 0,1 0 0,4 1 0,1-1 0,6 59 0,-3-114 0,0 1 0,0 0 0,0 0 0,1 0 0,-1 0 0,0 0 0,0 0 0,1-1 0,-1 1 0,1 0 0,-1 0 0,0 0 0,1-1 0,-1 1 0,1 0 0,0-1 0,-1 1 0,1 0 0,0-1 0,-1 1 0,1-1 0,0 1 0,0-1 0,-1 1 0,1-1 0,0 1 0,1-1 0,28 3 0,-12-2 0,406 57-1365,-396-55-5461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4:50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576 0 24575,'-1'17'0,"-1"0"0,-1 0 0,-5 20 0,0 2 0,-17 96 0,-69 306 0,-29-82 0,95-295 0,-3 0 0,-2-2 0,-57 78 0,82-129-104,-5 8 223,-23 24-1,32-39-233,1 0 0,-1-1-1,0 0 1,0 1 0,0-2 0,0 1-1,0 0 1,-1-1 0,1 0 0,-1 0-1,1 0 1,-9 2 0,2-4-6711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4:51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0 24575,'-2'6'0,"-2"8"0,-7 11 0,-6 12 0,-7 5 0,-8 6 0,-4 2 0,-4-2 0,0-4 0,6-10 0,8-15 0,11-12 0,10-14 0,5-5-8191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4:51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24575,'2'0'0,"3"0"0,2 0 0,2 4 0,2 5 0,0 6 0,3 5 0,1 10 0,1 9 0,3 6 0,0 6 0,-4 1 0,-4 1 0,-4-4 0,-3-1 0,-2-2 0,-2-8-8191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4:53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24575,'84'76'0,"-66"-55"0,-1 0 0,-2 0 0,0 2 0,-1 0 0,-1 0 0,-1 1 0,-2 1 0,0 0 0,-2 0 0,9 40 0,-1 8 0,-3 0 0,-4 1 0,-2 0 0,-5 114 0,-3-175 0,0 0 0,-1 1 0,0-1 0,-1 0 0,-7 19 0,9-28 0,-1 0 0,0-1 0,0 1 0,0 0 0,-1-1 0,1 1 0,-1-1 0,0 0 0,0 0 0,0 0 0,0 0 0,0-1 0,-1 1 0,0-1 0,1 0 0,-1 0 0,0 0 0,0 0 0,0-1 0,-8 3 0,-98 15-1365,89-16-5461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4:54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1298 1423 24575,'-23'0'0,"-129"-3"0,119 0 0,0-1 0,-52-14 0,-95-39 0,-258-119 0,421 168 0,0 0 0,0-2 0,-27-19 0,37 23 0,1 1 0,-1-2 0,1 1 0,0-1 0,1 0 0,0 0 0,0 0 0,0-1 0,1 0 0,-5-11 0,-43-162 0,7 23 0,12 72 0,17 49 0,2 0 0,-10-45 0,21 68 0,0 0 0,1 0 0,1-1 0,1 1 0,0 0 0,0 0 0,4-16 0,-3 23 0,1 0 0,0 0 0,0 0 0,1 0 0,0 0 0,0 1 0,0-1 0,1 1 0,0 0 0,1 0 0,-1 0 0,1 1 0,0-1 0,0 1 0,11-8 0,6-1 0,0 1 0,0 1 0,1 1 0,49-17 0,105-17 0,224-21 0,-291 56 0,188 7 0,-268 5 0,0 1 0,0 1 0,0 2 0,51 16 0,-67-16 0,0 0 0,0 1 0,0 0 0,-1 1 0,0 0 0,0 1 0,-1 0 0,0 1 0,-1 1 0,0 0 0,11 14 0,-1 4 0,-1 2 0,-2 0 0,0 0 0,15 43 0,-23-49 0,-2 0 0,0 1 0,-2 0 0,-1 0 0,-1 1 0,1 38 0,-6-44 0,0 0 0,-2-1 0,-1 1 0,0-1 0,-2 0 0,0 0 0,-10 21 0,-1-5 0,-1-1 0,-41 59 0,47-78 0,0 0 0,-2-1 0,1-1 0,-2-1 0,0 0 0,-1 0 0,0-2 0,0 0 0,-21 10 0,-16 3 0,-98 31 0,57-22 0,61-18-1365,24-11-5461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4:58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763 1250 24575,'-25'-2'0,"0"-1"0,0-1 0,-44-13 0,63 15 0,-92-28 0,0-5 0,-95-48 0,175 75 0,1-2 0,-1 0 0,1-1 0,1 0 0,0-2 0,-19-19 0,26 23 0,1 0 0,1-1 0,0 0 0,0-1 0,1 1 0,0-1 0,1 0 0,0-1 0,1 1 0,0-1 0,-3-20 0,2 2 0,2 0 0,0 0 0,3 0 0,0-1 0,2 1 0,7-40 0,-6 59 0,1-1 0,1 1 0,-1 1 0,2-1 0,-1 1 0,2 0 0,-1 0 0,1 0 0,1 1 0,-1 0 0,2 1 0,-1 0 0,15-11 0,14-8 0,1 2 0,45-23 0,-78 45 0,102-52 0,170-63 0,128-9 0,-376 119 0,0 1 0,0 2 0,0 1 0,1 1 0,-1 1 0,44 4 0,-67-1 0,-1 0 0,1 1 0,-1 0 0,1 0 0,-1 0 0,0 0 0,0 1 0,0 0 0,0 0 0,5 5 0,-1-1 0,-1 0 0,-1 0 0,1 1 0,10 15 0,-11-12 0,0 1 0,-1 0 0,0 0 0,7 25 0,10 57 0,-8-30 0,-2-12 0,-3 1 0,-2 0 0,-2 1 0,-2 84 0,-4-132 0,-1 0 0,1 1 0,-1-1 0,-1 0 0,1 0 0,-1 0 0,0 0 0,0 0 0,-1 0 0,0-1 0,0 1 0,0-1 0,0 0 0,-1 1 0,-6 5 0,-19 24 0,-59 58 0,47-48 0,34-36 0,-1 1 0,-1-1 0,0-1 0,0 1 0,-17 11 0,-57 40 0,1 0 0,72-54 0,-1 0 0,0 0 0,0-1 0,0-1 0,-1 0 0,-16 3 0,-39 3 0,-127 1 0,123-9 0,39 0 41,0 3 1,-47 12-1,-13 1-1530,72-15-5337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5:00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1123 24575,'0'-1'0,"-1"1"0,1 0 0,-1-1 0,0 1 0,1 0 0,-1-1 0,1 1 0,-1 0 0,1-1 0,0 1 0,-1-1 0,1 1 0,-1-1 0,1 1 0,0-1 0,-1 1 0,1-1 0,0 1 0,0-1 0,-1 0 0,1 1 0,0-1 0,0 1 0,0-1 0,0 0 0,0 1 0,0-2 0,-2-22 0,2 21 0,0-7 0,1 0 0,0 0 0,0 0 0,1 1 0,1-1 0,0 1 0,0-1 0,1 1 0,0 0 0,0 0 0,1 1 0,9-13 0,7-8 0,2 2 0,27-28 0,1 6 0,2 2 0,2 2 0,86-54 0,-54 48 0,173-75 0,-72 57 0,361-84 0,-482 138 0,78-20 0,-144 35 0,0-1 0,0 1 0,1 0 0,-1-1 0,0 1 0,0 0 0,0-1 0,1 0 0,-1 1 0,0-1 0,0 0 0,0 1 0,0-1 0,0 0 0,0 0 0,0 0 0,0-1 0,-1 1 0,0 1 0,0-1 0,0 1 0,-1-1 0,1 1 0,0-1 0,-1 1 0,1-1 0,0 1 0,-1 0 0,1-1 0,-1 1 0,1-1 0,0 1 0,-1 0 0,1 0 0,-1-1 0,1 1 0,-1 0 0,1 0 0,-1-1 0,0 1 0,1 0 0,-1 0 0,0 0 0,-48-8 0,47 7 0,-34-2 0,-4-1 0,1-1 0,0-2 0,0-1 0,-41-15 0,66 18 0,8 3 0,0 0 0,1 0 0,-1 0 0,1-1 0,-1 0 0,1 0 0,-8-7 0,12 10 0,1 0 0,0-1 0,0 1 0,-1 0 0,1 0 0,0-1 0,0 1 0,-1 0 0,1-1 0,0 1 0,0 0 0,0 0 0,0-1 0,-1 1 0,1-1 0,0 1 0,0 0 0,0-1 0,0 1 0,0 0 0,0-1 0,0 1 0,0 0 0,0-1 0,0 1 0,0-1 0,0 1 0,0 0 0,0-1 0,0 1 0,1 0 0,-1-1 0,12-7 0,22 2 0,87-3 0,126 9 0,-143 1 0,-72-1 0,-17-1 0,1 1 0,31 5 0,-46-5 0,0 0 0,0 0 0,0 1 0,0-1 0,0 1 0,0-1 0,0 1 0,0-1 0,0 1 0,0-1 0,0 1 0,0 0 0,0-1 0,0 1 0,0 0 0,-1 0 0,1 0 0,0 0 0,-1 0 0,1 0 0,0 0 0,0 1 0,-1 0 0,1 1 0,0-1 0,-1 1 0,0-1 0,0 1 0,1-1 0,-1 1 0,-1-1 0,0 6 0,-1 4 0,-2 0 0,1 0 0,-8 15 0,8-21 0,-103 221 0,31-73 0,-31 79-1365,81-181-5461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5:00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24575,'2'4'0,"0"7"0,3 10 0,0 9 0,1 9 0,1 8 0,0 8 0,3 7 0,1 6 0,-1 8 0,0 10 0,2 15 0,1 20 0,6 17 0,0-16-8191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30:47.3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1,'2347'0,"-2325"2,-15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30:51.1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0,'1'1,"0"0,0 0,0-1,0 1,0 0,0-1,1 1,-1-1,0 0,0 1,1-1,-1 0,0 0,1 1,-1-1,0 0,3-1,1 2,265 15,-72-7,336 38,-418-36,46 15,-102-14,88 6,298-9,-33-1,-119 6,288 7,-112-12,28 1,-1-22,224-8,811 20,-904-28,-204 4,501 8,-536 13,22-8,436 7,-436 31,155 7,279-16,197 9,-399 12,751 28,-101-45,-45-33,223-21,-1218 34,186-6,-187-30,-123 13,-59 11,3-2,1 4,103 0,-167 9,-3-1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31:00.3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47,'406'-12,"-162"2,48 2,1979-8,-2262 16,0 1,0 1,0-1,17 7,-11-4,-2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0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1192 1933 24575,'-11'0'0,"1"-1"0,-1 0 0,0-1 0,1-1 0,-1 1 0,1-2 0,-14-5 0,-67-40 0,43 21 0,-213-102 0,90 48 0,141 65 0,0 0 0,2-2 0,0-1 0,1-1 0,1-1 0,-24-27 0,22 17 0,0-2 0,3 0 0,1-2 0,-27-52 0,25 32 0,2 0 0,3-1 0,2-1 0,3-1 0,3-1 0,-12-120 0,22 144 0,2 0 0,6-63 0,-2 81 0,0 1 0,1 0 0,0 0 0,2 1 0,0-1 0,0 1 0,18-28 0,-7 19 0,1 0 0,2 2 0,0 0 0,1 2 0,2 0 0,38-28 0,-20 20 0,2 2 0,1 2 0,53-22 0,-68 35 0,0 1 0,1 1 0,48-8 0,-60 15 0,1 1 0,0 0 0,0 2 0,0 0 0,0 2 0,0 0 0,21 5 0,41 11 0,-2 4 0,133 56 0,-185-66 0,0 2 0,-1 1 0,-1 1 0,0 1 0,-1 1 0,-1 2 0,0 0 0,-2 1 0,0 1 0,33 48 0,-36-40 0,-1 1 0,-1 1 0,13 40 0,25 104 0,-47-148 0,-2 0 0,0 0 0,-2 0 0,-1 0 0,-2 1 0,0-1 0,-6 37 0,0-31 0,-1 0 0,-2 0 0,-1-1 0,-2 0 0,-23 47 0,13-40 0,-1-1 0,-2-1 0,-2-1 0,-1-2 0,-2 0 0,-1-2 0,-2-2 0,-1-1 0,-59 40 0,-76 33-1365,133-83-5461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0:54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779 1 24575,'-1'0'0,"1"0"0,0 0 0,0 0 0,-1 0 0,1-1 0,0 1 0,0 0 0,0 0 0,-1 0 0,1 0 0,0 0 0,0 0 0,-1 0 0,1 0 0,0 0 0,0 0 0,0 0 0,-1 0 0,1 1 0,0-1 0,0 0 0,-1 0 0,1 0 0,0 0 0,0 0 0,0 0 0,-1 0 0,1 1 0,0-1 0,0 0 0,0 0 0,0 0 0,0 0 0,-1 1 0,1-1 0,0 0 0,0 0 0,0 1 0,-1-1 0,-76 54 0,2 3 0,-122 119 0,163-137 0,1 2 0,2 1 0,2 2 0,2 0 0,2 2 0,2 1 0,-19 56 0,-2 27 0,-40 200 0,73-282 0,3 1 0,-3 71 0,11-99 0,0 0 0,2-1 0,0 1 0,2 0 0,0-1 0,1 1 0,1-1 0,12 27 0,-6-23 0,1 0 0,1-1 0,1-1 0,2 0 0,0-1 0,0-1 0,38 33 0,-39-40 0,0-1 0,0 0 0,1-1 0,1-1 0,0 0 0,0-2 0,1 0 0,0-1 0,0 0 0,1-2 0,20 3 0,-32-7 0,0 0 0,0-1 0,0 0 0,1 0 0,-1-1 0,0 0 0,-1 0 0,1-1 0,0 0 0,0-1 0,-1 0 0,1 0 0,-1 0 0,0-1 0,0 0 0,0-1 0,-1 1 0,1-1 0,-1 0 0,6-7 0,-4 3 0,-1 0 0,0 0 0,-1-1 0,1 0 0,-2 0 0,1-1 0,-2 0 0,1 0 0,-2 0 0,1 0 0,-1 0 0,-1-1 0,1-13 0,-2 5 0,0 1 0,-2-1 0,0 1 0,-1 0 0,-1 0 0,-1 0 0,0 0 0,-2 0 0,0 1 0,-1 0 0,-10-18 0,4 13 0,0 0 0,-2 1 0,-1 0 0,-1 2 0,0 0 0,-1 0 0,-33-25 0,33 32 0,0 1 0,-1 0 0,0 1 0,-1 1 0,-39-13 0,-107-23 0,148 42 0,8 1-124,1 0 0,-1 1 0,0 0 0,0 1 0,0 0 0,0 0-1,0 1 1,0 1 0,0 0 0,-13 2 0,4 5-6702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0:56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1 191 24575,'24'-9'-8068,"-1"2"4229,93-19 6077,42 1-1401,99-2-916,119-1-237,114 3-101,1776-19-1152,-1855 45 2039,-93 8-482,-227-3-200,144 28 1,-186-23 165,1 3 1,-2 2-1,0 2 1,58 31-1,-33-8 46,-3 3 0,69 56 0,119 121 0,-114-83-29,201 246 0,-265-280 102,-5 3-1,-5 3 0,82 174 0,-115-202 238,-5 2 0,35 137 0,-54-161 152,-3 0 0,2 64 0,-10-77 1444,-7 67 1,2-86-923,-1-1 0,-12 45 0,12-62-793,1 0-1,-1 0 0,0-1 1,-1 1-1,0-1 0,-1 0 1,0 0-1,0-1 1,-1 1-1,-8 7 0,10-13-190,1-1 0,-1 1 0,-1-1 0,1 0 0,0 0 0,-1 0 0,1-1 0,0 0 0,-1 0 0,0 0 0,-10-1 0,-1 2 0,8-2 0,1 1 0,-1-2 0,0 1 0,1-1 0,-1 0 0,0-1 0,1 0 0,0 0 0,-1-1 0,1 0 0,0-1 0,0 1 0,1-2 0,-1 1 0,-6-6 0,-453-332 0,401 285 0,59 47 0,11 10 0,19 11 0,86 62 0,196 171 0,-57 7 0,-246-249 0,0 1 0,1-1 0,-1 1 0,1-1 0,0 0 0,-1 0 0,1 0 0,0-1 0,0 1 0,0-1 0,1 1 0,-1-1 0,6 1 0,-2-1 0,0-1 0,0 0 0,0 0 0,0 0 0,13-4 0,30-5 0,70-23 0,-103 26 0,0 0 0,0-2 0,-1 0 0,0 0 0,0-2 0,-1 0 0,23-19 0,-25 14 0,-1 0 0,-1 0 0,0-1 0,-1 0 0,15-33 0,18-28 0,1 16 0,3 2 0,2 3 0,3 2 0,103-84 0,-108 102-1365,-10 10-5461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2:11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1333 24575,'0'3'0,"1"-1"0,0 0 0,0 0 0,-1 0 0,1-1 0,0 1 0,0 0 0,1 0 0,1 3 0,5 6 0,24 53 0,-21-38 0,2 0 0,1-2 0,1 0 0,0 0 0,23 25 0,-37-48 0,0-1 0,-1 1 0,1 0 0,0 0 0,0-1 0,-1 1 0,1 0 0,0-1 0,0 1 0,0-1 0,0 1 0,0-1 0,0 1 0,0-1 0,0 0 0,0 1 0,0-1 0,0 0 0,0 0 0,0 0 0,0 0 0,0 0 0,0 0 0,0 0 0,0 0 0,0 0 0,0 0 0,0-1 0,0 1 0,0 0 0,0-1 0,0 1 0,2-2 0,0-1 0,1 0 0,-1 0 0,0-1 0,0 0 0,0 1 0,5-9 0,149-286 0,-90 162 0,500-845-847,-472 849-377,-69 102-4896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2:12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1185 24575,'1'13'0,"0"1"0,1-1 0,1 0 0,0 0 0,1 0 0,8 21 0,39 70 0,-48-98 0,-2-4 0,6 13 0,2 0 0,0-1 0,0 0 0,19 20 0,-25-31 0,-1-1 0,1 1 0,0-1 0,0 0 0,0 0 0,1 0 0,-1 0 0,0 0 0,1-1 0,-1 1 0,8 1 0,-9-3 0,1 0 0,0 0 0,-1 0 0,1 0 0,0 0 0,-1-1 0,1 1 0,-1-1 0,1 0 0,0 0 0,-1 1 0,1-2 0,-1 1 0,0 0 0,1 0 0,-1-1 0,0 0 0,4-2 0,3-6 0,-1 0 0,1 0 0,-1-1 0,-1 0 0,0 0 0,-1-1 0,0 0 0,5-15 0,-1 5 0,76-178 0,28-61 0,235-375 0,-253 470 0,-44 79-1365,-36 62-5461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2:13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0 587 24575,'8'24'0,"31"40"0,76 97 0,-83-119 0,-14-18 0,113 143 0,-129-165 0,2 3 0,1 0 0,-1-1 0,1 1 0,0-1 0,5 4 0,-9-7 0,0-1 0,-1 1 0,1-1 0,0 1 0,0-1 0,0 1 0,0-1 0,0 0 0,0 0 0,0 1 0,0-1 0,0 0 0,1 0 0,-1 0 0,0 0 0,0 0 0,0 0 0,0 0 0,0 0 0,0-1 0,0 1 0,0 0 0,0-1 0,0 1 0,0-1 0,0 1 0,0-1 0,0 1 0,-1-1 0,1 1 0,0-1 0,0 0 0,0 0 0,-1 1 0,1-1 0,0 0 0,0-2 0,12-19 0,-2 0 0,0-1 0,-2 0 0,11-37 0,-5 13 0,229-689 0,-239 719-195,0 0 0,0 0 0,-2-1 0,0 1 0,-1-1 0,0-28 0,-3 36-6631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2:31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24575,'45'1'0,"0"3"0,0 1 0,-1 2 0,0 2 0,0 2 0,58 23 0,-57-16 0,46 15 0,-82-30 0,1-1 0,-1 0 0,1-1 0,0 0 0,0 0 0,0-1 0,14-2 0,-23 2-54,0 0-1,0 0 0,0 0 1,0-1-1,0 1 1,0 0-1,0-1 0,0 1 1,0-1-1,0 1 1,-1-1-1,1 1 0,0-1 1,0 1-1,0-1 0,-1 0 1,1 0-1,0 1 1,-1-1-1,1 0 0,-1 0 1,1 0-1,-1 0 1,1-1-1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2:32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1 24575,'-10'70'0,"-1"22"0,-37 149 0,37-196 0,-102 403 0,-58 291 0,100-4 0,64 419 0,24-937 0,-10-148 0,-4-35 0,5 78 0,-8-64 0,3 0 0,1 0 0,13 59 0,-16-104 0,1 1 0,-1-1 0,0 1 0,1-1 0,0 0 0,0 0 0,0 1 0,0-1 0,0 0 0,1-1 0,-1 1 0,1 0 0,0-1 0,0 0 0,0 1 0,3 1 0,8 3 0,-1 0 0,27 9 0,-20-8 0,431 140 322,10-31-1061,-306-79-209,-46-11-5878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2:35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 24575,'0'-1'0,"0"1"0,0-1 0,0 0 0,0 0 0,0 0 0,0 1 0,1-1 0,-1 0 0,0 0 0,0 0 0,0 1 0,1-1 0,-1 0 0,1 0 0,-1 1 0,0-1 0,1 0 0,-1 1 0,1-1 0,-1 1 0,1-1 0,0 1 0,-1-1 0,1 1 0,0-1 0,-1 1 0,1-1 0,0 1 0,-1 0 0,1-1 0,0 1 0,0 0 0,0 0 0,-1-1 0,3 1 0,2 0 0,0 0 0,0 0 0,0 1 0,-1 0 0,7 1 0,-4-1 0,38 10 0,0 1 0,-1 2 0,62 29 0,118 79 0,-151-76 0,-3 4 0,-2 3 0,-2 3 0,-3 3 0,-3 2 0,-2 3 0,-3 3 0,63 98 0,74 166 0,-19 10 0,-116-226 0,82 194 0,-113-238 0,-3 2 0,20 108 0,-15-22 0,36 226 0,-29 4 0,-47 288-270,-6-473 135,-58 260 0,55-372 135,-3-2 0,-5-1 0,-43 91 0,47-128 0,-2-2 0,-2-1 0,-2-1 0,-2-2 0,-3-1 0,-53 53 0,20-36 135,-124 89 0,-90 33 135,232-151-137,7-3-632,-2-3-1,-59 26 1,89-47-6327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2:36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24575,'2'1'0,"-1"-1"0,0 0 0,0 1 0,1-1 0,-1 0 0,0 1 0,0 0 0,0-1 0,0 1 0,0 0 0,0-1 0,0 1 0,0 0 0,0 0 0,0 0 0,0 0 0,-1 0 0,2 2 0,4 4 0,73 93 0,-49-59 0,90 121 0,64 86-585,71 97-1756,64 96 868,51 92-2077,36 82 2019,975 1719-3393,-184 99 4759,-1087-2181 829,-1 3 2377,-91-212-368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2:38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24575,'0'1'0,"0"-1"0,1 1 0,-1 0 0,0-1 0,1 1 0,-1-1 0,0 1 0,1 0 0,-1-1 0,1 1 0,-1-1 0,1 1 0,-1-1 0,1 1 0,0-1 0,-1 0 0,1 1 0,-1-1 0,1 0 0,0 1 0,-1-1 0,2 0 0,21 7 0,-17-5 0,537 111-372,-276-73-1118,58 0 583,1194 72-2394,13-81 802,921-37 198,-154-75 1892,-1080 20 4576,-354 30-4455,-843 30 8,1 0-190,32-5 1,-49 3 1246,-16 1-1126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6:38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6:42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24575,'-2'0'0,"-1"2"0,9 3 0,8 2 0,23 2 0,39 7 0,64 4 0,80 3 0,86 3-2913,67 0 2913,29 0 0,-10-1 0,-40-4 0,-61-6 0,-67-5 0,-71-5-5278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6:55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1 143 24575,'62'-1'0,"208"-3"0,18 1-712,118-5-2138,93 0 1451,359-4-1937,945-21 1425,-1108 5 1259,235-6 854,559 23 781,-1333 11 501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09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24575,'-2'2'0,"5"0"0,14 1 0,10-1 0,15-1 0,27 0 0,42 0 0,46-1 0,43 0 0,32 0 0,11 4 0,-3 3 0,-21 4-1297,-36 3 1297,-39 1 0,-44-3-6894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6:51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24575,'737'1'-439,"808"-3"-928,-1360-2 303,-143 1-4257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6:54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24575,'1'1'0,"-1"-1"0,0 1 0,0 0 0,1 0 0,-1 0 0,0-1 0,1 1 0,-1 0 0,1-1 0,-1 1 0,1 0 0,0-1 0,-1 1 0,1 0 0,-1-1 0,1 1 0,0-1 0,0 1 0,-1-1 0,1 0 0,0 1 0,0-1 0,0 0 0,-1 1 0,2-1 0,26 7 0,-22-6 0,122 16 0,512 26-673,-141-11 211,452 7 462,-535-41-230,-359 2-6596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10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807 1437 24575,'0'-2'0,"0"0"0,-1 1 0,1-1 0,-1 1 0,1-1 0,-1 1 0,1-1 0,-1 1 0,0-1 0,0 1 0,1-1 0,-1 1 0,0 0 0,0 0 0,-1-1 0,1 1 0,0 0 0,-2-1 0,-31-19 0,18 12 0,-272-177 0,209 129 0,-109-101 0,165 135 0,1 0 0,2-1 0,0-1 0,1-1 0,-24-43 0,37 57 0,0 0 0,1 0 0,1 0 0,-1-1 0,2 1 0,0-1 0,0 0 0,2 0 0,-1 0 0,2 0 0,-1-1 0,2 1 0,0 0 0,0 0 0,2 0 0,3-15 0,1 11 0,0 0 0,1 1 0,1 0 0,0 0 0,2 1 0,-1 0 0,2 1 0,0 0 0,0 1 0,18-14 0,2 1 0,1 1 0,1 2 0,57-30 0,-17 19-53,1 3-1,1 3 0,2 3 1,0 4-1,86-11 1,407-24-1018,302 34-1629,6 29 3067,-422-2-665,48-4 30,631 18-136,-1121-19 404,280 21 0,-223-12 0,-1 2 0,72 22 0,-118-24 248,-1 0 0,0 1-1,-1 2 1,0 0 0,-1 1 0,40 33 0,105 112 2256,-122-112-2214,-20-21-201,22 22-63,-1 2-1,61 86 1,-105-133-26,0 1 0,0 0 0,0 0 0,-1 0 0,1 0 0,-1 0 0,0 0 0,0 0 0,0 0 0,0 0 0,-1 1 0,1-1 0,-1 0 0,0 1 0,0-1 0,0 0 0,0 1 0,-2 4 0,0-4 0,0 1 0,0-1 0,0 0 0,-1 0 0,1 0 0,-1 0 0,0-1 0,0 1 0,-1-1 0,1 1 0,-1-1 0,-4 3 0,-15 10 0,0-1 0,-1 0 0,0-2 0,-27 10 0,-108 34 0,140-51 0,-776 220-586,-14-43-1,447-111 587,-625 42 0,184-104 943,569-12-2078,209 2-5691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31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1303 798 24575,'-26'0'0,"1"1"0,-1 2 0,0 0 0,0 2 0,-42 13 0,-639 270 0,527-196 0,146-71 0,1 0 0,0 3 0,-30 27 0,58-45 0,0 0 0,0 0 0,0 0 0,0 0 0,1 1 0,0 0 0,1 0 0,0 0 0,0 0 0,0 1 0,1-1 0,0 1 0,-2 13 0,3-8 0,0 0 0,0 0 0,2 0 0,0 1 0,0-1 0,1 0 0,5 18 0,-4-23 0,0 0 0,0 0 0,1-1 0,-1 0 0,2 1 0,-1-1 0,1-1 0,0 1 0,8 8 0,-2-5 0,0 0 0,1 0 0,0-1 0,22 12 0,0-5 0,0 0 0,1-3 0,50 14 0,85 12-380,205 19-1,-302-48 251,938 97-773,-281-35 124,-4 32 416,-451-54-212,293 50-2590,5-32 1072,-80-48 1486,559-48 0,489-121-1107,-1196 111 1447,164-17 135,1704-210 699,-1933 222 2113,360-90-1874,-613 125-527,44-14 240,-64 19-113,0 0 0,-1 0 0,1-1 0,-1 0-1,0 0 1,0 0 0,8-8 0,-12 10-152,0-1 0,-1 0 0,1 0 0,-1 0 0,1 0 0,-1 0 1,0 0-1,0-1 0,-1 1 0,1 0 0,-1-1 0,1-4 0,3-15 441,5-3-695,1 2 0,22-39 0,-17 34 0,15-38 0,-14 22 0,-1-1 0,-3 0 0,-2 0 0,7-79 0,-16 119 0,-1 1 0,0-1 0,0 0 0,-1 0 0,1 1 0,-1-1 0,-1 0 0,1 1 0,-1-1 0,0 1 0,0-1 0,0 1 0,-1 0 0,0 0 0,0 0 0,0 0 0,-1 1 0,0-1 0,0 1 0,0 0 0,0 0 0,0 0 0,-1 1 0,-7-5 0,-15-10 0,0 2 0,-1 0 0,-38-13 0,-99-29 0,152 54 0,-538-141-1950,-19 34-733,-1801-215-1307,346 168 1763,1078 133 3204,6 29 826,919-4-1842,-1253 93 2277,58 78-2238,943-128 2436,-462 134 0,691-163-2214,1 2-1,-73 37 0,104-46-195,0 1 0,0 0 0,1 2-1,0-1 1,0 1 0,1 1 0,1 0-1,-1 0 1,2 1 0,0 1 0,0-1-1,-9 20 1,3 2-26,2 0 0,1 1 0,-14 65 0,25-94-170,0 0-1,1 0 0,-1 0 1,1 0-1,0 0 0,1 0 1,1 11-1,1-8-6655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32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1 203 24575,'25'-1'0,"45"-7"0,-9 0 0,737-37-1789,9 37-526,-621 8 2189,335-1 126,83 1-897,83-1-2691,75-3 2090,2204-66-3333,-1582 30 4589,-1012 31-52,-123 4 1464,-89 3 5049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33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24575,'431'-12'68,"-151"1"-461,1982-4-7248,-1614 17 6402,-90-2-999,-59 0 1678,-86 1 562,-99-1 7,42 0 322,-264 0 1128,-71 0 7140,1 0-7111,-13 0-2738,5 0-5576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36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2170 1242 24575,'-244'13'0,"79"-1"0,94-8 0,-881 25 0,905-29 0,-82-11 0,108 7 0,-1-1 0,2 0 0,-1-2 0,1 0 0,0-1 0,-21-13 0,-257-165 0,290 180 0,0-1 0,1 0 0,0 0 0,0-1 0,1 0 0,0 0 0,0-1 0,1 0 0,0 1 0,0-2 0,1 1 0,0-1 0,1 1 0,-4-21 0,2 1 0,1-1 0,2 0 0,3-55 0,0 70 0,1 0 0,1-1 0,0 1 0,0 0 0,2 0 0,0 1 0,13-27 0,-7 21 0,1 1 0,0 0 0,2 0 0,27-27 0,-3 9 0,2 2 0,2 2 0,83-49 0,-57 43 0,1 2 0,2 4 0,1 3 0,132-36 0,-113 45 0,1 4 0,0 4 0,157-2 0,-143 15 0,1 5 0,203 36 0,-289-37 0,0 2 0,0 1 0,-1 0 0,31 17 0,-39-18 0,-1 1 0,0 1 0,0 0 0,-1 0 0,0 1 0,-1 0 0,0 1 0,13 17 0,-18-21 0,-1 0 0,0 0 0,-1 0 0,1 0 0,-1 1 0,0-1 0,-1 1 0,0 0 0,0-1 0,0 1 0,-1 0 0,0-1 0,0 1 0,-1 0 0,1 0 0,-2-1 0,1 1 0,-1-1 0,-4 11 0,-3 8 0,-2 0 0,-1-1 0,-23 34 0,-5 2 0,-3-2 0,-3-2 0,-2-3 0,-102 90 0,26-43 0,-155 95 0,-30-8-426,258-157-513,-36 21-5887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36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1397 1190 24575,'-83'21'-3934,"-168"35"5328,-80-13-31,239-38-775,-149-9 1,203 0-589,0-1 0,1-1 0,-39-13 0,61 14 0,0 0 0,1-1 0,-1 0 0,1-1 0,1-1 0,-1-1 0,1 1 0,1-2 0,0 0 0,-12-12 0,19 16 0,-1-1 0,2 1 0,-1-1 0,1 0 0,0-1 0,0 1 0,1-1 0,0 1 0,1-1 0,-1 0 0,1 0 0,1 0 0,0 0 0,0-1 0,0 1 0,1 0 0,0 0 0,1 0 0,0-1 0,2-8 0,2-1 0,0-1 0,2 1 0,0 0 0,1 1 0,0 0 0,2 0 0,21-29 0,-8 16 0,2 1 0,48-43 0,-25 31-240,101-65-1,136-47-1682,-115 79 669,223-64 0,194-2-532,-231 92 1786,-57 39-206,-251 11 20,-1 2 1,0 2 0,0 3 0,70 21-1,-92-21 136,1 1-1,-2 1 0,1 1 0,-2 1 1,0 2-1,0 0 0,-1 1 0,-1 1 1,20 22-1,-15-10 24,-2 1 0,-1 1 0,-1 1 0,-2 1 0,-1 1 0,-2 1 0,24 68 0,-24-48 384,-2 0-1,-3 0 1,-2 1 0,5 96 0,-14-131 105,-1 0-1,-1 0 1,-1 0-1,-1 0 1,-10 38-1,10-48-236,-1-1-1,-1 1 1,1-1 0,-2 0-1,0-1 1,0 1-1,0-1 1,-1 0-1,-1 0 1,0-1-1,0 0 1,-13 10-1,-3-1-97,-2-1 0,0-2 0,-1 0 0,0-1 1,-38 11-1,-5-3 32,-74 13 1,-135 2-1525,150-27-5461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37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24575,'3'6'0,"1"0"0,-1 0 0,1 0 0,1-1 0,-1 0 0,1 1 0,6 4 0,7 8 0,299 258 0,42 2-1322,153 95-3967,131 75 3456,927 593-1759,211 145-94,-1406-923 3679,-123-78 1246,-21-1-410,-203-159 2250,-43-39-688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37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4055 1 24575,'-14'12'0,"-23"18"0,-28 27 0,-33 34 0,-45 39 0,-69 57 0,-78 58-4615,-80 51 4615,-65 32-3768,-39 10 3768,-2-10 0,39-36 0,67-52-2480,80-58 2480,80-55-809,76-48 4290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39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2408 1785 24575,'-4'-2'0,"0"1"0,0-1 0,0 1 0,0 0 0,-1 0 0,1 0 0,0 1 0,-1 0 0,1-1 0,-6 2 0,-45 9 0,26-4 0,-123 13 0,-711-1-1895,312-44 124,4-53 1058,532 76 708,2 1 33,-1-1 0,1 0 0,0-1 0,0 0 0,0-1 0,0-1 0,-16-9 0,27 13 43,1 1-1,-1 0 0,0-1 0,1 1 0,-1-1 0,1 0 0,-1 0 0,1 1 0,0-1 0,0 0 0,0 0 0,0 0 0,0 0 0,0 0 0,1 0 0,-1 0 1,0-1-1,1 1 0,0 0 0,0 0 0,-1 0 0,1-1 0,0 1 0,1 0 0,-1 0 0,0 0 0,2-4 0,1-4 220,1 1 0,0-1-1,0 1 1,11-16 0,-12 21-299,41-64 291,4 1 1,97-103-1,141-96-624,-107 126 25,7 8 0,5 8 0,398-189 0,-212 160 317,-268 117 0,170-33 0,-243 63 0,0 1 0,0 2 0,0 1 0,0 2 0,0 2 0,0 1 0,0 2 0,-1 1 0,1 2 0,-1 1 0,48 20 0,2 8 305,-2 4-1,-1 3 0,-3 3 0,107 85 0,-166-116-304,0 1 0,-1 2 0,27 33 0,-37-40 0,-1 1 0,0-1 0,-1 1 0,0 1 0,-1-1 0,-1 1 0,8 28 0,-8-8 0,0 0 0,-2 0 0,-2 0 0,0 0 0,-3 0 0,-1 0 0,-1 0 0,-2-1 0,-1 0 0,-21 56 0,11-45 0,-1-1 0,-3-1 0,-2 0 0,-1-2 0,-2-1 0,-1-1 0,-42 43 0,31-43-55,-1-2-1,-2-2 1,-1-2-1,-2-2 1,-1-1-1,-1-3 1,-2-2-1,-70 27 1,3-12-255,-1-5 1,-193 31 0,-388 11-1056,517-66-4034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48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24575,'4'4'0,"1"-1"0,0 1 0,-1-1 0,1 0 0,1 0 0,-1-1 0,7 3 0,7 3 0,205 83 0,12-9 0,118 29-826,125 25-2480,121 17 1622,96 10-1743,1508 277 654,21-58-377,-325-59 1933,-1237-201 1217,-88-7 110,-104-10 333,-102-13-64,-90-16 695,90 42 1904,-221-69 2764,-134-45-4023,-7-3-5972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49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10582 0 24575,'-17'1'0,"1"1"0,0 0 0,0 1 0,0 1 0,-29 11 0,7-3 0,-118 38 0,-89 31 0,-107 35-862,-114 35-2587,-113 31 1741,-93 20-1672,-2319 575-2586,-50-166 5582,2652-545 757,60-12 610,191-32-879,-356 61 1203,12 17 3717,399-79-5257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49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24575,'2'4'0,"12"9"0,38 18 0,71 34 0,112 41 0,147 49 0,155 43-8165,146 37 8165,118 27-2963,67 14 2963,17 5-3097,-35-6 3097,-95-26-2072,-140-40 2072,-152-46 487,-150-49-487,-127-43 7619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50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4340 0 24575,'-8'4'-5658,"-22"17"5658,-32 31 2601,-47 44-2601,-65 56 0,-69 60-3432,-68 49 3432,-61 29 0,-39 9 0,-21-5-2588,1-21 2588,23-33 0,35-39 235,49-44-235,53-41 0,49-38 0,64-33 651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7:53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1713 13 24575,'-1'-1'0,"1"0"0,-1 0 0,1 1 0,-1-1 0,0 0 0,1 1 0,-1-1 0,0 0 0,1 1 0,-1-1 0,0 1 0,0-1 0,1 1 0,-1-1 0,0 1 0,0 0 0,0-1 0,0 1 0,1 0 0,-1 0 0,0 0 0,0-1 0,0 1 0,0 0 0,0 0 0,-1 1 0,-27-2 0,22 2 0,-1 0 0,1 1 0,-1 0 0,1 0 0,0 1 0,0-1 0,0 2 0,0-1 0,0 1 0,1 0 0,-1 0 0,1 1 0,0 0 0,-5 6 0,-12 13 0,1 0 0,-19 28 0,20-24 0,-19 23 0,-54 66 0,-85 143 0,155-219 0,2 0 0,1 2 0,3 0 0,1 1 0,2 1 0,2 0 0,-12 87 0,17-38 0,9 148 0,26 95 0,0-20 0,-22-198 0,-5 1 0,-25 192 0,15-249 0,-3 0 0,-2-2 0,-3 1 0,-3-2 0,-2-1 0,-51 93 0,59-126 0,-1-1 0,-1 0 0,-40 44 0,50-62 0,0 0 0,0-1 0,-1 0 0,0 0 0,0 0 0,-1-1 0,1-1 0,-1 1 0,0-1 0,-1-1 0,1 1 0,0-2 0,-1 1 0,0-1 0,1-1 0,-11 1 0,-3-3 0,1-1 0,0 0 0,1-2 0,-30-8 0,-83-32 0,110 35 0,-47-19 0,35 14 0,0 0 0,-62-13 0,97 27 0,0-1 0,0 1 0,-1 0 0,1 0 0,0 0 0,-1 0 0,1 0 0,0 0 0,-1 0 0,1 0 0,0 0 0,-1 1 0,1-1 0,0 0 0,0 1 0,-1 0 0,-1 0 0,2 0 0,1 0 0,-1 0 0,1-1 0,-1 1 0,1 0 0,-1 0 0,1 0 0,-1 0 0,1 0 0,0-1 0,-1 1 0,1 0 0,0 0 0,0 0 0,0 0 0,0 0 0,0 0 0,0 2 0,1 5 0,0-1 0,1 1 0,0-1 0,0 0 0,4 8 0,-3-8 0,116 266 0,18 49 0,-95-191 0,-6 1 0,38 271 0,-21 280 0,-7-61 0,-37-547 0,4 0 0,2 0 0,4-2 0,4 0 0,2-1 0,3-2 0,54 96 0,-18-62-225,4-4 0,5-3 0,121 127 0,287 228-1112,208 104-310,-654-531-2660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38:01.9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1 106,'11'-4,"1"-1,0 2,1 0,-1 0,0 1,23-1,-7 1,243-20,114-14,-293 25,151-1,148 38,-110-6,-4-8,-174-9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38:03.5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1 140,'1028'-39,"-12"-53,-954 86,70 3,-124 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38:13.0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0,'765'35,"-421"-12,634 41,-449-55,-353-11,86 1,341 2,-300 17,47 0,-200-20,-133 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38:29.5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1,'314'17,"-174"-6,508 43,5 37,-90 14,480 78,-869-156,-1 0,225 8,-153-29,328-4,-570-1,-1-1,0 0,0-1,0 1,0 0,0-1,1 1,-1-1,0 1,0-1,0 0,0 0,-1 0,1 0,0 0,0 0,0-1,1-1,-1 1,-1-1,0 1,0-1,0 1,0-1,-1 1,1-1,-1 1,1-1,-1 1,0-1,0 0,0 1,-1-4,0-14,-2 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38:40.6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62,'0'1,"1"1,-1-1,1 1,0-1,-1 0,1 1,0-1,0 0,0 1,0-1,0 0,0 0,0 0,0 0,1 0,-1 0,0 0,1 0,-1-1,1 1,-1 0,4 0,35 12,3-6,1-1,1-2,54-3,-77-1,786-35,-598 20,754-39,10 39,-690 41,-81-4,729-6,-739-17,-115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38:41.4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1,'57'11,"349"1,-282-12,135 1,58-2,62-2,57-3,-248 4,1458-9,-5 50,-1356-23,37 16,-314-31,5 0,-1 1,0 0,0 1,0 0,0 1,-1 0,1 1,12 7,-17-9,0-1,0 0,0 0,0-1,0 0,1 0,13-1,-8 1,109 9,135 28,-17 8,-153-29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8:46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687 922 24575,'23'-11'0,"0"2"0,1 1 0,0 1 0,45-7 0,101-2 0,-105 12 0,732-29 0,5 29 0,-755 5 0,630-38 0,-636 33 0,0-1 0,0-3 0,-1-1 0,52-20 0,-69 20 0,-1 0 0,0-2 0,-1-1 0,0 0 0,-1-2 0,-1 0 0,0-1 0,29-31 0,-43 41 0,0 0 0,-1 0 0,0 0 0,0-1 0,0 0 0,-1 0 0,0 0 0,0 0 0,0 0 0,-1 0 0,0-1 0,0 0 0,-1 1 0,0-1 0,0 0 0,0 1 0,-1-1 0,0 0 0,0 0 0,-1 0 0,0 1 0,0-1 0,-1 0 0,1 1 0,-1-1 0,-1 1 0,1 0 0,-1-1 0,0 1 0,-1 1 0,-6-10 0,-9-10 0,0 1 0,-2 1 0,-1 1 0,0 1 0,-2 1 0,0 1 0,-42-24 0,29 22 0,-2 2 0,0 2 0,-1 2 0,-73-19 0,35 18 0,-138-12 0,-76 18 0,-120 8-162,-90-1-231,-932-9 282,1379 12 111,-8 0 0,0 2 0,-77 13 0,132-14-3,-1 1-1,1 0 1,0 1-1,0-1 1,0 2-1,1-1 0,-1 1 1,1 0-1,-1 1 1,1-1-1,-6 7 1,8-6 45,0 0 1,1 0 0,0 1-1,0-1 1,0 1 0,1 0-1,-1 0 1,2 1 0,-1-1 0,1 0-1,-1 1 1,2 0 0,-3 11-1,1 18-9,1 0 0,2 0 0,5 43 0,0 16-54,-5-93 21,0 0 0,0 0 0,0 0 0,0 0 0,0-1 0,0 1 0,1 0 0,-1 0 0,1 0 0,-1 0 0,1 0 0,0-1 0,-1 1 0,1 0 0,0-1 0,0 1 0,2 2 0,0-2 0,0-1 0,0 0 0,0 1 0,0-1 0,0 0 0,0-1 0,0 1 0,0-1 0,0 1 0,0-1 0,5 0 0,138 4 0,4-3-1365,14 0-5461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8:47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1339 781 24575,'0'1'0,"-1"0"0,0 0 0,1 0 0,-1-1 0,0 1 0,0 0 0,1-1 0,-1 1 0,0 0 0,0-1 0,0 1 0,0-1 0,0 1 0,0-1 0,0 0 0,0 0 0,0 1 0,0-1 0,0 0 0,0 0 0,-2 0 0,0 1 0,-37 5 0,0-2 0,-81-1 0,65-4 0,4 2 0,-319-3 0,3-30 0,342 29 0,0-2 0,1 0 0,0-2 0,0-1 0,1 0 0,0-2 0,-26-15 0,46 23 0,0-1 0,1 1 0,0-1 0,-1 0 0,1 0 0,0 0 0,0-1 0,0 1 0,-4-8 0,6 10 0,1-1 0,-1 1 0,1-1 0,-1 0 0,1 1 0,-1-1 0,1 0 0,0 1 0,0-1 0,0 0 0,0 0 0,0 1 0,0-1 0,1 0 0,-1 1 0,0-1 0,1 0 0,-1 1 0,1-1 0,0 0 0,-1 1 0,1-1 0,0 1 0,0 0 0,0-1 0,0 1 0,0 0 0,3-3 0,7-6 0,1 1 0,0 0 0,0 1 0,1 0 0,0 1 0,23-9 0,-29 13 0,76-32 60,118-35-1,96-7-477,-250 65 234,1523-293-2234,-1086 259 1833,-475 46 582,7-1-25,0 1-1,0 1 1,29 4-1,-41-4 56,-1 0-1,1 0 1,-1 0 0,1 1-1,-1-1 1,1 1-1,-1 0 1,0 0-1,0 0 1,0 0-1,0 0 1,0 1-1,0-1 1,-1 1-1,1 0 1,-1 0-1,0 0 1,0 0-1,0 0 1,0 0-1,1 4 1,6 21 577,-1 0 0,-2 0 0,-1 1-1,2 37 1,-7-58-604,1 0 0,-1 0 0,-1 0 0,1 0 0,-2 0 0,1 0 0,-1 0 0,0 0 0,0-1 0,-1 1 0,0-1 0,-1 1 0,1-1 0,-1 0 0,-1 0 0,1-1 0,-1 1 0,-1-1 0,1 0 0,-1-1 0,0 1 0,0-1 0,-9 6 0,-14 9 0,-1-2 0,-1-1 0,0-1 0,-42 14 0,-140 39 0,192-63 0,-151 40-682,-286 39-1,403-79-6143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8:48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1774 127 24575,'-4'-7'0,"-1"0"0,0 0 0,0 0 0,-1 1 0,0 0 0,0 0 0,0 0 0,-1 1 0,0 0 0,0 0 0,0 1 0,0 0 0,-1 0 0,1 0 0,-14-3 0,-7-2 0,-1 2 0,0 1 0,-31-3 0,33 6 0,1 1 0,-1 1 0,0 1 0,-48 8 0,55-4 0,0 0 0,1 2 0,0 0 0,0 1 0,0 1 0,1 1 0,-19 12 0,6 1 0,1 1 0,1 2 0,0 0 0,2 2 0,2 1 0,-38 51 0,22-18 0,2 2 0,-44 99 0,48-79 0,-36 126 0,-4 91 0,42-162 0,-19 44 0,42-156 0,0-1 0,-2 0 0,0-1 0,-30 42 0,39-62 0,1-1 0,-1 0 0,0 0 0,0 0 0,0 0 0,0-1 0,0 1 0,0-1 0,-1 0 0,0 0 0,1 0 0,-7 2 0,4-2 0,-1-1 0,1 0 0,-1 0 0,1-1 0,-1 0 0,1 0 0,-8-2 0,-32-5 0,0-2 0,-89-30 0,109 31 0,21 7-195,0-1 0,0 0 0,-1 0 0,1-1 0,1 1 0,-8-6 0,1-2-6631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8:48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24575,'4'0'0,"3"0"0,5 0 0,2 0 0,0 0 0,3 0 0,1 0 0,4 0 0,9 0 0,6 0 0,7 0 0,4 0 0,0 0 0,-5 0 0,-5 0 0,-7 0 0,-7 0 0,-8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8:49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514 123 24575,'-62'18'0,"35"-12"0,1 2 0,-31 14 0,25-7 0,0 2 0,1 1 0,1 1 0,-38 32 0,54-38 0,0 0 0,1 1 0,0 0 0,1 1 0,1 1 0,1 0 0,0 0 0,1 1 0,-14 34 0,19-39 0,0 0 0,1 1 0,0-1 0,1 1 0,0 0 0,1 0 0,0 22 0,1-32 0,1 1 0,-1 0 0,1 0 0,0 0 0,0-1 0,0 1 0,1 0 0,-1-1 0,1 1 0,0-1 0,-1 0 0,2 1 0,-1-1 0,0 0 0,1 0 0,-1 0 0,1-1 0,0 1 0,0-1 0,0 1 0,0-1 0,0 0 0,1 0 0,-1 0 0,1-1 0,-1 1 0,1-1 0,0 0 0,6 1 0,2 0 0,1-1 0,-1 0 0,0-1 0,0-1 0,0 0 0,0-1 0,0 0 0,0 0 0,-1-1 0,1-1 0,-1 0 0,0-1 0,0 0 0,0-1 0,0 0 0,10-8 0,-4 2 0,0-1 0,-1-1 0,0 0 0,-1-1 0,-1-1 0,-1 0 0,0-1 0,16-27 0,-21 27 0,1 0 0,-2-1 0,0 0 0,-2-1 0,0 1 0,0-1 0,-2 0 0,-1 0 0,0 0 0,-1 0 0,-1-1 0,-1 1 0,0 0 0,-2 0 0,0 0 0,-12-35 0,13 48 19,-1 1 0,0-1 0,0 1 0,-1 0 0,1 0 0,-1 0 0,-1 1 0,1-1 0,0 1 0,-1 0 0,0 0 0,0 1 0,0-1 0,0 1 0,-1 0 0,-7-2 0,-11-4-275,0 0 0,-42-7 0,33 9-664,4 0-5906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8:49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 24575,'0'9'0,"-4"153"0,1-132 0,-1 1 0,-2-1 0,-11 38 0,-34 85 0,-24 78 0,65-201 0,9-28 0,2-7 0,4-7 0,-1 0 0,10-17 0,17-20 0,3 1 0,2 2 0,2 1 0,84-76 0,-116 114 0,1 1 0,0 0 0,0 0 0,0 0 0,1 1 0,0 0 0,0 1 0,0 0 0,1 0 0,-1 0 0,1 1 0,0 1 0,12-3 0,12 3 0,1 1 0,-1 1 0,0 2 0,39 7 0,129 34 0,-105-13-1365,-66-18-5461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8:53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24575,'124'-8'0,"-41"1"0,1279 13-1890,-7 109-1,-1069-85 1891,390 58 0,-665-86 569,0 1 0,0 1 0,-1-1 0,18 10 0,4 2 367,43 12-2301,-45-17-5461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8:55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24575,'0'1'0,"-1"-1"0,1 0 0,0 1 0,0-1 0,0 1 0,-1-1 0,1 1 0,0-1 0,0 0 0,0 1 0,0-1 0,0 1 0,0-1 0,0 1 0,0-1 0,0 1 0,0-1 0,0 1 0,0-1 0,1 0 0,-1 1 0,0-1 0,0 1 0,0-1 0,1 1 0,-1-1 0,0 0 0,0 1 0,1-1 0,-1 0 0,0 1 0,1-1 0,-1 0 0,0 1 0,1-1 0,-1 0 0,0 0 0,1 1 0,-1-1 0,1 0 0,-1 0 0,1 0 0,-1 0 0,0 0 0,1 1 0,0-1 0,24 9 0,19 0 0,1-2 0,86 2 0,-74-6 0,955 15-871,-824-18 810,938-26 61,140 3-1210,-1213 23-4839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8:57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0 381 24575,'2'0'0,"5"0"0,8-2 0,25-2 0,40-9 0,62-8 0,87-15 0,79-10-3580,57-6 3580,11-2 0,-25 7 0,-50 7-2245,-66 10 2245,-66 10-301,-59 9 301,-47 6-2065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9:07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24575,'982'28'-1136,"577"43"-1167,-1170-56 2036,-239-7 2120,199 36 0,-181-20-1853,233 3 0,411-23 0,-632-13-1365,-117 4-5461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9:08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24575,'2209'119'-2967,"-1390"-13"1525,-727-94 1434,244 13 2446,-3-27-525,-190-1-3212,-118 3-5527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9:09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24575,'0'0'0,"0"0"0,0 0 0,1 0 0,-1 1 0,0-1 0,0 0 0,0 0 0,0 0 0,0 0 0,0 0 0,0 0 0,0 0 0,0 0 0,0 0 0,0 0 0,0 1 0,0-1 0,0 0 0,0 0 0,0 0 0,0 0 0,0 0 0,0 0 0,0 0 0,0 0 0,0 0 0,0 0 0,-1 1 0,1-1 0,0 0 0,0 0 0,0 0 0,0 0 0,0 0 0,0 0 0,0 0 0,0 0 0,0 0 0,0 0 0,0 0 0,0 0 0,0 0 0,0 0 0,-1 0 0,1 0 0,0 0 0,0 0 0,0 0 0,0 0 0,0 0 0,0 0 0,9 4 0,23 0 0,35-1 0,-4-1 0,652 30 0,-85-33-1365,-613 1-5461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3:53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1027 24575,'4'21'0,"0"1"0,-1 0 0,-2 0 0,0 1 0,-3 24 0,2-41 0,0-5 0,0 1 0,0 0 0,0-1 0,0 1 0,0-1 0,-1 1 0,1 0 0,0-1 0,-1 1 0,1-1 0,-1 1 0,0-1 0,1 1 0,-1-1 0,0 0 0,0 1 0,0-1 0,0 0 0,0 0 0,0 0 0,0 1 0,-1-1 0,1 0 0,0-1 0,-1 1 0,1 0 0,0 0 0,-1 0 0,1-1 0,-3 1 0,0 0 0,-1 0 0,1-1 0,-1 0 0,0 0 0,1 0 0,-1-1 0,1 0 0,0 1 0,-1-2 0,-4 0 0,2-1 0,-1 0 0,1-1 0,0 0 0,0 0 0,0-1 0,0 1 0,1-1 0,-1-1 0,1 1 0,1-1 0,-1 0 0,1-1 0,-5-7 0,-7-12 0,1-1 0,-12-32 0,19 41 0,-7-15 0,2-1 0,1 0 0,2-1 0,1 0 0,1-1 0,-3-42 0,5 0 0,5-98 0,3 162 0,1 0 0,1 1 0,0 0 0,1-1 0,0 1 0,1 0 0,0 1 0,1-1 0,0 1 0,1 0 0,1 1 0,0 0 0,0 0 0,1 0 0,16-14 0,12-7 0,2 0 0,80-48 0,-103 70 0,18-13 0,2 0 0,0 1 0,44-19 0,-77 40 0,0 0 0,1 0 0,-1 1 0,1-1 0,-1 1 0,1-1 0,-1 1 0,1 0 0,-1 1 0,1-1 0,-1 1 0,0-1 0,1 1 0,-1 0 0,1 0 0,-1 0 0,0 1 0,0-1 0,0 1 0,0 0 0,0 0 0,0 0 0,0 0 0,-1 0 0,1 1 0,-1-1 0,1 1 0,1 2 0,3 4 0,0 0 0,-1 0 0,0 1 0,-1 0 0,0 0 0,-1 0 0,7 21 0,-3 11 0,-1 2 0,-2-1 0,-3 82 0,-1-77 0,0 32 0,-5 304 0,2-362 0,0 0 0,-2 0 0,0 0 0,-1-1 0,-2 0 0,-10 25 0,9-29 0,0-1 0,-2-1 0,1 1 0,-2-1 0,0-1 0,-1 0 0,-24 21 0,21-22 0,0 0 0,-1-1 0,0-1 0,-19 9 0,27-15 0,-1-2 0,0 1 0,0-1 0,0 0 0,0-1 0,0 0 0,0-1 0,-1 0 0,1 0 0,-15-1 0,-47-4-1365,59 4-5461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3:48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24575,'2'0'0,"4"0"0,14 2 0,35 5 0,59 6 0,88 12 0,84 9 0,64 9-3310,25 5 3310,-15-4 0,-41-5 0,-59-10-2188,-64-9 2188,-66-8-2693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3:48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24575,'10'0'0,"9"0"0,19 0 0,47 0 0,74 0 0,108 0 0,112 0-5149,90 0 5149,38 0-3050,-24 2 3050,-69 1 0,-107-1 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3:56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24575,'266'9'0,"-56"0"0,1572-11-864,-1758 1 864,17 0 0,53-7 0,-74 2-1221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3:58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1 511 24575,'169'10'0,"-63"-2"0,947 10 0,-952-23 0,136-24 0,93-37 0,-90 16 0,418-40 0,1297 25-1827,-1635 48 2816,-36 0-151,305 48-838,-382-14 0,178 2 0,456-36 0,-281-12 0,1 0 0,-241-3 0,-4 0 0,20 11-137,559-44-479,-488 23-624,-326 35-4958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3:59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24575,'4'0'0,"13"0"0,9 0 0,19 0 0,37 0 0,60 0 0,69 0 0,57 0-3064,26 0 3064,-6 0 0,-39 0-1521,-63 0-2085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3:59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 24575,'1125'-18'-413,"80"0"-1759,-1176 18-3434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4:00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24575,'6'0'0,"6"0"0,12 0 0,31 0 0,49 0 0,72 0 0,88 0 0,88 0-3082,65 0 3082,27 0-3641,-20 0 3641,-55 0 0,-89 0-1468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4:01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1 172 24575,'2'0'0,"6"0"0,20 0 0,49 0 0,85-2 0,127-6 0,153-8-5535,149-6 5535,102-4-4131,24-2 4131,-66 0-3582,-119 4 3582,-151 7 5057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4:01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24575,'3'1'0,"-1"0"0,0 1 0,0-1 0,0 0 0,1-1 0,-1 1 0,1 0 0,-1-1 0,0 1 0,1-1 0,-1 0 0,1 0 0,-1 0 0,5 0 0,6 0 0,191 2 0,10-2 0,90 1-660,78-1-1980,266 0 1944,791-1-1116,-1024-8 1187,-378 8-1133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4:01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0 180 24575,'6'2'0,"18"1"0,13-1 0,15 0 0,31 0 0,44-1 0,54-1 0,71-2 0,83-6-2941,76-7 2941,57-4 0,24-4 0,-3-4-4157,-47 2 4157,-65 1 0,-82 3-1786,-81 4 1786,-77 6 693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9:56.4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0,'3332'175'0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39:58.3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1 120,'24'-8,"1"2,0 1,28-2,-10 1,996-77,15 78,-630 8,865 15,-1208-15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01.5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0 159,'2'-2,"1"1,-1-1,0 1,1-1,-1 1,1 0,-1 0,4 0,5-3,19-8,1 2,0 1,36-6,100-7,-120 16,511-39,2 24,-490 19,769 4,-778 2,619 31,-656-35,-17-1,0 0,0 1,0 0,0 1,0-1,0 1,0 1,-1-1,1 1,11 5,-6 3,-11-9,1 0,-1 1,1-1,-1 0,1 0,0 0,-1 0,1 0,0-1,-1 1,1 0,0-1,0 1,0-1,0 0,3 1,80 7,-53-3,-22-2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07.0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9,'2'0,"13"0,9 0,23 0,52-2,92 0,109 0,93 0,46 2,-13 6,-53 5,-82 3,-90-1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07.6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1,'2'0,"9"0,22 0,49 0,82 0,102 0,103 0,72 4,13 5,-40 1,-78-1,-90 0,-83-1,-69-3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08.6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0,'162'9,"594"-7,11 1,-713-3,-1 2,0 3,74 16,-52-7,-1-3,82 1,-20-2,5 5,179 14,-55-20,-210-5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18.5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49,'369'0,"415"-1,-191-24,-215 5,-314 18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20.3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1 108,'41'-2,"74"-12,-26 1,821-54,8 55,-589 33,-299-19,-23-2,-1 0,1 0,0 1,0 0,0 0,-1 0,1 1,-1 0,9 4,-9 0,-2 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23.0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1,'2200'0,"-2153"0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25.4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25,'4'0,"7"0,6 0,6-4,6-1,11 0,13 1,12 1,16 1,13 1,7 1,-2 0,-12 0,-16 0,-17 0,-16 0,-11 1,-12-1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26.3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13,'2'0,"3"0,4 0,5 0,8 0,6 0,4-2,1-1,-2 0,-3 1,-4 1,0 0,0 1,5-1,7 1,9 0,5 1,-6-1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27.0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1,'7'0,"18"0,13 0,15 0,26 0,26 0,21 2,5 2,-10 2,-23-2,-26 2,-23-1,-19-2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27.6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0,'99'9,"272"6,-299-9,81 18,-136-18,-17-6,0 1,0-1,1 0,-1 0,0 1,0-1,0 0,0 0,1 1,-1-1,0 0,0 1,0-1,0 0,0 1,0-1,0 0,0 0,0 1,0-1,0 0,0 1,0-1,0 0,0 1,0-1,0 0,0 1,-1-1,1 0,0 0,0 1,0-1,0 0,-1 0,1 1,0-1,0 0,0 0,-1 1,1-1,0 0,0 0,-1 0,1 0,0 0,-1 1,-10 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28.8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901 0,'11'1,"0"0,-1 0,14 4,-1-1,786 106,3-63,-696-43,-180 8,-425 20,-5-26,360-6,-1401-1,1969-17,3 0,-385 12,-42 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30.2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71,'59'-3,"111"-20,-51 5,68 0,1 9,203 16,-328 0,-48-4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34.3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0,'2062'0,"-2026"0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38.6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0 181,'0'-1,"0"0,0 0,1 1,-1-1,0 0,0 1,1-1,-1 0,0 1,1-1,-1 0,0 1,1-1,-1 1,1-1,-1 0,1 1,0 0,-1-1,1 1,-1-1,2 0,19-7,-17 7,101-29,1 5,119-11,526-25,4 56,-712 6,721 4,-750-5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0:50.3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49,'1'-1,"-1"1,0-1,0 0,1 1,-1-1,1 0,-1 1,1-1,-1 1,1-1,-1 1,1-1,-1 1,1-1,0 1,-1-1,1 1,0 0,-1-1,1 1,0 0,1-1,20-5,-19 6,52-10,0 3,107 0,-103 6,900-4,-560 6,299 52,-87-1,-489-48,-84-1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1:39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 3 24575,'-2'-2'0,"-3"1"0,0 3 0,-1 7 0,-2 8 0,-4 11 0,-3 15 0,-1 15 0,-5 21 0,-3 19 0,-3 14 0,0 5 0,1-1 0,2-6 0,3-17 0,6-21 0,5-26 0,4-20-8191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1:40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 24575,'11'-11'0,"0"1"0,0 0 0,1 1 0,1 0 0,0 0 0,0 2 0,0 0 0,1 0 0,0 1 0,0 1 0,22-6 0,8 1 0,82-8 0,-105 16 0,1 2 0,-1 0 0,1 1 0,-1 1 0,42 10 0,-54-9 0,0 0 0,0 1 0,0 0 0,-1 1 0,0 0 0,0 0 0,0 1 0,-1 0 0,0 0 0,0 0 0,0 1 0,-1 0 0,0 1 0,0-1 0,-1 1 0,0 0 0,0 1 0,3 10 0,-4-11 0,-1 0 0,0 1 0,-1 0 0,0 0 0,0-1 0,-1 1 0,0 0 0,-1 0 0,0 1 0,0-1 0,-1 0 0,0 0 0,0 0 0,-1-1 0,0 1 0,-1 0 0,0-1 0,-1 1 0,-6 11 0,1-5 0,-2 0 0,0-1 0,-1-1 0,0 0 0,-1 0 0,-15 11 0,-92 61 0,100-72 0,-95 59 0,-74 52 0,188-123 0,0 0 0,-1 0 0,1-1 0,0 1 0,0 0 0,0 0 0,0 0 0,1 0 0,-1 1 0,0-1 0,0 0 0,1 0 0,-1 0 0,1 1 0,-1-1 0,0 2 0,1-3 0,0 1 0,0 0 0,0-1 0,1 1 0,-1 0 0,0-1 0,0 1 0,0 0 0,1-1 0,-1 1 0,0 0 0,1-1 0,-1 1 0,0-1 0,1 1 0,-1-1 0,1 1 0,-1-1 0,1 1 0,-1-1 0,1 1 0,0-1 0,0 1 0,5 2 0,1 0 0,0 0 0,0-1 0,15 4 0,-20-6 0,417 76-8,-296-57-132,540 77-1818,-579-86-4127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1:40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 24575,'49'29'-3990,"22"6"5461,-17-9-1472,30 16 484,366 200 105,-447-240-578,14 9 148,0-1 0,-2 2 0,1 0 0,15 17 0,-27-25-113,-1 0 0,0 0 0,0 0 0,0 0 0,-1 1 0,0-1 0,1 1 0,-1-1 0,2 9 1,-4-10-35,1 0 1,-1 0 0,0 0-1,0 0 1,0 1 0,0-1-1,-1 0 1,1 0 0,-1 0-1,1 0 1,-1 0 0,0 0 0,-1 0-1,1 0 1,0 0 0,-4 4-1,2-2-11,-1-1 0,0 0 0,0 0 0,0 0 0,0 0 0,-1-1 0,0 1 0,0-1 0,0 0 0,0-1 0,0 1 0,-6 1 0,-11 4 0,-36 7 0,47-12 0,-49 7 0,41-7 0,0 0 0,-35 12 0,53-15 0,1 0 0,-1 0 0,1 0 0,-1 0 0,1 0 0,-1 0 0,1 0 0,-1 0 0,1 0 0,0 0 0,-1 1 0,1-1 0,-1 0 0,1 0 0,-1 1 0,1-1 0,0 0 0,-1 0 0,1 1 0,0-1 0,-1 0 0,1 1 0,0-1 0,0 1 0,-1-1 0,1 0 0,0 1 0,0-1 0,0 1 0,-1-1 0,1 1 0,0-1 0,0 1 0,0-1 0,0 0 0,0 1 0,0-1 0,0 1 0,0-1 0,0 1 0,0-1 0,0 1 0,0-1 0,0 1 0,1-1 0,-1 1 0,0-1 0,0 0 0,0 1 0,1-1 0,-1 1 0,0-1 0,0 0 0,1 1 0,-1-1 0,0 0 0,1 1 0,-1-1 0,1 1 0,31 17 0,-31-17 0,139 64 0,81 41 0,-179-83 0,-1 2 0,-1 2 0,38 33 0,-67-51 0,-1 1 0,0 0 0,-1 1 0,0 0 0,0 0 0,-1 1 0,-1 0 0,0 0 0,-1 1 0,8 22 0,-11-28 0,-1 1 0,-1-1 0,0 1 0,0 0 0,0 0 0,-1 0 0,0 0 0,-1 0 0,1-1 0,-2 1 0,1 0 0,-1 0 0,0-1 0,-1 1 0,1-1 0,-1 0 0,-1 0 0,0 0 0,0 0 0,-7 9 0,0-3 0,-2 1 0,0-2 0,-1 1 0,0-2 0,0 0 0,-1-1 0,-1 0 0,0-1 0,0-1 0,-24 9 0,-14 2 0,-110 23 0,15-15 0,-2-6 0,0-7 0,-155-6 0,248-10-1365,18-2-5461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1:41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678 8 24575,'0'-1'0,"0"1"0,0 0 0,0-1 0,0 1 0,-1 0 0,1-1 0,0 1 0,0 0 0,0-1 0,-1 1 0,1 0 0,0-1 0,0 1 0,-1 0 0,1 0 0,0-1 0,-1 1 0,1 0 0,0 0 0,-1 0 0,1-1 0,0 1 0,-1 0 0,1 0 0,0 0 0,-1 0 0,1 0 0,-1 0 0,1 0 0,0 0 0,-1 0 0,1 0 0,0 0 0,-1 0 0,1 0 0,-1 0 0,-17 3 0,-10 4 0,0 2 0,-50 23 0,-51 35 0,115-59 0,-50 26 0,2 4 0,2 2 0,-92 80 0,147-116 0,0 1 0,1 0 0,-1 0 0,-4 8 0,8-12 0,1 0 0,-1 0 0,1-1 0,-1 1 0,1 0 0,-1 0 0,1 0 0,0 0 0,-1 0 0,1 0 0,0 0 0,0 1 0,0-1 0,-1 0 0,1 0 0,0 0 0,1 0 0,-1 0 0,0 0 0,0 0 0,0 0 0,1 0 0,-1 0 0,0 0 0,1 0 0,-1 0 0,1 0 0,-1 0 0,1 0 0,0 0 0,-1-1 0,1 1 0,0 0 0,0 0 0,-1-1 0,2 2 0,6 2 0,0 0 0,0-1 0,1 0 0,-1 0 0,1 0 0,-1-1 0,14 1 0,-8 0 0,561 66-636,-409-54 375,-119-10 232,312 26-551,2-25 1498,-352-6-881,-7 0-88,0 0 0,0 1 1,0-1-1,0 0 0,0-1 0,-1 1 0,1 0 0,0-1 0,0 1 0,0-1 0,0 1 1,0-1-1,-1 0 0,1 0 0,1-1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1:41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 24575,'-2'0'0,"0"0"0,0 1 0,0-1 0,-1 1 0,1 0 0,0 0 0,0 0 0,0 0 0,0 0 0,0 0 0,1 0 0,-1 1 0,0-1 0,0 1 0,1-1 0,-1 1 0,1 0 0,0 0 0,-1-1 0,-1 5 0,-4 6 0,1 0 0,-6 17 0,7-17 0,-16 41 0,-23 96 0,0 62 0,39-185 0,-43 268 342,40-210-1196,2 128 1,8-174-5973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1:42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24575,'248'-6'0,"79"2"0,41 28-1365,-323-19-5461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1:42.8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 24575,'-8'15'-7,"1"0"0,0 1-1,1 0 1,1 0-1,0 0 1,-2 23 0,0 8 33,1 46-1,6-90-25,0 0 0,0-1 0,0 1 0,0 0 0,0-1 0,1 1 0,0-1 0,-1 1 0,1-1 0,0 1 0,0-1 0,0 1 0,1-1 0,-1 0 0,0 0 0,1 1 0,0-1 0,-1 0 0,1 0 0,0-1 0,0 1 0,0 0 0,0-1 0,0 1 0,1-1 0,-1 0 0,4 2 0,6 2 0,0-2 0,0 0 0,0 0 0,23 1 0,-22-2 0,292 20 0,-127-13 0,-142-6 0,79 4 0,192 39 0,-296-44 0,0 1 0,0 0 0,0 1 0,-1 0 0,20 12 0,-26-14 0,-1 1 0,0 0 0,1-1 0,-1 1 0,0 1 0,-1-1 0,1 0 0,0 1 0,-1-1 0,0 1 0,0 0 0,0 0 0,0 0 0,-1 0 0,1 0 0,-1 0 0,0 0 0,1 5 0,0 14 0,-1 0 0,-1 0 0,-1 0 0,-1 0 0,-1 0 0,-1 0 0,-12 39 0,0-16 0,-1-1 0,-39 72 0,22-57 0,-3 0 0,-2-3 0,-3-1 0,-2-2 0,-95 89 0,122-128 0,-1 0 0,0-2 0,-31 18 0,43-27 0,-1-1 0,0 0 0,0 0 0,0-1 0,0 0 0,-1 0 0,1-1 0,-1 0 0,1 0 0,-1-1 0,1 0 0,-1 0 0,1-1 0,-13-2 0,-5-5-202,1-1-1,0-1 1,1-2 0,0 0-1,-40-29 1,60 39 51,-62-42-6675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1:51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356 209 24575,'-12'1'0,"-1"0"0,1 1 0,-1 1 0,1-1 0,0 2 0,0 0 0,0 0 0,1 1 0,-1 1 0,1 0 0,1 0 0,-1 1 0,-11 10 0,3-1 0,0 2 0,0 0 0,2 1 0,0 1 0,-20 31 0,29-38 0,1 1 0,0 0 0,1 0 0,1 1 0,0 0 0,1 0 0,1 0 0,0 0 0,1 0 0,0 1 0,2-1 0,-1 1 0,2-1 0,0 0 0,1 1 0,1-1 0,0 0 0,1 0 0,1 0 0,0-1 0,13 27 0,-11-26 0,1-2 0,0 1 0,1-1 0,0 0 0,1-1 0,0 0 0,1-1 0,0 0 0,1 0 0,1-1 0,-1-1 0,1 0 0,1-1 0,0-1 0,0 0 0,0 0 0,1-1 0,0-1 0,0-1 0,0 0 0,22 2 0,-23-5 0,0 0 0,0-1 0,-1-1 0,1 0 0,0-1 0,0-1 0,-1 0 0,20-7 0,-24 7 0,0-1 0,-1-1 0,0 0 0,1 0 0,-2 0 0,1-1 0,-1 0 0,1-1 0,-2 1 0,1-1 0,-1-1 0,0 1 0,6-11 0,3-9 0,-2-1 0,0-1 0,-2 0 0,-1 0 0,-1-1 0,6-40 0,-6 7 0,-2 0 0,-3-69 0,-4 116 0,1-6 0,-2 1 0,-4-33 0,3 47 0,1 1 0,-1-1 0,0 1 0,0 0 0,-1 0 0,0 0 0,0 0 0,0 0 0,-1 1 0,0-1 0,0 1 0,-8-7 0,-3-2 0,-2 1 0,0 1 0,-1 1 0,0 0 0,0 1 0,-24-9 0,-122-36 0,148 50 0,-2 0 69,0 0-1,-1 1 0,1 1 0,-21-1 1,31 4-201,1 0 1,-1 0 0,0 1-1,0 0 1,1 1 0,-1 0 0,1 0-1,-1 1 1,1 0 0,0 0 0,0 0-1,-8 6 1,-1 2-6695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1:52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717 1 24575,'-5'0'0,"0"1"0,0 0 0,0 0 0,1 0 0,-1 1 0,0 0 0,-4 2 0,-7 3 0,-110 43 0,4 6 0,-158 97 0,267-145 0,0-1 0,-1 1 0,1 1 0,1 0 0,-1 1 0,2 0 0,-1 1 0,-9 13 0,20-24 0,0 1 0,1 0 0,-1 0 0,0 0 0,1 0 0,-1 0 0,1 0 0,0 0 0,-1 0 0,1 0 0,-1 0 0,1 0 0,0 0 0,0 0 0,0 0 0,0 0 0,0 0 0,0 0 0,0 0 0,0 0 0,0 0 0,0 0 0,1 0 0,-1 0 0,0 0 0,1 0 0,-1 0 0,0 0 0,1 0 0,0 0 0,-1 0 0,1 0 0,-1 0 0,1 0 0,0-1 0,0 1 0,-1 0 0,1-1 0,0 1 0,0 0 0,0-1 0,0 1 0,0-1 0,1 1 0,6 3 0,1-1 0,-1 0 0,1-1 0,13 3 0,-9-2 0,83 16 0,111 9 0,99-8 0,-249-17 0,236 7-1365,-245-9-5461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1:52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24575,'0'965'-1365,"0"-951"-5461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2:07.8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41 24575,'184'-12'0,"-23"0"0,-98 13 0,34-2 0,-94 1-85,-1-1 0,0 1-1,1 0 1,-1-1 0,0 0-1,0 1 1,1-1 0,-1 0-1,0 0 1,0 0 0,0 0-1,0-1 1,0 1 0,0 0-1,2-4 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2:08.4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1 24575,'0'814'0,"-2"-761"-1365,-1-35-5461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2:10.5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90 24575,'66'1'0,"178"-9"0,-232 5 0,-1 0 0,0 0 0,0-1 0,0 0 0,0-1 0,18-12 0,18-7 0,-14 10-1365,-19 9-5461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2:10.9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45 24575,'2'0'0,"3"0"0,2 0 0,4-2 0,6-1 0,10-1 0,13-3 0,15 0 0,8 0 0,-1 0 0,-7 2 0,-12 2-8191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2:11.7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674 0 24575,'-1'3'0,"0"0"0,0 0 0,0-1 0,0 1 0,0-1 0,-1 1 0,1-1 0,-1 0 0,0 1 0,-3 3 0,-3 4 0,-56 95 0,23-35 0,25-46 0,8-12 0,0-1 0,1 1 0,1 0 0,0 1 0,0 0 0,-4 15 0,10-27 0,0 0 0,0 0 0,0-1 0,0 1 0,0 0 0,0 0 0,0-1 0,0 1 0,0 0 0,0 0 0,1-1 0,-1 1 0,0 0 0,0-1 0,1 1 0,-1 0 0,1-1 0,-1 1 0,0 0 0,1-1 0,-1 1 0,1-1 0,-1 1 0,1-1 0,0 1 0,-1-1 0,1 1 0,0-1 0,-1 0 0,1 1 0,0-1 0,-1 0 0,1 1 0,0-1 0,-1 0 0,1 0 0,0 0 0,0 0 0,-1 0 0,1 0 0,0 0 0,0 0 0,0 0 0,42-4 0,-34 3 0,-1 0 0,60-9 0,1 4 0,114 2 0,-181 5 0,-1-1 0,1 0 0,-1 0 0,1 1 0,-1-1 0,1 1 0,-1-1 0,1 1 0,-1 0 0,0-1 0,1 1 0,-1 0 0,0 0 0,0 0 0,1 0 0,-1 0 0,0 0 0,0 0 0,0 0 0,0 1 0,0-1 0,-1 0 0,1 1 0,0-1 0,-1 1 0,1-1 0,0 0 0,-1 1 0,0-1 0,1 4 0,0 4 0,0 0 0,-1 0 0,0 0 0,-3 12 0,2-2 0,-2 3 0,0 0 0,-1 0 0,-1 0 0,-2-1 0,0 1 0,-1-2 0,-1 1 0,-15 25 0,3-11 0,-2-1 0,-1 0 0,-47 48 0,32-41 0,-2-3 0,-1-1 0,-2-2 0,-59 36 0,91-65 0,0 0 0,-1-1 0,0 0 0,0-1 0,0 0 0,0-1 0,0-1 0,-21 2 0,-9-3 0,-56-4 0,93 2 31,1 0 0,-1 0 0,0 0 0,1-1 0,0 0 0,-1 0 0,1 0 0,0-1 0,0 1-1,-8-7 1,-2-3-748,-24-24 0,36 32 446,-24-23-6555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2:23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24575,'2'0'0,"3"0"0,2 0 0,2 0 0,2 0 0,0 0 0,3 0 0,3 0 0,4 0 0,9 0 0,11 0 0,10 0 0,5 0 0,-5 0 0,-12 0-8191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3:34.9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726 2147 24575,'1'2'0,"-2"0"0,1-1 0,0 1 0,0 0 0,0-1 0,-1 1 0,1 0 0,-1-1 0,0 1 0,1-1 0,-1 1 0,0-1 0,0 1 0,0-1 0,0 1 0,0-1 0,0 0 0,0 0 0,-3 2 0,2-1 0,-2 0 0,1 0 0,0 0 0,0-1 0,0 0 0,-1 1 0,1-1 0,-1-1 0,-3 2 0,-9-1 0,0 0 0,0 0 0,-22-3 0,32 1 0,-11-1 0,1 0 0,0-2 0,0 0 0,0-1 0,1 0 0,-1-1 0,1-1 0,1-1 0,-1 0 0,1 0 0,1-2 0,0 0 0,-15-14 0,2 0 0,2-2 0,1-1 0,1 0 0,1-2 0,-19-34 0,26 37 0,1-1 0,-19-57 0,-7-60 0,-9-25 0,34 125 0,2 0 0,2-2 0,2 1 0,2-1 0,1 0 0,3 0 0,7-89 0,0 92 0,2 1 0,1 1 0,2-1 0,2 1 0,2 1 0,1 0 0,3 2 0,38-66 0,-41 83 0,1 1 0,0 1 0,2 1 0,0 0 0,1 2 0,0 0 0,2 1 0,34-20 0,20-5 0,92-36 0,-154 71 0,177-71 0,273-72 0,-409 135 0,65-9 0,-103 20 0,1 1 0,0 0 0,0 1 0,0 1 0,0 1 0,0 0 0,0 2 0,21 6 0,-12 0 0,0 2 0,-1 1 0,-1 1 0,-1 1 0,0 0 0,0 2 0,-2 1 0,0 1 0,31 37 0,-21-18 0,-2 1 0,-1 1 0,-3 2 0,36 78 0,-41-72 0,-2 0 0,-3 1 0,-2 1 0,-2 1 0,-2 0 0,-2 0 0,-3 1 0,-1-1 0,-3 1 0,-14 98 0,7-102 0,-3 0 0,-3-1 0,-1 0 0,-2-1 0,-2 0 0,-2-2 0,-2 0 0,-2-1 0,-2-2 0,-2 0 0,-53 59 0,18-36-90,-3-3 0,-2-3 0,-3-2-1,-84 48 1,7-17-135,-186 78-1,107-69 226,163-73 0,-107 24 0,164-46-167,-7 2 394,0 0 0,-24 0 0,35-3-278,0 1 0,0-2-1,0 1 1,0 0-1,0-1 1,0 1-1,0-1 1,0 0-1,0 0 1,1 0 0,-1 0-1,0 0 1,1-1-1,-1 1 1,1-1-1,-1 0 1,1 0-1,-4-4 1,-4-8-6775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3:35.5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0 774 24575,'0'-3'0,"0"0"0,0 0 0,1 0 0,-1 0 0,1 0 0,-1 0 0,1 0 0,0 0 0,0 0 0,0 1 0,2-4 0,-1 2 0,1 1 0,0 0 0,0 0 0,0 0 0,0 0 0,0 1 0,1-1 0,4-2 0,43-24 0,2 2 0,77-28 0,-113 49 0,167-64 0,77-14 0,88-8-782,92 0-2348,91 11 1644,77 15-1329,995-23-1373,-2 73 1447,-1123 19 2740,-87 5 174,-87 3 523,-82 3 5,-142-7 972,85 17 1,-161-22-1513,2-2 126,-1 1-1,0 1 0,0-1 1,1 1-1,-1 1 0,-1-1 0,1 1 1,0 0-1,0 0 0,5 4 1,-3 5-1563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3:36.0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24575,'2'1'0,"0"-1"0,0 1 0,0 0 0,-1 0 0,1 0 0,0 0 0,-1 1 0,1-1 0,-1 0 0,1 1 0,-1-1 0,1 0 0,1 4 0,3 2 0,119 130 0,55 52 0,-160-174 0,0 0 0,1-2 0,1 0 0,0-1 0,46 17 0,-24-11 0,-43-18 0,34 19 0,-23-5 0,-11-14 0,-1 1 0,0-1 0,0 1 0,0 0 0,0-1 0,0 1 0,0-1 0,0 1 0,0-1 0,0 1 0,0-1 0,-1 1 0,1-1 0,0 1 0,0-1 0,0 0 0,-1 1 0,1-1 0,0 1 0,0-1 0,-1 1 0,1-1 0,0 0 0,-1 1 0,1-1 0,0 0 0,-1 1 0,1-1 0,-1 0 0,0 1 0,-5 2 0,-1 1 0,0-1 0,1-1 0,-1 1 0,0-1 0,0-1 0,-1 1 0,-9 0 0,-2 1 0,-206 26-1049,216-28 733,-130 13-6510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3:48.2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24575,'0'0'-8191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7:43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24575,'502'43'0,"-153"-5"0,300-28 0,-8-40 0,-29 16-1365,-586 14-5461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47:48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0 390 24575,'0'0'0,"1"-1"0,-1 1 0,0 0 0,0-1 0,0 1 0,0-1 0,1 1 0,-1 0 0,0-1 0,0 1 0,1 0 0,-1-1 0,0 1 0,1 0 0,-1 0 0,0-1 0,1 1 0,-1 0 0,1 0 0,-1 0 0,0-1 0,1 1 0,-1 0 0,1 0 0,-1 0 0,0 0 0,1 0 0,-1 0 0,1 0 0,-1 0 0,1 0 0,-1 0 0,1 0 0,19 1 0,-20-1 0,129 23 0,222 35-327,-51-17-980,86 1 301,75 0-1709,1587 60 950,6-97-2755,-95-128 4995,51-87-475,-864 48 6433,-387 48-2740,-644 99-3672,324-47-1121,-379 51-4973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7:57.8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25,'493'12,"-68"-1,1142-17,-1067-20,-254 11,-169 15,-1 3,85 14,27 3,-120-17,146 13,-187-11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48:02.4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0 386,'730'1,"1325"-8,-693-86,-794 13,286-36,3 67,-756 50,785 1,-9-33,-807 25,65-2,-131 9,0-1,-1 1,1 0,-1 0,0 0,1 0,-1 1,0-1,0 1,6 4,31 26,-19-14,14 5,0-2,1-1,72 27,-99-43,24 9,-5-4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52:29.0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1,'1'1,"-1"0,0 0,1 0,-1 1,0-1,1 0,0 0,-1 0,1 0,0 0,-1 0,1 0,0 0,0 0,0 0,0 0,0 0,0-1,0 1,0 0,0-1,0 1,0-1,0 1,1-1,-1 1,0-1,2 0,47 8,-34-7,587 60,-427-46,137 12,875 58,177 16,-1069-66,-274-32,-12-2,0 0,0 1,0 0,0 1,0 0,-1 0,1 1,-1 0,17 10,-24-12,0 1,0-1,0 0,0 1,0 0,-1-1,3 6,-2-5,-1 0,1 0,-1-1,1 1,0 0,4 3,8 6,1-1,0-1,1 0,17 8,70 27,-68-31,84 37,-95-38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52:33.0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1,'6'0,"0"1,0 0,-1 0,1 1,10 3,17 5,122 11,200-1,-250-16,750 43,-394-41,-271-8,34 1,316 4,-273 23,-98-6,624 58,-655-65,174 10,489-18,-168-4,-475 1,585 3,-730-5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56:01.3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1 359,'217'-1,"-11"-3,121-7,124-7,105-1,1549-17,20 31,-1228 4,389-65,-600-23,-518 66,33 3,-64 8,187-16,-127 12,-95 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56:03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6143 2271 24575,'2'0'0,"-1"0"0,1-1 0,-1 1 0,1-1 0,-1 0 0,1 1 0,-1-1 0,1 0 0,-1 0 0,1 0 0,-1 0 0,0 0 0,0 0 0,1 0 0,-1 0 0,0-1 0,0 1 0,0 0 0,0-1 0,-1 1 0,2-3 0,15-36 0,-5-4 0,12-87 0,-12 56 0,168-771-1880,79 26-1,-193 665 1881,-57 136 0,0 2 0,1-1 0,22-27 0,-30 42 0,1 0 0,-1 0 0,1 0 0,0 0 0,0 1 0,0-1 0,0 1 0,0 0 0,1 0 0,-1 0 0,1 0 0,0 1 0,-1-1 0,1 1 0,0 0 0,0 0 0,7-1 0,-5 3 0,-1 0 0,0 0 0,0 0 0,0 0 0,0 1 0,0-1 0,0 1 0,0 1 0,-1-1 0,1 1 0,-1 0 0,1 0 0,7 7 0,9 9 0,-1 2 0,-1 0 0,26 36 0,97 160-141,33 96-424,22 79 134,261 704-1088,-129 41 1594,-266-807-308,-29-72-700,-26-184 856,-3 1-1,-6 82 0,1-152 73,-1 4 44,1 0 0,-2 1 0,1-1 0,-5 11 0,6-19 2,-1 1 0,1-1 0,-1 1 0,1-1 0,-1 1 0,0-1 1,0 0-1,0 0 0,0 1 0,0-1 0,0 0 0,0 0 0,0 0 0,0 0 0,0 0 0,-1 0 1,1 0-1,0 0 0,-1-1 0,1 1 0,-1 0 0,1-1 0,-1 0 0,1 1 0,-1-1 0,1 0 1,-1 1-1,1-1 0,-1 0 0,-2 0 0,-4-2-5,1 0 1,-1-1 0,0 1-1,1-1 1,0-1-1,0 0 1,-11-7 0,-117-81-37,-96-75 58,-112-82 178,-108-75-740,-81-61-1745,340 246 1945,-745-548-2780,26-27 1880,609 454 289,101 65 903,170 162 447,-51-68-1,76 92-373,0 0 0,-7-19 1,12 25-7,-1 0 0,2 0 1,-1 0-1,0 0 0,1 0 1,-1 0-1,1 0 0,0 0 1,0 0-1,1-6 0,-1 7 5,1-1 0,0 1 0,-1 0 0,1 0-1,0 0 1,0 0 0,1 0 0,-1 0 0,0 0 0,1 1 0,-1-1 0,1 0-1,-1 1 1,1-1 0,2-1 0,2-1 116,1 1 0,-1-1-1,0 1 1,1 1 0,0-1 0,10-2 0,37-5 8,0 2 0,80 0 0,335 4-184,246 25 0,188 25-337,63 15-1014,-78 5 1005,-172-6 311,-200-12-207,-185-13-689,-151-10 1313,-170-24 17,-1 0 1,1 1-1,-1 1 1,15 5-1,-23-8-383,-1 1 0,0-1-1,0 0 1,1 0 0,-1 0-1,0 0 1,0 0 0,0 1-1,1-1 1,-1 0 0,0 0-1,0 1 1,0-1 0,1 0-1,-1 0 1,0 1 0,0-1-1,0 0 1,0 0 0,0 1 0,0-1-1,0 0 1,0 0 0,0 1-1,1-1 1,-1 0 0,0 1-1,0-1 1,0 0 0,-1 0-1,1 1 1,0-1 0,0 0-1,0 1 1,0-1 0,0 0-1,0 0 1,0 1 0,0-1-1,-1 0 1,1 0 0,0 1-1,0-1 1,0 0 0,0 0-1,-1 0 1,1 1 0,0-1 0,-4 3 27,1-1 1,-1 0 0,0 0 0,1 0 0,-1 0 0,-6 2 0,-133 39-44,-162 36 134,-240 55 404,-313 64-1014,-348 64-1970,-335 57 1551,-256 37-240,-83 8 1805,157-34 4096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56:24.1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1,'2'0,"7"2,21 4,55 4,123 12,180 11,220 21,232 19,202 16,143 12,57 5,-35 4,-129-8,-203-15,-225-18,-225-21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6:56:24.8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1,'2'0,"19"0,19 0,47 2,103 4,198 14,253 15,249 9,209 9,119 8,8-1,-108-4,-200-10,-237-14,-225-10,-192-11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7:01:21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1762 1686 24575,'0'-2'0,"1"-1"0,-1 1 0,1 0 0,-1 0 0,1 0 0,0 0 0,0 0 0,0 0 0,2-3 0,5-8 0,206-495-402,-52 115-320,-129 317 722,229-490 0,-254 553 0,-3 1 0,1 1 0,0 0 0,1 1 0,0-1 0,1 1 0,9-9 0,-17 19 0,1-1 0,-1 0 0,1 1 0,0-1 0,0 0 0,-1 1 0,1-1 0,0 1 0,0-1 0,-1 1 0,1-1 0,0 1 0,0 0 0,0 0 0,0-1 0,0 1 0,0 0 0,0 0 0,-1 0 0,1 0 0,0 0 0,0 0 0,0 0 0,0 0 0,0 0 0,0 0 0,0 1 0,0-1 0,-1 0 0,1 1 0,0-1 0,0 0 0,0 1 0,0-1 0,-1 1 0,1-1 0,0 1 0,0 1 0,2 1 0,0 1 0,0 0 0,-1 0 0,1 1 0,-1-1 0,2 7 0,12 35 468,17 78 1,2 49-282,2 77-741,-2 75-1662,19 575 1630,-36 1 424,-18-676-612,0-190 661,-1 37 73,-11 92-1,11-156 25,0 1 0,-1-1 0,0 0 0,0 1-1,-1-1 1,0 0 0,-6 10 0,8-16 39,-1 0 0,1 0 0,-1 0 0,0 0 0,0 0 0,0 0 0,0-1 1,0 1-1,0-1 0,0 1 0,0-1 0,0 0 0,-1 0 0,1 0 0,-1 0 0,1 0 0,-1-1 0,1 1 0,-1-1 0,1 1 0,-1-1 0,1 0 0,-1 0 1,0 0-1,1 0 0,-1-1 0,-3 0 0,-13-5 346,0 0 0,1-1 0,0-1 0,0-1 0,0 0 0,-29-22 0,-32-24-144,3-3 0,-102-102 1,-129-165 483,297 314-708,-242-271-730,-157-189-2699,-533-646 3022,791 934-345,57 63 563,90 114 188,-1 0 0,1 0 0,0 0 0,0 0 0,1-1 0,-1 1 0,2-1 0,-4-10 0,6 16 0,0 0 0,0 1 0,0-1 0,0 1 0,0-1 0,0 1 0,0-1 0,0 0 0,0 1 0,1-1 0,-1 1 0,0-1 0,0 1 0,1-1 0,-1 1 0,0-1 0,1 1 0,-1-1 0,1 1 0,-1-1 0,0 1 0,1 0 0,-1-1 0,1 1 0,-1 0 0,1-1 0,-1 1 0,1 0 0,0 0 0,0-1 0,4 0 0,-1 0 0,0 1 0,1-1 0,-1 1 0,1 0 0,7 1 0,189 35 0,211 50-826,233 41-2482,192 23 2481,2784 435-2797,-3389-547 3348,-206-34 492,42 13-1,-68-17-183,1 0 0,-1 0 0,1 0 1,-1 0-1,0 0 0,1 0 0,-1 1 1,0-1-1,1 0 0,-1 0 0,0 0 0,1 0 1,-1 1-1,0-1 0,0 0 0,1 0 0,-1 1 1,0-1-1,1 0 0,-1 0 0,0 1 0,0-1 1,0 0-1,1 1 0,-1-1 0,0 0 1,0 1-1,0-1 0,0 0 0,0 1 0,-13 5 967,-26 0-759,-77 3 0,48-5-221,-133 11 530,-56 13 1646,-49 19-1254,-618 164 1256,7 55-3739,751-216 927,-236 71 230,43-14 119,55-17-798,57-19 873,-73 20 741,231-66 326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7:01:26.7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24575,'1'3'0,"0"-1"0,0 1 0,0 0 0,0-1 0,0 1 0,0-1 0,1 0 0,0 1 0,-1-1 0,3 3 0,3 4 0,10 15 0,0-1 0,1-1 0,1 0 0,1-2 0,39 32 0,-22-25 0,2-1 0,77 38 0,0-7 0,47 25 0,182 61 0,-295-128 0,2-2 0,0-2 0,0-2 0,101 2 0,211-29 0,-212-3 0,-2-7 0,157-51 0,701-141 0,-855 197 0,2 6 0,208 4 0,-281 11 0,129-22 0,0 0 0,258 2 0,233-18 0,84-9-1365,-756 49-5461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7:01:29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3485 1738 24575,'1'-46'0,"3"1"0,1 0 0,17-63 0,47-126 0,-58 199 0,128-383-372,59-190-280,-189 578 652,34-95 0,-43 124 0,2-3 0,0-1 0,0 0 0,0 1 0,1 0 0,0-1 0,4-4 0,-6 8 0,-1 1 0,1-1 0,0 0 0,0 1 0,-1-1 0,1 1 0,0 0 0,0-1 0,0 1 0,0 0 0,0-1 0,-1 1 0,1 0 0,0 0 0,0 0 0,0 0 0,0 0 0,0 0 0,0 0 0,0 0 0,0 0 0,0 1 0,0-1 0,0 0 0,-1 0 0,1 1 0,0-1 0,0 1 0,0-1 0,0 1 0,-1-1 0,1 1 0,0-1 0,-1 1 0,1 0 0,0-1 0,-1 1 0,1 0 0,-1 0 0,2 1 0,9 12 151,1 2-1,-2 0 1,0 0-1,14 33 0,-17-35-48,134 323-348,-38-41-1418,23 98 576,15 81-1601,344 1462 2016,-424-1622 514,-25-89-477,-34-207 588,10 95-65,-12-100 113,0 0 1,-1 0-1,0 0 0,-1 1 0,-4 14 1,6-26 32,-1-1 0,1 0-1,-1 0 1,0 0 0,0 1 0,0-1 0,0 0 0,0 0 0,0 0 0,0 0 0,-1 0-1,1-1 1,-1 1 0,1 0 0,-1 0 0,0-1 0,1 0 0,-1 1 0,0-1-1,0 0 1,0 0 0,0 1 0,0-2 0,-1 1 0,1 0 0,0 0 0,0-1 0,0 1-1,-1-1 1,1 0 0,0 0 0,-5 0 0,-2-1 146,1-1 0,-1 0 0,1 0 0,0-1 0,0 0 0,0-1 0,-13-7 0,-40-27 942,1-2 0,-92-83 1,90 70-920,-1133-943-1384,1130 942 532,-546-460-1376,31-29 1273,457 405 1022,118 132 73,2 2-234,-1 0 0,1-1-1,0 1 1,1-1 0,-3-4-1,5 8-32,-1 0-1,1 1 1,0-1-1,0 0 0,0 0 1,-1 1-1,1-1 1,0 0-1,0 0 0,0 1 1,0-1-1,0 0 1,0 0-1,1 1 1,-1-1-1,0 0 0,0 0 1,0 1-1,1-1 1,-1 0-1,0 1 0,1-1 1,-1 0-1,1 1 1,-1-1-1,1 1 0,-1-1 1,1 1-1,-1-1 1,1 1-1,-1-1 0,1 1 1,0-1-1,-1 1 1,1 0-1,0-1 1,-1 1-1,1 0 0,0 0 1,0-1-1,0 1 1,25-7 503,43-6 0,-29 6-284,1691-336-2228,-1532 296 1727,197-73 0,-424 133 677,0 1 1,-33 23-1,35-21-159,-112 73 33,-64 50-795,-80 62-1352,-87 65 520,-77 57-2044,-717 510 789,-28 21 234,905-644 2126,87-62 381,75-52 1236,51-37 1073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7:02:08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7:02:13.1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49,'6'0,"6"-2,11 0,23-5,35-2,41 0,38 1,29 3,15 1,-3 2,-21 2,-31 0,-34 0,-33 0,-29 1,-21-1,-14 0,-10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7:02:14.3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0,'889'0,"-875"0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7:02:16.2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1,'-1'0,"1"0,0 1,-1-1,1 0,0 0,0 1,-1-1,1 0,0 1,0-1,0 0,0 1,-1-1,1 0,0 1,0-1,0 0,0 1,0-1,0 0,0 1,0-1,0 0,0 1,0-1,0 1,0-1,0 0,0 1,0-1,0 0,1 1,-1-1,0 0,0 1,0-1,0 0,1 1,-1-1,0 0,0 0,1 1,-1-1,0 0,1 0,-1 1,0-1,1 0,-1 0,0 0,1 0,0 1,23 6,-17-6,69 14,0-4,124 2,-65-5,323 33,219 14,-527-52,126 11,-263-13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7:02:40.7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84,'813'-17,"-460"6,-167 6,2671-46,-2793 51,128 18,-170-15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07:02:41.8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1 177,'64'0,"780"-7,-418-5,2503-142,-2876 150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843E2-8701-82E0-6785-BDBBA8592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A90ED7-28C8-BB47-0DAA-9BD1D1C666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41D3A-E96E-E61E-A087-2D3A16F698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220352C-8218-4505-20E0-026E605A9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92E9426-B17D-74DA-1F82-C9E16F3BF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1D3C4-E698-3D54-6EF4-1FF17C293C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0D350-6106-1941-CC14-9C0D6A824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942904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0B38D-AF0A-D2C5-60E4-7AD65580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07B1FD-7E32-D457-5A21-9FE7C80AC0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9B442-BC1D-E404-2D46-561D3754D5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57F47C2-E95B-0ADE-948C-B49EDF185B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E129ED5-1253-D379-AC7F-48CE7A9AB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E3BC5-AE55-9670-2CC2-F3B561810A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75FE4-A34A-D0FD-102D-80AB3615A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54030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3D772-E30E-8C18-792D-03F2A28D3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462172-F09A-E296-3B89-A5C7C4B078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FA046D-341F-6982-3AE6-D839F767C39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B969335-6611-4CEC-8E70-7F3167A36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D805E9F-C12F-7984-8BD3-C8A9249338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7B3F8-2F58-4CB9-40E7-1EED7B550C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84BCC-5F2F-F917-AEC7-67F99EFE2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562438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"/>
          </p:nvPr>
        </p:nvSpPr>
        <p:spPr>
          <a:xfrm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/>
          </p:nvPr>
        </p:nvSpPr>
        <p:spPr>
          <a:xfrm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" hasCustomPrompt="1"/>
          </p:nvPr>
        </p:nvSpPr>
        <p:spPr>
          <a:xfrm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" hasCustomPrompt="1"/>
          </p:nvPr>
        </p:nvSpPr>
        <p:spPr>
          <a:xfrm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7"/>
          </p:nvPr>
        </p:nvSpPr>
        <p:spPr>
          <a:xfrm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body" sz="quarter" idx="8"/>
          </p:nvPr>
        </p:nvSpPr>
        <p:spPr>
          <a:xfrm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9"/>
          </p:nvPr>
        </p:nvSpPr>
        <p:spPr>
          <a:xfrm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10"/>
          </p:nvPr>
        </p:nvSpPr>
        <p:spPr>
          <a:xfrm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11"/>
          </p:nvPr>
        </p:nvSpPr>
        <p:spPr>
          <a:xfrm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12"/>
          </p:nvPr>
        </p:nvSpPr>
        <p:spPr>
          <a:xfrm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13"/>
          </p:nvPr>
        </p:nvSpPr>
        <p:spPr>
          <a:xfrm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14"/>
          </p:nvPr>
        </p:nvSpPr>
        <p:spPr>
          <a:xfrm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5399999" flipV="1">
            <a:off x="5672879" y="5482375"/>
            <a:ext cx="863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" name="AutoShape 3"/>
          <p:cNvSpPr>
            <a:spLocks noGrp="1"/>
          </p:cNvSpPr>
          <p:nvPr>
            <p:ph type="body" sz="quarter" idx="15"/>
          </p:nvPr>
        </p:nvSpPr>
        <p:spPr>
          <a:xfrm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6"/>
          </p:nvPr>
        </p:nvSpPr>
        <p:spPr>
          <a:xfrm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17"/>
          </p:nvPr>
        </p:nvSpPr>
        <p:spPr>
          <a:xfrm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8"/>
          </p:nvPr>
        </p:nvSpPr>
        <p:spPr>
          <a:xfrm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9"/>
          </p:nvPr>
        </p:nvSpPr>
        <p:spPr>
          <a:xfrm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20"/>
          </p:nvPr>
        </p:nvSpPr>
        <p:spPr>
          <a:xfrm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/>
          </p:nvPr>
        </p:nvSpPr>
        <p:spPr>
          <a:xfrm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/>
          </p:nvPr>
        </p:nvSpPr>
        <p:spPr>
          <a:xfrm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/>
          </p:nvPr>
        </p:nvSpPr>
        <p:spPr>
          <a:xfrm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24"/>
          </p:nvPr>
        </p:nvSpPr>
        <p:spPr>
          <a:xfrm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25"/>
          </p:nvPr>
        </p:nvSpPr>
        <p:spPr>
          <a:xfrm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6"/>
          </p:nvPr>
        </p:nvSpPr>
        <p:spPr>
          <a:xfrm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7"/>
          </p:nvPr>
        </p:nvSpPr>
        <p:spPr>
          <a:xfrm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8"/>
          </p:nvPr>
        </p:nvSpPr>
        <p:spPr>
          <a:xfrm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9"/>
          </p:nvPr>
        </p:nvSpPr>
        <p:spPr>
          <a:xfrm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0"/>
          </p:nvPr>
        </p:nvSpPr>
        <p:spPr>
          <a:xfrm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31"/>
          </p:nvPr>
        </p:nvSpPr>
        <p:spPr>
          <a:xfrm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32"/>
          </p:nvPr>
        </p:nvSpPr>
        <p:spPr>
          <a:xfrm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3"/>
          </p:nvPr>
        </p:nvSpPr>
        <p:spPr>
          <a:xfrm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34"/>
          </p:nvPr>
        </p:nvSpPr>
        <p:spPr>
          <a:xfrm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35"/>
          </p:nvPr>
        </p:nvSpPr>
        <p:spPr>
          <a:xfrm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36"/>
          </p:nvPr>
        </p:nvSpPr>
        <p:spPr>
          <a:xfrm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7"/>
          </p:nvPr>
        </p:nvSpPr>
        <p:spPr>
          <a:xfrm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8"/>
          </p:nvPr>
        </p:nvSpPr>
        <p:spPr>
          <a:xfrm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9"/>
          </p:nvPr>
        </p:nvSpPr>
        <p:spPr>
          <a:xfrm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40"/>
          </p:nvPr>
        </p:nvSpPr>
        <p:spPr>
          <a:xfrm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41"/>
          </p:nvPr>
        </p:nvSpPr>
        <p:spPr>
          <a:xfrm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42"/>
          </p:nvPr>
        </p:nvSpPr>
        <p:spPr>
          <a:xfrm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43"/>
          </p:nvPr>
        </p:nvSpPr>
        <p:spPr>
          <a:xfrm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44"/>
          </p:nvPr>
        </p:nvSpPr>
        <p:spPr>
          <a:xfrm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45"/>
          </p:nvPr>
        </p:nvSpPr>
        <p:spPr>
          <a:xfrm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6"/>
          </p:nvPr>
        </p:nvSpPr>
        <p:spPr>
          <a:xfrm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47"/>
          </p:nvPr>
        </p:nvSpPr>
        <p:spPr>
          <a:xfrm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48"/>
          </p:nvPr>
        </p:nvSpPr>
        <p:spPr>
          <a:xfrm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49"/>
          </p:nvPr>
        </p:nvSpPr>
        <p:spPr>
          <a:xfrm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50"/>
          </p:nvPr>
        </p:nvSpPr>
        <p:spPr>
          <a:xfrm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51"/>
          </p:nvPr>
        </p:nvSpPr>
        <p:spPr>
          <a:xfrm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52"/>
          </p:nvPr>
        </p:nvSpPr>
        <p:spPr>
          <a:xfrm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53"/>
          </p:nvPr>
        </p:nvSpPr>
        <p:spPr>
          <a:xfrm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54"/>
          </p:nvPr>
        </p:nvSpPr>
        <p:spPr>
          <a:xfrm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55"/>
          </p:nvPr>
        </p:nvSpPr>
        <p:spPr>
          <a:xfrm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56"/>
          </p:nvPr>
        </p:nvSpPr>
        <p:spPr>
          <a:xfrm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57"/>
          </p:nvPr>
        </p:nvSpPr>
        <p:spPr>
          <a:xfrm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58"/>
          </p:nvPr>
        </p:nvSpPr>
        <p:spPr>
          <a:xfrm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/>
          </p:nvPr>
        </p:nvSpPr>
        <p:spPr>
          <a:xfrm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/>
          </p:nvPr>
        </p:nvSpPr>
        <p:spPr>
          <a:xfrm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weixin_47282404/article/details/12885538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zhuanlan.zhihu.com/p/1899111584598565195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runoob.com/python3/python3-data-type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noob.com/python3/python3-data-type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noob.com/python3/python3-data-type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.png"/><Relationship Id="rId21" Type="http://schemas.openxmlformats.org/officeDocument/2006/relationships/customXml" Target="../ink/ink9.xml"/><Relationship Id="rId42" Type="http://schemas.openxmlformats.org/officeDocument/2006/relationships/image" Target="../media/image29.png"/><Relationship Id="rId47" Type="http://schemas.openxmlformats.org/officeDocument/2006/relationships/customXml" Target="../ink/ink22.xml"/><Relationship Id="rId63" Type="http://schemas.openxmlformats.org/officeDocument/2006/relationships/customXml" Target="../ink/ink30.xml"/><Relationship Id="rId68" Type="http://schemas.openxmlformats.org/officeDocument/2006/relationships/image" Target="../media/image42.png"/><Relationship Id="rId84" Type="http://schemas.openxmlformats.org/officeDocument/2006/relationships/image" Target="../media/image50.png"/><Relationship Id="rId89" Type="http://schemas.openxmlformats.org/officeDocument/2006/relationships/customXml" Target="../ink/ink43.xml"/><Relationship Id="rId16" Type="http://schemas.openxmlformats.org/officeDocument/2006/relationships/image" Target="../media/image16.png"/><Relationship Id="rId11" Type="http://schemas.openxmlformats.org/officeDocument/2006/relationships/customXml" Target="../ink/ink4.xml"/><Relationship Id="rId32" Type="http://schemas.openxmlformats.org/officeDocument/2006/relationships/image" Target="../media/image24.png"/><Relationship Id="rId37" Type="http://schemas.openxmlformats.org/officeDocument/2006/relationships/customXml" Target="../ink/ink17.xml"/><Relationship Id="rId53" Type="http://schemas.openxmlformats.org/officeDocument/2006/relationships/customXml" Target="../ink/ink25.xml"/><Relationship Id="rId58" Type="http://schemas.openxmlformats.org/officeDocument/2006/relationships/image" Target="../media/image37.png"/><Relationship Id="rId74" Type="http://schemas.openxmlformats.org/officeDocument/2006/relationships/image" Target="../media/image45.png"/><Relationship Id="rId79" Type="http://schemas.openxmlformats.org/officeDocument/2006/relationships/customXml" Target="../ink/ink38.xml"/><Relationship Id="rId5" Type="http://schemas.openxmlformats.org/officeDocument/2006/relationships/customXml" Target="../ink/ink1.xml"/><Relationship Id="rId90" Type="http://schemas.openxmlformats.org/officeDocument/2006/relationships/image" Target="../media/image53.png"/><Relationship Id="rId95" Type="http://schemas.openxmlformats.org/officeDocument/2006/relationships/customXml" Target="../ink/ink46.xml"/><Relationship Id="rId22" Type="http://schemas.openxmlformats.org/officeDocument/2006/relationships/image" Target="../media/image19.png"/><Relationship Id="rId27" Type="http://schemas.openxmlformats.org/officeDocument/2006/relationships/customXml" Target="../ink/ink12.xml"/><Relationship Id="rId43" Type="http://schemas.openxmlformats.org/officeDocument/2006/relationships/customXml" Target="../ink/ink20.xml"/><Relationship Id="rId48" Type="http://schemas.openxmlformats.org/officeDocument/2006/relationships/image" Target="../media/image32.png"/><Relationship Id="rId64" Type="http://schemas.openxmlformats.org/officeDocument/2006/relationships/image" Target="../media/image40.png"/><Relationship Id="rId69" Type="http://schemas.openxmlformats.org/officeDocument/2006/relationships/customXml" Target="../ink/ink33.xml"/><Relationship Id="rId80" Type="http://schemas.openxmlformats.org/officeDocument/2006/relationships/image" Target="../media/image48.png"/><Relationship Id="rId85" Type="http://schemas.openxmlformats.org/officeDocument/2006/relationships/customXml" Target="../ink/ink41.xml"/><Relationship Id="rId3" Type="http://schemas.openxmlformats.org/officeDocument/2006/relationships/hyperlink" Target="https://www.runoob.com/python3/python3-data-type.html" TargetMode="External"/><Relationship Id="rId12" Type="http://schemas.openxmlformats.org/officeDocument/2006/relationships/image" Target="../media/image14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7.png"/><Relationship Id="rId46" Type="http://schemas.openxmlformats.org/officeDocument/2006/relationships/image" Target="../media/image31.png"/><Relationship Id="rId59" Type="http://schemas.openxmlformats.org/officeDocument/2006/relationships/customXml" Target="../ink/ink28.xml"/><Relationship Id="rId67" Type="http://schemas.openxmlformats.org/officeDocument/2006/relationships/customXml" Target="../ink/ink32.xml"/><Relationship Id="rId20" Type="http://schemas.openxmlformats.org/officeDocument/2006/relationships/image" Target="../media/image18.png"/><Relationship Id="rId41" Type="http://schemas.openxmlformats.org/officeDocument/2006/relationships/customXml" Target="../ink/ink19.xml"/><Relationship Id="rId54" Type="http://schemas.openxmlformats.org/officeDocument/2006/relationships/image" Target="../media/image35.png"/><Relationship Id="rId62" Type="http://schemas.openxmlformats.org/officeDocument/2006/relationships/image" Target="../media/image39.png"/><Relationship Id="rId70" Type="http://schemas.openxmlformats.org/officeDocument/2006/relationships/image" Target="../media/image43.png"/><Relationship Id="rId75" Type="http://schemas.openxmlformats.org/officeDocument/2006/relationships/customXml" Target="../ink/ink36.xml"/><Relationship Id="rId83" Type="http://schemas.openxmlformats.org/officeDocument/2006/relationships/customXml" Target="../ink/ink40.xml"/><Relationship Id="rId88" Type="http://schemas.openxmlformats.org/officeDocument/2006/relationships/image" Target="../media/image52.png"/><Relationship Id="rId91" Type="http://schemas.openxmlformats.org/officeDocument/2006/relationships/customXml" Target="../ink/ink44.xml"/><Relationship Id="rId96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22.png"/><Relationship Id="rId36" Type="http://schemas.openxmlformats.org/officeDocument/2006/relationships/image" Target="../media/image26.png"/><Relationship Id="rId49" Type="http://schemas.openxmlformats.org/officeDocument/2006/relationships/customXml" Target="../ink/ink23.xml"/><Relationship Id="rId57" Type="http://schemas.openxmlformats.org/officeDocument/2006/relationships/customXml" Target="../ink/ink27.xml"/><Relationship Id="rId10" Type="http://schemas.openxmlformats.org/officeDocument/2006/relationships/image" Target="../media/image13.png"/><Relationship Id="rId31" Type="http://schemas.openxmlformats.org/officeDocument/2006/relationships/customXml" Target="../ink/ink14.xml"/><Relationship Id="rId44" Type="http://schemas.openxmlformats.org/officeDocument/2006/relationships/image" Target="../media/image30.png"/><Relationship Id="rId52" Type="http://schemas.openxmlformats.org/officeDocument/2006/relationships/image" Target="../media/image34.png"/><Relationship Id="rId60" Type="http://schemas.openxmlformats.org/officeDocument/2006/relationships/image" Target="../media/image38.png"/><Relationship Id="rId65" Type="http://schemas.openxmlformats.org/officeDocument/2006/relationships/customXml" Target="../ink/ink31.xml"/><Relationship Id="rId73" Type="http://schemas.openxmlformats.org/officeDocument/2006/relationships/customXml" Target="../ink/ink35.xml"/><Relationship Id="rId78" Type="http://schemas.openxmlformats.org/officeDocument/2006/relationships/image" Target="../media/image47.png"/><Relationship Id="rId81" Type="http://schemas.openxmlformats.org/officeDocument/2006/relationships/customXml" Target="../ink/ink39.xml"/><Relationship Id="rId86" Type="http://schemas.openxmlformats.org/officeDocument/2006/relationships/image" Target="../media/image51.png"/><Relationship Id="rId94" Type="http://schemas.openxmlformats.org/officeDocument/2006/relationships/image" Target="../media/image55.png"/><Relationship Id="rId99" Type="http://schemas.openxmlformats.org/officeDocument/2006/relationships/customXml" Target="../ink/ink48.xml"/><Relationship Id="rId4" Type="http://schemas.openxmlformats.org/officeDocument/2006/relationships/image" Target="../media/image10.png"/><Relationship Id="rId9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17.png"/><Relationship Id="rId39" Type="http://schemas.openxmlformats.org/officeDocument/2006/relationships/customXml" Target="../ink/ink18.xml"/><Relationship Id="rId34" Type="http://schemas.openxmlformats.org/officeDocument/2006/relationships/image" Target="../media/image25.png"/><Relationship Id="rId50" Type="http://schemas.openxmlformats.org/officeDocument/2006/relationships/image" Target="../media/image33.png"/><Relationship Id="rId55" Type="http://schemas.openxmlformats.org/officeDocument/2006/relationships/customXml" Target="../ink/ink26.xml"/><Relationship Id="rId76" Type="http://schemas.openxmlformats.org/officeDocument/2006/relationships/image" Target="../media/image46.png"/><Relationship Id="rId97" Type="http://schemas.openxmlformats.org/officeDocument/2006/relationships/customXml" Target="../ink/ink47.xml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92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29" Type="http://schemas.openxmlformats.org/officeDocument/2006/relationships/customXml" Target="../ink/ink13.xml"/><Relationship Id="rId24" Type="http://schemas.openxmlformats.org/officeDocument/2006/relationships/image" Target="../media/image20.png"/><Relationship Id="rId40" Type="http://schemas.openxmlformats.org/officeDocument/2006/relationships/image" Target="../media/image28.png"/><Relationship Id="rId45" Type="http://schemas.openxmlformats.org/officeDocument/2006/relationships/customXml" Target="../ink/ink21.xml"/><Relationship Id="rId66" Type="http://schemas.openxmlformats.org/officeDocument/2006/relationships/image" Target="../media/image41.png"/><Relationship Id="rId87" Type="http://schemas.openxmlformats.org/officeDocument/2006/relationships/customXml" Target="../ink/ink42.xml"/><Relationship Id="rId61" Type="http://schemas.openxmlformats.org/officeDocument/2006/relationships/customXml" Target="../ink/ink29.xml"/><Relationship Id="rId82" Type="http://schemas.openxmlformats.org/officeDocument/2006/relationships/image" Target="../media/image49.png"/><Relationship Id="rId19" Type="http://schemas.openxmlformats.org/officeDocument/2006/relationships/customXml" Target="../ink/ink8.xml"/><Relationship Id="rId14" Type="http://schemas.openxmlformats.org/officeDocument/2006/relationships/image" Target="../media/image15.png"/><Relationship Id="rId30" Type="http://schemas.openxmlformats.org/officeDocument/2006/relationships/image" Target="../media/image23.png"/><Relationship Id="rId35" Type="http://schemas.openxmlformats.org/officeDocument/2006/relationships/customXml" Target="../ink/ink16.xml"/><Relationship Id="rId56" Type="http://schemas.openxmlformats.org/officeDocument/2006/relationships/image" Target="../media/image36.png"/><Relationship Id="rId77" Type="http://schemas.openxmlformats.org/officeDocument/2006/relationships/customXml" Target="../ink/ink37.xml"/><Relationship Id="rId100" Type="http://schemas.openxmlformats.org/officeDocument/2006/relationships/image" Target="../media/image58.png"/><Relationship Id="rId8" Type="http://schemas.openxmlformats.org/officeDocument/2006/relationships/image" Target="../media/image12.png"/><Relationship Id="rId51" Type="http://schemas.openxmlformats.org/officeDocument/2006/relationships/customXml" Target="../ink/ink24.xml"/><Relationship Id="rId72" Type="http://schemas.openxmlformats.org/officeDocument/2006/relationships/image" Target="../media/image44.png"/><Relationship Id="rId93" Type="http://schemas.openxmlformats.org/officeDocument/2006/relationships/customXml" Target="../ink/ink45.xml"/><Relationship Id="rId98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customXml" Target="../ink/ink56.xml"/><Relationship Id="rId26" Type="http://schemas.openxmlformats.org/officeDocument/2006/relationships/customXml" Target="../ink/ink60.xml"/><Relationship Id="rId21" Type="http://schemas.openxmlformats.org/officeDocument/2006/relationships/image" Target="../media/image68.png"/><Relationship Id="rId34" Type="http://schemas.openxmlformats.org/officeDocument/2006/relationships/customXml" Target="../ink/ink64.xml"/><Relationship Id="rId7" Type="http://schemas.openxmlformats.org/officeDocument/2006/relationships/image" Target="../media/image61.png"/><Relationship Id="rId12" Type="http://schemas.openxmlformats.org/officeDocument/2006/relationships/customXml" Target="../ink/ink53.xml"/><Relationship Id="rId17" Type="http://schemas.openxmlformats.org/officeDocument/2006/relationships/image" Target="../media/image66.png"/><Relationship Id="rId25" Type="http://schemas.openxmlformats.org/officeDocument/2006/relationships/image" Target="../media/image70.png"/><Relationship Id="rId33" Type="http://schemas.openxmlformats.org/officeDocument/2006/relationships/image" Target="../media/image74.png"/><Relationship Id="rId2" Type="http://schemas.openxmlformats.org/officeDocument/2006/relationships/notesSlide" Target="../notesSlides/notesSlide15.xml"/><Relationship Id="rId16" Type="http://schemas.openxmlformats.org/officeDocument/2006/relationships/customXml" Target="../ink/ink55.xml"/><Relationship Id="rId20" Type="http://schemas.openxmlformats.org/officeDocument/2006/relationships/customXml" Target="../ink/ink57.xml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50.xml"/><Relationship Id="rId11" Type="http://schemas.openxmlformats.org/officeDocument/2006/relationships/image" Target="../media/image63.png"/><Relationship Id="rId24" Type="http://schemas.openxmlformats.org/officeDocument/2006/relationships/customXml" Target="../ink/ink59.xml"/><Relationship Id="rId32" Type="http://schemas.openxmlformats.org/officeDocument/2006/relationships/customXml" Target="../ink/ink63.xml"/><Relationship Id="rId37" Type="http://schemas.openxmlformats.org/officeDocument/2006/relationships/image" Target="../media/image76.png"/><Relationship Id="rId5" Type="http://schemas.openxmlformats.org/officeDocument/2006/relationships/image" Target="../media/image60.png"/><Relationship Id="rId15" Type="http://schemas.openxmlformats.org/officeDocument/2006/relationships/image" Target="../media/image65.png"/><Relationship Id="rId23" Type="http://schemas.openxmlformats.org/officeDocument/2006/relationships/image" Target="../media/image69.png"/><Relationship Id="rId28" Type="http://schemas.openxmlformats.org/officeDocument/2006/relationships/customXml" Target="../ink/ink61.xml"/><Relationship Id="rId36" Type="http://schemas.openxmlformats.org/officeDocument/2006/relationships/customXml" Target="../ink/ink65.xml"/><Relationship Id="rId10" Type="http://schemas.openxmlformats.org/officeDocument/2006/relationships/customXml" Target="../ink/ink52.xml"/><Relationship Id="rId19" Type="http://schemas.openxmlformats.org/officeDocument/2006/relationships/image" Target="../media/image67.png"/><Relationship Id="rId31" Type="http://schemas.openxmlformats.org/officeDocument/2006/relationships/image" Target="../media/image73.png"/><Relationship Id="rId4" Type="http://schemas.openxmlformats.org/officeDocument/2006/relationships/customXml" Target="../ink/ink49.xml"/><Relationship Id="rId9" Type="http://schemas.openxmlformats.org/officeDocument/2006/relationships/image" Target="../media/image62.png"/><Relationship Id="rId14" Type="http://schemas.openxmlformats.org/officeDocument/2006/relationships/customXml" Target="../ink/ink54.xml"/><Relationship Id="rId22" Type="http://schemas.openxmlformats.org/officeDocument/2006/relationships/customXml" Target="../ink/ink58.xml"/><Relationship Id="rId27" Type="http://schemas.openxmlformats.org/officeDocument/2006/relationships/image" Target="../media/image71.png"/><Relationship Id="rId30" Type="http://schemas.openxmlformats.org/officeDocument/2006/relationships/customXml" Target="../ink/ink62.xml"/><Relationship Id="rId35" Type="http://schemas.openxmlformats.org/officeDocument/2006/relationships/image" Target="../media/image75.png"/><Relationship Id="rId8" Type="http://schemas.openxmlformats.org/officeDocument/2006/relationships/customXml" Target="../ink/ink51.xml"/><Relationship Id="rId3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customXml" Target="../ink/ink71.xml"/><Relationship Id="rId18" Type="http://schemas.openxmlformats.org/officeDocument/2006/relationships/image" Target="../media/image84.png"/><Relationship Id="rId26" Type="http://schemas.openxmlformats.org/officeDocument/2006/relationships/image" Target="../media/image88.png"/><Relationship Id="rId3" Type="http://schemas.openxmlformats.org/officeDocument/2006/relationships/customXml" Target="../ink/ink66.xml"/><Relationship Id="rId21" Type="http://schemas.openxmlformats.org/officeDocument/2006/relationships/customXml" Target="../ink/ink75.xml"/><Relationship Id="rId7" Type="http://schemas.openxmlformats.org/officeDocument/2006/relationships/customXml" Target="../ink/ink68.xml"/><Relationship Id="rId12" Type="http://schemas.openxmlformats.org/officeDocument/2006/relationships/image" Target="../media/image81.png"/><Relationship Id="rId17" Type="http://schemas.openxmlformats.org/officeDocument/2006/relationships/customXml" Target="../ink/ink73.xml"/><Relationship Id="rId25" Type="http://schemas.openxmlformats.org/officeDocument/2006/relationships/customXml" Target="../ink/ink77.xml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83.png"/><Relationship Id="rId20" Type="http://schemas.openxmlformats.org/officeDocument/2006/relationships/image" Target="../media/image85.png"/><Relationship Id="rId29" Type="http://schemas.openxmlformats.org/officeDocument/2006/relationships/customXml" Target="../ink/ink7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png"/><Relationship Id="rId11" Type="http://schemas.openxmlformats.org/officeDocument/2006/relationships/customXml" Target="../ink/ink70.xml"/><Relationship Id="rId24" Type="http://schemas.openxmlformats.org/officeDocument/2006/relationships/image" Target="../media/image87.png"/><Relationship Id="rId5" Type="http://schemas.openxmlformats.org/officeDocument/2006/relationships/customXml" Target="../ink/ink67.xml"/><Relationship Id="rId15" Type="http://schemas.openxmlformats.org/officeDocument/2006/relationships/customXml" Target="../ink/ink72.xml"/><Relationship Id="rId23" Type="http://schemas.openxmlformats.org/officeDocument/2006/relationships/customXml" Target="../ink/ink76.xml"/><Relationship Id="rId28" Type="http://schemas.openxmlformats.org/officeDocument/2006/relationships/image" Target="../media/image89.png"/><Relationship Id="rId10" Type="http://schemas.openxmlformats.org/officeDocument/2006/relationships/image" Target="../media/image80.png"/><Relationship Id="rId19" Type="http://schemas.openxmlformats.org/officeDocument/2006/relationships/customXml" Target="../ink/ink74.xml"/><Relationship Id="rId4" Type="http://schemas.openxmlformats.org/officeDocument/2006/relationships/image" Target="../media/image77.png"/><Relationship Id="rId9" Type="http://schemas.openxmlformats.org/officeDocument/2006/relationships/customXml" Target="../ink/ink69.xml"/><Relationship Id="rId14" Type="http://schemas.openxmlformats.org/officeDocument/2006/relationships/image" Target="../media/image82.png"/><Relationship Id="rId22" Type="http://schemas.openxmlformats.org/officeDocument/2006/relationships/image" Target="../media/image86.png"/><Relationship Id="rId27" Type="http://schemas.openxmlformats.org/officeDocument/2006/relationships/customXml" Target="../ink/ink78.xml"/><Relationship Id="rId30" Type="http://schemas.openxmlformats.org/officeDocument/2006/relationships/image" Target="../media/image90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2.png"/><Relationship Id="rId21" Type="http://schemas.openxmlformats.org/officeDocument/2006/relationships/customXml" Target="../ink/ink88.xml"/><Relationship Id="rId42" Type="http://schemas.openxmlformats.org/officeDocument/2006/relationships/image" Target="../media/image110.png"/><Relationship Id="rId47" Type="http://schemas.openxmlformats.org/officeDocument/2006/relationships/customXml" Target="../ink/ink101.xml"/><Relationship Id="rId63" Type="http://schemas.openxmlformats.org/officeDocument/2006/relationships/customXml" Target="../ink/ink109.xml"/><Relationship Id="rId68" Type="http://schemas.openxmlformats.org/officeDocument/2006/relationships/image" Target="../media/image123.png"/><Relationship Id="rId16" Type="http://schemas.openxmlformats.org/officeDocument/2006/relationships/image" Target="../media/image97.png"/><Relationship Id="rId11" Type="http://schemas.openxmlformats.org/officeDocument/2006/relationships/customXml" Target="../ink/ink83.xml"/><Relationship Id="rId24" Type="http://schemas.openxmlformats.org/officeDocument/2006/relationships/image" Target="../media/image101.png"/><Relationship Id="rId32" Type="http://schemas.openxmlformats.org/officeDocument/2006/relationships/image" Target="../media/image105.png"/><Relationship Id="rId37" Type="http://schemas.openxmlformats.org/officeDocument/2006/relationships/customXml" Target="../ink/ink96.xml"/><Relationship Id="rId40" Type="http://schemas.openxmlformats.org/officeDocument/2006/relationships/image" Target="../media/image109.png"/><Relationship Id="rId45" Type="http://schemas.openxmlformats.org/officeDocument/2006/relationships/customXml" Target="../ink/ink100.xml"/><Relationship Id="rId53" Type="http://schemas.openxmlformats.org/officeDocument/2006/relationships/customXml" Target="../ink/ink104.xml"/><Relationship Id="rId58" Type="http://schemas.openxmlformats.org/officeDocument/2006/relationships/image" Target="../media/image118.png"/><Relationship Id="rId66" Type="http://schemas.openxmlformats.org/officeDocument/2006/relationships/image" Target="../media/image122.png"/><Relationship Id="rId74" Type="http://schemas.openxmlformats.org/officeDocument/2006/relationships/image" Target="../media/image126.png"/><Relationship Id="rId79" Type="http://schemas.openxmlformats.org/officeDocument/2006/relationships/customXml" Target="../ink/ink117.xml"/><Relationship Id="rId5" Type="http://schemas.openxmlformats.org/officeDocument/2006/relationships/customXml" Target="../ink/ink80.xml"/><Relationship Id="rId61" Type="http://schemas.openxmlformats.org/officeDocument/2006/relationships/customXml" Target="../ink/ink108.xml"/><Relationship Id="rId19" Type="http://schemas.openxmlformats.org/officeDocument/2006/relationships/customXml" Target="../ink/ink87.xml"/><Relationship Id="rId14" Type="http://schemas.openxmlformats.org/officeDocument/2006/relationships/image" Target="../media/image96.png"/><Relationship Id="rId22" Type="http://schemas.openxmlformats.org/officeDocument/2006/relationships/image" Target="../media/image100.png"/><Relationship Id="rId27" Type="http://schemas.openxmlformats.org/officeDocument/2006/relationships/customXml" Target="../ink/ink91.xml"/><Relationship Id="rId30" Type="http://schemas.openxmlformats.org/officeDocument/2006/relationships/image" Target="../media/image104.png"/><Relationship Id="rId35" Type="http://schemas.openxmlformats.org/officeDocument/2006/relationships/customXml" Target="../ink/ink95.xml"/><Relationship Id="rId43" Type="http://schemas.openxmlformats.org/officeDocument/2006/relationships/customXml" Target="../ink/ink99.xml"/><Relationship Id="rId48" Type="http://schemas.openxmlformats.org/officeDocument/2006/relationships/image" Target="../media/image113.png"/><Relationship Id="rId56" Type="http://schemas.openxmlformats.org/officeDocument/2006/relationships/image" Target="../media/image117.png"/><Relationship Id="rId64" Type="http://schemas.openxmlformats.org/officeDocument/2006/relationships/image" Target="../media/image121.png"/><Relationship Id="rId69" Type="http://schemas.openxmlformats.org/officeDocument/2006/relationships/customXml" Target="../ink/ink112.xml"/><Relationship Id="rId77" Type="http://schemas.openxmlformats.org/officeDocument/2006/relationships/customXml" Target="../ink/ink116.xml"/><Relationship Id="rId8" Type="http://schemas.openxmlformats.org/officeDocument/2006/relationships/image" Target="../media/image93.png"/><Relationship Id="rId51" Type="http://schemas.openxmlformats.org/officeDocument/2006/relationships/customXml" Target="../ink/ink103.xml"/><Relationship Id="rId72" Type="http://schemas.openxmlformats.org/officeDocument/2006/relationships/image" Target="../media/image125.png"/><Relationship Id="rId80" Type="http://schemas.openxmlformats.org/officeDocument/2006/relationships/image" Target="../media/image129.png"/><Relationship Id="rId3" Type="http://schemas.openxmlformats.org/officeDocument/2006/relationships/image" Target="../media/image91.png"/><Relationship Id="rId12" Type="http://schemas.openxmlformats.org/officeDocument/2006/relationships/image" Target="../media/image95.png"/><Relationship Id="rId17" Type="http://schemas.openxmlformats.org/officeDocument/2006/relationships/customXml" Target="../ink/ink86.xml"/><Relationship Id="rId25" Type="http://schemas.openxmlformats.org/officeDocument/2006/relationships/customXml" Target="../ink/ink90.xml"/><Relationship Id="rId33" Type="http://schemas.openxmlformats.org/officeDocument/2006/relationships/customXml" Target="../ink/ink94.xml"/><Relationship Id="rId38" Type="http://schemas.openxmlformats.org/officeDocument/2006/relationships/image" Target="../media/image108.png"/><Relationship Id="rId46" Type="http://schemas.openxmlformats.org/officeDocument/2006/relationships/image" Target="../media/image112.png"/><Relationship Id="rId59" Type="http://schemas.openxmlformats.org/officeDocument/2006/relationships/customXml" Target="../ink/ink107.xml"/><Relationship Id="rId67" Type="http://schemas.openxmlformats.org/officeDocument/2006/relationships/customXml" Target="../ink/ink111.xml"/><Relationship Id="rId20" Type="http://schemas.openxmlformats.org/officeDocument/2006/relationships/image" Target="../media/image99.png"/><Relationship Id="rId41" Type="http://schemas.openxmlformats.org/officeDocument/2006/relationships/customXml" Target="../ink/ink98.xml"/><Relationship Id="rId54" Type="http://schemas.openxmlformats.org/officeDocument/2006/relationships/image" Target="../media/image116.png"/><Relationship Id="rId62" Type="http://schemas.openxmlformats.org/officeDocument/2006/relationships/image" Target="../media/image120.png"/><Relationship Id="rId70" Type="http://schemas.openxmlformats.org/officeDocument/2006/relationships/image" Target="../media/image124.png"/><Relationship Id="rId75" Type="http://schemas.openxmlformats.org/officeDocument/2006/relationships/customXml" Target="../ink/ink1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5" Type="http://schemas.openxmlformats.org/officeDocument/2006/relationships/customXml" Target="../ink/ink85.xml"/><Relationship Id="rId23" Type="http://schemas.openxmlformats.org/officeDocument/2006/relationships/customXml" Target="../ink/ink89.xml"/><Relationship Id="rId28" Type="http://schemas.openxmlformats.org/officeDocument/2006/relationships/image" Target="../media/image103.png"/><Relationship Id="rId36" Type="http://schemas.openxmlformats.org/officeDocument/2006/relationships/image" Target="../media/image107.png"/><Relationship Id="rId49" Type="http://schemas.openxmlformats.org/officeDocument/2006/relationships/customXml" Target="../ink/ink102.xml"/><Relationship Id="rId57" Type="http://schemas.openxmlformats.org/officeDocument/2006/relationships/customXml" Target="../ink/ink106.xml"/><Relationship Id="rId10" Type="http://schemas.openxmlformats.org/officeDocument/2006/relationships/image" Target="../media/image94.png"/><Relationship Id="rId31" Type="http://schemas.openxmlformats.org/officeDocument/2006/relationships/customXml" Target="../ink/ink93.xml"/><Relationship Id="rId44" Type="http://schemas.openxmlformats.org/officeDocument/2006/relationships/image" Target="../media/image111.png"/><Relationship Id="rId52" Type="http://schemas.openxmlformats.org/officeDocument/2006/relationships/image" Target="../media/image115.png"/><Relationship Id="rId60" Type="http://schemas.openxmlformats.org/officeDocument/2006/relationships/image" Target="../media/image119.png"/><Relationship Id="rId65" Type="http://schemas.openxmlformats.org/officeDocument/2006/relationships/customXml" Target="../ink/ink110.xml"/><Relationship Id="rId73" Type="http://schemas.openxmlformats.org/officeDocument/2006/relationships/customXml" Target="../ink/ink114.xml"/><Relationship Id="rId78" Type="http://schemas.openxmlformats.org/officeDocument/2006/relationships/image" Target="../media/image128.png"/><Relationship Id="rId4" Type="http://schemas.openxmlformats.org/officeDocument/2006/relationships/image" Target="../media/image92.png"/><Relationship Id="rId9" Type="http://schemas.openxmlformats.org/officeDocument/2006/relationships/customXml" Target="../ink/ink82.xml"/><Relationship Id="rId13" Type="http://schemas.openxmlformats.org/officeDocument/2006/relationships/customXml" Target="../ink/ink84.xml"/><Relationship Id="rId18" Type="http://schemas.openxmlformats.org/officeDocument/2006/relationships/image" Target="../media/image98.png"/><Relationship Id="rId39" Type="http://schemas.openxmlformats.org/officeDocument/2006/relationships/customXml" Target="../ink/ink97.xml"/><Relationship Id="rId34" Type="http://schemas.openxmlformats.org/officeDocument/2006/relationships/image" Target="../media/image106.png"/><Relationship Id="rId50" Type="http://schemas.openxmlformats.org/officeDocument/2006/relationships/image" Target="../media/image114.png"/><Relationship Id="rId55" Type="http://schemas.openxmlformats.org/officeDocument/2006/relationships/customXml" Target="../ink/ink105.xml"/><Relationship Id="rId76" Type="http://schemas.openxmlformats.org/officeDocument/2006/relationships/image" Target="../media/image127.png"/><Relationship Id="rId7" Type="http://schemas.openxmlformats.org/officeDocument/2006/relationships/customXml" Target="../ink/ink81.xml"/><Relationship Id="rId71" Type="http://schemas.openxmlformats.org/officeDocument/2006/relationships/customXml" Target="../ink/ink113.xml"/><Relationship Id="rId2" Type="http://schemas.openxmlformats.org/officeDocument/2006/relationships/notesSlide" Target="../notesSlides/notesSlide17.xml"/><Relationship Id="rId29" Type="http://schemas.openxmlformats.org/officeDocument/2006/relationships/customXml" Target="../ink/ink9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5.png"/><Relationship Id="rId18" Type="http://schemas.openxmlformats.org/officeDocument/2006/relationships/customXml" Target="../ink/ink125.xml"/><Relationship Id="rId26" Type="http://schemas.openxmlformats.org/officeDocument/2006/relationships/customXml" Target="../ink/ink129.xml"/><Relationship Id="rId39" Type="http://schemas.openxmlformats.org/officeDocument/2006/relationships/image" Target="../media/image148.png"/><Relationship Id="rId21" Type="http://schemas.openxmlformats.org/officeDocument/2006/relationships/image" Target="../media/image139.png"/><Relationship Id="rId34" Type="http://schemas.openxmlformats.org/officeDocument/2006/relationships/customXml" Target="../ink/ink133.xml"/><Relationship Id="rId42" Type="http://schemas.openxmlformats.org/officeDocument/2006/relationships/customXml" Target="../ink/ink137.xml"/><Relationship Id="rId47" Type="http://schemas.openxmlformats.org/officeDocument/2006/relationships/image" Target="../media/image152.png"/><Relationship Id="rId50" Type="http://schemas.openxmlformats.org/officeDocument/2006/relationships/customXml" Target="../ink/ink141.xml"/><Relationship Id="rId55" Type="http://schemas.openxmlformats.org/officeDocument/2006/relationships/image" Target="../media/image156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18.xml"/><Relationship Id="rId16" Type="http://schemas.openxmlformats.org/officeDocument/2006/relationships/customXml" Target="../ink/ink124.xml"/><Relationship Id="rId29" Type="http://schemas.openxmlformats.org/officeDocument/2006/relationships/image" Target="../media/image143.png"/><Relationship Id="rId11" Type="http://schemas.openxmlformats.org/officeDocument/2006/relationships/image" Target="../media/image134.png"/><Relationship Id="rId24" Type="http://schemas.openxmlformats.org/officeDocument/2006/relationships/customXml" Target="../ink/ink128.xml"/><Relationship Id="rId32" Type="http://schemas.openxmlformats.org/officeDocument/2006/relationships/customXml" Target="../ink/ink132.xml"/><Relationship Id="rId37" Type="http://schemas.openxmlformats.org/officeDocument/2006/relationships/image" Target="../media/image147.png"/><Relationship Id="rId40" Type="http://schemas.openxmlformats.org/officeDocument/2006/relationships/customXml" Target="../ink/ink136.xml"/><Relationship Id="rId45" Type="http://schemas.openxmlformats.org/officeDocument/2006/relationships/image" Target="../media/image151.png"/><Relationship Id="rId53" Type="http://schemas.openxmlformats.org/officeDocument/2006/relationships/image" Target="../media/image155.png"/><Relationship Id="rId58" Type="http://schemas.openxmlformats.org/officeDocument/2006/relationships/customXml" Target="../ink/ink145.xml"/><Relationship Id="rId5" Type="http://schemas.openxmlformats.org/officeDocument/2006/relationships/image" Target="../media/image131.png"/><Relationship Id="rId19" Type="http://schemas.openxmlformats.org/officeDocument/2006/relationships/image" Target="../media/image138.png"/><Relationship Id="rId4" Type="http://schemas.openxmlformats.org/officeDocument/2006/relationships/customXml" Target="../ink/ink118.xml"/><Relationship Id="rId9" Type="http://schemas.openxmlformats.org/officeDocument/2006/relationships/image" Target="../media/image133.png"/><Relationship Id="rId14" Type="http://schemas.openxmlformats.org/officeDocument/2006/relationships/customXml" Target="../ink/ink123.xml"/><Relationship Id="rId22" Type="http://schemas.openxmlformats.org/officeDocument/2006/relationships/customXml" Target="../ink/ink127.xml"/><Relationship Id="rId27" Type="http://schemas.openxmlformats.org/officeDocument/2006/relationships/image" Target="../media/image142.png"/><Relationship Id="rId30" Type="http://schemas.openxmlformats.org/officeDocument/2006/relationships/customXml" Target="../ink/ink131.xml"/><Relationship Id="rId35" Type="http://schemas.openxmlformats.org/officeDocument/2006/relationships/image" Target="../media/image146.png"/><Relationship Id="rId43" Type="http://schemas.openxmlformats.org/officeDocument/2006/relationships/image" Target="../media/image150.png"/><Relationship Id="rId48" Type="http://schemas.openxmlformats.org/officeDocument/2006/relationships/customXml" Target="../ink/ink140.xml"/><Relationship Id="rId56" Type="http://schemas.openxmlformats.org/officeDocument/2006/relationships/customXml" Target="../ink/ink144.xml"/><Relationship Id="rId8" Type="http://schemas.openxmlformats.org/officeDocument/2006/relationships/customXml" Target="../ink/ink120.xml"/><Relationship Id="rId51" Type="http://schemas.openxmlformats.org/officeDocument/2006/relationships/image" Target="../media/image154.png"/><Relationship Id="rId3" Type="http://schemas.openxmlformats.org/officeDocument/2006/relationships/image" Target="../media/image130.png"/><Relationship Id="rId12" Type="http://schemas.openxmlformats.org/officeDocument/2006/relationships/customXml" Target="../ink/ink122.xml"/><Relationship Id="rId17" Type="http://schemas.openxmlformats.org/officeDocument/2006/relationships/image" Target="../media/image137.png"/><Relationship Id="rId25" Type="http://schemas.openxmlformats.org/officeDocument/2006/relationships/image" Target="../media/image141.png"/><Relationship Id="rId33" Type="http://schemas.openxmlformats.org/officeDocument/2006/relationships/image" Target="../media/image145.png"/><Relationship Id="rId38" Type="http://schemas.openxmlformats.org/officeDocument/2006/relationships/customXml" Target="../ink/ink135.xml"/><Relationship Id="rId46" Type="http://schemas.openxmlformats.org/officeDocument/2006/relationships/customXml" Target="../ink/ink139.xml"/><Relationship Id="rId59" Type="http://schemas.openxmlformats.org/officeDocument/2006/relationships/image" Target="../media/image158.png"/><Relationship Id="rId20" Type="http://schemas.openxmlformats.org/officeDocument/2006/relationships/customXml" Target="../ink/ink126.xml"/><Relationship Id="rId41" Type="http://schemas.openxmlformats.org/officeDocument/2006/relationships/image" Target="../media/image149.png"/><Relationship Id="rId54" Type="http://schemas.openxmlformats.org/officeDocument/2006/relationships/customXml" Target="../ink/ink143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19.xml"/><Relationship Id="rId15" Type="http://schemas.openxmlformats.org/officeDocument/2006/relationships/image" Target="../media/image136.png"/><Relationship Id="rId23" Type="http://schemas.openxmlformats.org/officeDocument/2006/relationships/image" Target="../media/image140.png"/><Relationship Id="rId28" Type="http://schemas.openxmlformats.org/officeDocument/2006/relationships/customXml" Target="../ink/ink130.xml"/><Relationship Id="rId36" Type="http://schemas.openxmlformats.org/officeDocument/2006/relationships/customXml" Target="../ink/ink134.xml"/><Relationship Id="rId49" Type="http://schemas.openxmlformats.org/officeDocument/2006/relationships/image" Target="../media/image153.png"/><Relationship Id="rId57" Type="http://schemas.openxmlformats.org/officeDocument/2006/relationships/image" Target="../media/image157.png"/><Relationship Id="rId10" Type="http://schemas.openxmlformats.org/officeDocument/2006/relationships/customXml" Target="../ink/ink121.xml"/><Relationship Id="rId31" Type="http://schemas.openxmlformats.org/officeDocument/2006/relationships/image" Target="../media/image144.png"/><Relationship Id="rId44" Type="http://schemas.openxmlformats.org/officeDocument/2006/relationships/customXml" Target="../ink/ink138.xml"/><Relationship Id="rId52" Type="http://schemas.openxmlformats.org/officeDocument/2006/relationships/customXml" Target="../ink/ink14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4.png"/><Relationship Id="rId18" Type="http://schemas.openxmlformats.org/officeDocument/2006/relationships/customXml" Target="../ink/ink153.xml"/><Relationship Id="rId26" Type="http://schemas.openxmlformats.org/officeDocument/2006/relationships/customXml" Target="../ink/ink157.xml"/><Relationship Id="rId39" Type="http://schemas.openxmlformats.org/officeDocument/2006/relationships/image" Target="../media/image177.png"/><Relationship Id="rId21" Type="http://schemas.openxmlformats.org/officeDocument/2006/relationships/image" Target="../media/image168.png"/><Relationship Id="rId34" Type="http://schemas.openxmlformats.org/officeDocument/2006/relationships/customXml" Target="../ink/ink161.xml"/><Relationship Id="rId42" Type="http://schemas.openxmlformats.org/officeDocument/2006/relationships/customXml" Target="../ink/ink165.xml"/><Relationship Id="rId47" Type="http://schemas.openxmlformats.org/officeDocument/2006/relationships/image" Target="../media/image180.png"/><Relationship Id="rId50" Type="http://schemas.openxmlformats.org/officeDocument/2006/relationships/customXml" Target="../ink/ink169.xml"/><Relationship Id="rId7" Type="http://schemas.openxmlformats.org/officeDocument/2006/relationships/image" Target="../media/image161.png"/><Relationship Id="rId2" Type="http://schemas.openxmlformats.org/officeDocument/2006/relationships/notesSlide" Target="../notesSlides/notesSlide19.xml"/><Relationship Id="rId16" Type="http://schemas.openxmlformats.org/officeDocument/2006/relationships/customXml" Target="../ink/ink152.xml"/><Relationship Id="rId29" Type="http://schemas.openxmlformats.org/officeDocument/2006/relationships/image" Target="../media/image172.png"/><Relationship Id="rId11" Type="http://schemas.openxmlformats.org/officeDocument/2006/relationships/image" Target="../media/image163.png"/><Relationship Id="rId24" Type="http://schemas.openxmlformats.org/officeDocument/2006/relationships/customXml" Target="../ink/ink156.xml"/><Relationship Id="rId32" Type="http://schemas.openxmlformats.org/officeDocument/2006/relationships/customXml" Target="../ink/ink160.xml"/><Relationship Id="rId37" Type="http://schemas.openxmlformats.org/officeDocument/2006/relationships/image" Target="../media/image176.png"/><Relationship Id="rId40" Type="http://schemas.openxmlformats.org/officeDocument/2006/relationships/customXml" Target="../ink/ink164.xml"/><Relationship Id="rId45" Type="http://schemas.openxmlformats.org/officeDocument/2006/relationships/image" Target="../media/image62.png"/><Relationship Id="rId53" Type="http://schemas.openxmlformats.org/officeDocument/2006/relationships/image" Target="../media/image183.png"/><Relationship Id="rId5" Type="http://schemas.openxmlformats.org/officeDocument/2006/relationships/image" Target="../media/image160.png"/><Relationship Id="rId10" Type="http://schemas.openxmlformats.org/officeDocument/2006/relationships/customXml" Target="../ink/ink149.xml"/><Relationship Id="rId19" Type="http://schemas.openxmlformats.org/officeDocument/2006/relationships/image" Target="../media/image167.png"/><Relationship Id="rId31" Type="http://schemas.openxmlformats.org/officeDocument/2006/relationships/image" Target="../media/image173.png"/><Relationship Id="rId44" Type="http://schemas.openxmlformats.org/officeDocument/2006/relationships/customXml" Target="../ink/ink166.xml"/><Relationship Id="rId52" Type="http://schemas.openxmlformats.org/officeDocument/2006/relationships/customXml" Target="../ink/ink170.xml"/><Relationship Id="rId4" Type="http://schemas.openxmlformats.org/officeDocument/2006/relationships/customXml" Target="../ink/ink146.xml"/><Relationship Id="rId9" Type="http://schemas.openxmlformats.org/officeDocument/2006/relationships/image" Target="../media/image162.png"/><Relationship Id="rId14" Type="http://schemas.openxmlformats.org/officeDocument/2006/relationships/customXml" Target="../ink/ink151.xml"/><Relationship Id="rId22" Type="http://schemas.openxmlformats.org/officeDocument/2006/relationships/customXml" Target="../ink/ink155.xml"/><Relationship Id="rId27" Type="http://schemas.openxmlformats.org/officeDocument/2006/relationships/image" Target="../media/image171.png"/><Relationship Id="rId30" Type="http://schemas.openxmlformats.org/officeDocument/2006/relationships/customXml" Target="../ink/ink159.xml"/><Relationship Id="rId35" Type="http://schemas.openxmlformats.org/officeDocument/2006/relationships/image" Target="../media/image175.png"/><Relationship Id="rId43" Type="http://schemas.openxmlformats.org/officeDocument/2006/relationships/image" Target="../media/image179.png"/><Relationship Id="rId48" Type="http://schemas.openxmlformats.org/officeDocument/2006/relationships/customXml" Target="../ink/ink168.xml"/><Relationship Id="rId8" Type="http://schemas.openxmlformats.org/officeDocument/2006/relationships/customXml" Target="../ink/ink148.xml"/><Relationship Id="rId51" Type="http://schemas.openxmlformats.org/officeDocument/2006/relationships/image" Target="../media/image182.png"/><Relationship Id="rId3" Type="http://schemas.openxmlformats.org/officeDocument/2006/relationships/image" Target="../media/image159.png"/><Relationship Id="rId12" Type="http://schemas.openxmlformats.org/officeDocument/2006/relationships/customXml" Target="../ink/ink150.xml"/><Relationship Id="rId17" Type="http://schemas.openxmlformats.org/officeDocument/2006/relationships/image" Target="../media/image166.png"/><Relationship Id="rId25" Type="http://schemas.openxmlformats.org/officeDocument/2006/relationships/image" Target="../media/image170.png"/><Relationship Id="rId33" Type="http://schemas.openxmlformats.org/officeDocument/2006/relationships/image" Target="../media/image174.png"/><Relationship Id="rId38" Type="http://schemas.openxmlformats.org/officeDocument/2006/relationships/customXml" Target="../ink/ink163.xml"/><Relationship Id="rId46" Type="http://schemas.openxmlformats.org/officeDocument/2006/relationships/customXml" Target="../ink/ink167.xml"/><Relationship Id="rId20" Type="http://schemas.openxmlformats.org/officeDocument/2006/relationships/customXml" Target="../ink/ink154.xml"/><Relationship Id="rId41" Type="http://schemas.openxmlformats.org/officeDocument/2006/relationships/image" Target="../media/image178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47.xml"/><Relationship Id="rId15" Type="http://schemas.openxmlformats.org/officeDocument/2006/relationships/image" Target="../media/image165.png"/><Relationship Id="rId23" Type="http://schemas.openxmlformats.org/officeDocument/2006/relationships/image" Target="../media/image169.png"/><Relationship Id="rId28" Type="http://schemas.openxmlformats.org/officeDocument/2006/relationships/customXml" Target="../ink/ink158.xml"/><Relationship Id="rId36" Type="http://schemas.openxmlformats.org/officeDocument/2006/relationships/customXml" Target="../ink/ink162.xml"/><Relationship Id="rId49" Type="http://schemas.openxmlformats.org/officeDocument/2006/relationships/image" Target="../media/image18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3.xml"/><Relationship Id="rId3" Type="http://schemas.openxmlformats.org/officeDocument/2006/relationships/image" Target="../media/image184.png"/><Relationship Id="rId7" Type="http://schemas.openxmlformats.org/officeDocument/2006/relationships/image" Target="../media/image18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72.xml"/><Relationship Id="rId11" Type="http://schemas.openxmlformats.org/officeDocument/2006/relationships/image" Target="../media/image188.png"/><Relationship Id="rId5" Type="http://schemas.openxmlformats.org/officeDocument/2006/relationships/image" Target="../media/image185.png"/><Relationship Id="rId10" Type="http://schemas.openxmlformats.org/officeDocument/2006/relationships/customXml" Target="../ink/ink174.xml"/><Relationship Id="rId4" Type="http://schemas.openxmlformats.org/officeDocument/2006/relationships/customXml" Target="../ink/ink171.xml"/><Relationship Id="rId9" Type="http://schemas.openxmlformats.org/officeDocument/2006/relationships/image" Target="../media/image18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7.xml"/><Relationship Id="rId13" Type="http://schemas.openxmlformats.org/officeDocument/2006/relationships/image" Target="../media/image194.png"/><Relationship Id="rId18" Type="http://schemas.openxmlformats.org/officeDocument/2006/relationships/customXml" Target="../ink/ink182.xml"/><Relationship Id="rId3" Type="http://schemas.openxmlformats.org/officeDocument/2006/relationships/image" Target="../media/image189.png"/><Relationship Id="rId21" Type="http://schemas.openxmlformats.org/officeDocument/2006/relationships/image" Target="../media/image198.png"/><Relationship Id="rId7" Type="http://schemas.openxmlformats.org/officeDocument/2006/relationships/image" Target="../media/image191.png"/><Relationship Id="rId12" Type="http://schemas.openxmlformats.org/officeDocument/2006/relationships/customXml" Target="../ink/ink179.xml"/><Relationship Id="rId17" Type="http://schemas.openxmlformats.org/officeDocument/2006/relationships/image" Target="../media/image196.png"/><Relationship Id="rId25" Type="http://schemas.openxmlformats.org/officeDocument/2006/relationships/image" Target="../media/image200.png"/><Relationship Id="rId2" Type="http://schemas.openxmlformats.org/officeDocument/2006/relationships/notesSlide" Target="../notesSlides/notesSlide21.xml"/><Relationship Id="rId16" Type="http://schemas.openxmlformats.org/officeDocument/2006/relationships/customXml" Target="../ink/ink181.xml"/><Relationship Id="rId20" Type="http://schemas.openxmlformats.org/officeDocument/2006/relationships/customXml" Target="../ink/ink183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76.xml"/><Relationship Id="rId11" Type="http://schemas.openxmlformats.org/officeDocument/2006/relationships/image" Target="../media/image193.png"/><Relationship Id="rId24" Type="http://schemas.openxmlformats.org/officeDocument/2006/relationships/customXml" Target="../ink/ink185.xml"/><Relationship Id="rId5" Type="http://schemas.openxmlformats.org/officeDocument/2006/relationships/image" Target="../media/image190.png"/><Relationship Id="rId15" Type="http://schemas.openxmlformats.org/officeDocument/2006/relationships/image" Target="../media/image195.png"/><Relationship Id="rId23" Type="http://schemas.openxmlformats.org/officeDocument/2006/relationships/image" Target="../media/image199.png"/><Relationship Id="rId10" Type="http://schemas.openxmlformats.org/officeDocument/2006/relationships/customXml" Target="../ink/ink178.xml"/><Relationship Id="rId19" Type="http://schemas.openxmlformats.org/officeDocument/2006/relationships/image" Target="../media/image197.png"/><Relationship Id="rId4" Type="http://schemas.openxmlformats.org/officeDocument/2006/relationships/customXml" Target="../ink/ink175.xml"/><Relationship Id="rId9" Type="http://schemas.openxmlformats.org/officeDocument/2006/relationships/image" Target="../media/image192.png"/><Relationship Id="rId14" Type="http://schemas.openxmlformats.org/officeDocument/2006/relationships/customXml" Target="../ink/ink180.xml"/><Relationship Id="rId22" Type="http://schemas.openxmlformats.org/officeDocument/2006/relationships/customXml" Target="../ink/ink18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unoob.com/python3/python3-conditional-statements.html" TargetMode="External"/><Relationship Id="rId3" Type="http://schemas.openxmlformats.org/officeDocument/2006/relationships/hyperlink" Target="https://www.runoob.com/python3/python3-string.html" TargetMode="External"/><Relationship Id="rId7" Type="http://schemas.openxmlformats.org/officeDocument/2006/relationships/hyperlink" Target="https://www.runoob.com/python3/python3-set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runoob.com/python3/python3-dictionary.html" TargetMode="External"/><Relationship Id="rId5" Type="http://schemas.openxmlformats.org/officeDocument/2006/relationships/hyperlink" Target="https://www.runoob.com/python3/python3-tuple.html" TargetMode="External"/><Relationship Id="rId10" Type="http://schemas.openxmlformats.org/officeDocument/2006/relationships/hyperlink" Target="https://www.runoob.com/python3/python3-basic-operators.html" TargetMode="External"/><Relationship Id="rId4" Type="http://schemas.openxmlformats.org/officeDocument/2006/relationships/hyperlink" Target="https://www.runoob.com/python3/python3-list.html" TargetMode="External"/><Relationship Id="rId9" Type="http://schemas.openxmlformats.org/officeDocument/2006/relationships/hyperlink" Target="https://www.runoob.com/python3/python3-loop.html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leetcode.cn/problemset/" TargetMode="External"/><Relationship Id="rId3" Type="http://schemas.openxmlformats.org/officeDocument/2006/relationships/hyperlink" Target="https://www.lanqiao.cn/paper/" TargetMode="External"/><Relationship Id="rId7" Type="http://schemas.openxmlformats.org/officeDocument/2006/relationships/hyperlink" Target="https://leetcode.cn/contest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luogu.com.cn/training/list" TargetMode="External"/><Relationship Id="rId5" Type="http://schemas.openxmlformats.org/officeDocument/2006/relationships/hyperlink" Target="https://ac.nowcoder.com/acm/problem/collection/6999" TargetMode="External"/><Relationship Id="rId4" Type="http://schemas.openxmlformats.org/officeDocument/2006/relationships/hyperlink" Target="https://www.lanqiao.cn/problems/?first_category_id=1" TargetMode="External"/><Relationship Id="rId9" Type="http://schemas.openxmlformats.org/officeDocument/2006/relationships/image" Target="../media/image2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34330" y="1014107"/>
            <a:ext cx="6130330" cy="198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蓝桥杯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Python冲刺班</a:t>
            </a:r>
          </a:p>
        </p:txBody>
      </p:sp>
      <p:sp>
        <p:nvSpPr>
          <p:cNvPr id="4" name="AutoShape 4"/>
          <p:cNvSpPr/>
          <p:nvPr/>
        </p:nvSpPr>
        <p:spPr>
          <a:xfrm>
            <a:off x="816408" y="3343116"/>
            <a:ext cx="4521200" cy="2667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讲解人</a:t>
            </a: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小</a:t>
            </a:r>
            <a:r>
              <a:rPr lang="en-US" sz="32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T老师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中山大学</a:t>
            </a:r>
            <a:r>
              <a:rPr lang="zh-CN" altLang="en-US" sz="18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博士生</a:t>
            </a:r>
            <a:endParaRPr lang="en-US" altLang="zh-CN" sz="1800" b="0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曾获蓝桥杯PythonA组国2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Leetcode算法竞赛分</a:t>
            </a:r>
            <a:r>
              <a:rPr lang="en-US" sz="18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2100+（全国前2%）,</a:t>
            </a:r>
            <a:b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ACM-</a:t>
            </a:r>
            <a:r>
              <a:rPr lang="en-US" sz="18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ICPC省赛</a:t>
            </a:r>
            <a:r>
              <a:rPr lang="zh-CN" altLang="en-US" sz="18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银</a:t>
            </a:r>
            <a:r>
              <a:rPr lang="en-US" sz="18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92100" y="762714"/>
            <a:ext cx="11899900" cy="365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前言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3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1.课程面向全体同学，会尽可能照顾零基础，但是基础语法不是本课程重点，整体课程节奏可能偏快，需要结合补充资料学习。</a:t>
            </a:r>
          </a:p>
          <a:p>
            <a:pPr indent="0" algn="l">
              <a:lnSpc>
                <a:spcPct val="125000"/>
              </a:lnSpc>
            </a:pPr>
            <a:r>
              <a:rPr lang="en-US" sz="3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2.直播中有问题可以在评论区发出来，也可以课后在大群里讨论。学习需要交流，希望能和大家共同成长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92100" y="1262386"/>
            <a:ext cx="11899900" cy="274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课前准备：安装好Python环境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4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包括Python解释器、Python编辑器IDLE</a:t>
            </a:r>
          </a:p>
          <a:p>
            <a:pPr indent="0" algn="ctr">
              <a:lnSpc>
                <a:spcPct val="125000"/>
              </a:lnSpc>
            </a:pPr>
            <a:r>
              <a:rPr lang="en-US" sz="4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了解基本的Python语法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8D9358-A909-F69B-011E-6DEDB7E3A892}"/>
              </a:ext>
            </a:extLst>
          </p:cNvPr>
          <p:cNvSpPr txBox="1"/>
          <p:nvPr/>
        </p:nvSpPr>
        <p:spPr>
          <a:xfrm>
            <a:off x="629173" y="4278385"/>
            <a:ext cx="10976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hlinkClick r:id="rId3"/>
              </a:rPr>
              <a:t>【</a:t>
            </a:r>
            <a:r>
              <a:rPr lang="zh-CN" altLang="en-US" sz="2400" dirty="0">
                <a:hlinkClick r:id="rId3"/>
              </a:rPr>
              <a:t>教程</a:t>
            </a:r>
            <a:r>
              <a:rPr lang="en-US" altLang="zh-CN" sz="2400" dirty="0">
                <a:hlinkClick r:id="rId3"/>
              </a:rPr>
              <a:t>】Python</a:t>
            </a:r>
            <a:r>
              <a:rPr lang="zh-CN" altLang="en-US" sz="2400" dirty="0">
                <a:hlinkClick r:id="rId3"/>
              </a:rPr>
              <a:t>：</a:t>
            </a:r>
            <a:r>
              <a:rPr lang="en-US" altLang="zh-CN" sz="2400" dirty="0">
                <a:hlinkClick r:id="rId3"/>
              </a:rPr>
              <a:t>IDLE</a:t>
            </a:r>
            <a:r>
              <a:rPr lang="zh-CN" altLang="en-US" sz="2400" dirty="0">
                <a:hlinkClick r:id="rId3"/>
              </a:rPr>
              <a:t>开发环境安装与配置保姆级教学</a:t>
            </a:r>
            <a:r>
              <a:rPr lang="en-US" altLang="zh-CN" sz="2400" dirty="0">
                <a:hlinkClick r:id="rId3"/>
              </a:rPr>
              <a:t>_idle</a:t>
            </a:r>
            <a:r>
              <a:rPr lang="zh-CN" altLang="en-US" sz="2400" dirty="0">
                <a:hlinkClick r:id="rId3"/>
              </a:rPr>
              <a:t>安装</a:t>
            </a:r>
            <a:r>
              <a:rPr lang="en-US" altLang="zh-CN" sz="2400" dirty="0">
                <a:hlinkClick r:id="rId3"/>
              </a:rPr>
              <a:t>-CSDN</a:t>
            </a:r>
            <a:r>
              <a:rPr lang="zh-CN" altLang="en-US" sz="2400" dirty="0">
                <a:hlinkClick r:id="rId3"/>
              </a:rPr>
              <a:t>博客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6954" y="2286714"/>
            <a:ext cx="11112500" cy="198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蓝桥杯</a:t>
            </a:r>
            <a:r>
              <a:rPr lang="en-US" altLang="zh-CN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2026</a:t>
            </a:r>
            <a:r>
              <a:rPr lang="zh-CN" alt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届</a:t>
            </a: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Python冲刺班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课时1：语法基础与算法入门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3472" y="1679969"/>
            <a:ext cx="11645900" cy="2971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课时1.1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【前瞻】蓝桥杯Python组全面精细解读：大赛流程、题型、备考策略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1.1蓝桥杯Python组全面精细解读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11857" y="1075230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竞赛赛程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68449" y="1886369"/>
            <a:ext cx="10972800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蓝桥杯每年都有省赛和国赛，省赛一般是四月上旬或者中旬，国赛一般是六月上旬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比赛时长：4小时（9：00 - 13:00）</a:t>
            </a:r>
          </a:p>
          <a:p>
            <a:pPr indent="0" algn="l">
              <a:lnSpc>
                <a:spcPct val="125000"/>
              </a:lnSpc>
            </a:pP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只有参加了省赛并且获得省赛一等奖的才有资格参加国赛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094" y="3429000"/>
            <a:ext cx="9353248" cy="3231122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1.1蓝桥杯Python组全面精细解读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11857" y="1075230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编程环境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68449" y="1886369"/>
            <a:ext cx="92075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编译器：Python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3.8.x</a:t>
            </a:r>
            <a:b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编辑器：IDLE（Python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自带编辑器，即本课程采用的主要编辑器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326311" y="3002308"/>
            <a:ext cx="32893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OI赛制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2902" y="3813447"/>
            <a:ext cx="11684000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1.无现场提交反馈。也就是说你比赛的时候提交代码之后无法知道自己是否AC了或者对了几个、得了多少分。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2.按点给分。是根据测试点通过个数给分。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709" y="5151491"/>
            <a:ext cx="6802977" cy="1595959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AFE1FC2-E6DF-7622-0E99-9680BFEFABFA}"/>
              </a:ext>
            </a:extLst>
          </p:cNvPr>
          <p:cNvSpPr txBox="1"/>
          <p:nvPr/>
        </p:nvSpPr>
        <p:spPr>
          <a:xfrm>
            <a:off x="1690382" y="3251012"/>
            <a:ext cx="7735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hlinkClick r:id="rId4"/>
              </a:rPr>
              <a:t>信息学竞赛之</a:t>
            </a:r>
            <a:r>
              <a:rPr lang="en-US" altLang="zh-CN" sz="1800" dirty="0">
                <a:hlinkClick r:id="rId4"/>
              </a:rPr>
              <a:t>OI</a:t>
            </a:r>
            <a:r>
              <a:rPr lang="zh-CN" altLang="en-US" sz="1800" dirty="0">
                <a:hlinkClick r:id="rId4"/>
              </a:rPr>
              <a:t>、</a:t>
            </a:r>
            <a:r>
              <a:rPr lang="en-US" altLang="zh-CN" sz="1800" dirty="0">
                <a:hlinkClick r:id="rId4"/>
              </a:rPr>
              <a:t>IOI</a:t>
            </a:r>
            <a:r>
              <a:rPr lang="zh-CN" altLang="en-US" sz="1800" dirty="0">
                <a:hlinkClick r:id="rId4"/>
              </a:rPr>
              <a:t>、</a:t>
            </a:r>
            <a:r>
              <a:rPr lang="en-US" altLang="zh-CN" sz="1800" dirty="0">
                <a:hlinkClick r:id="rId4"/>
              </a:rPr>
              <a:t>ACM</a:t>
            </a:r>
            <a:r>
              <a:rPr lang="zh-CN" altLang="en-US" sz="1800" dirty="0">
                <a:hlinkClick r:id="rId4"/>
              </a:rPr>
              <a:t>赛制，不同赛制如何应对？ </a:t>
            </a:r>
            <a:r>
              <a:rPr lang="en-US" altLang="zh-CN" sz="1800" dirty="0">
                <a:hlinkClick r:id="rId4"/>
              </a:rPr>
              <a:t>- </a:t>
            </a:r>
            <a:r>
              <a:rPr lang="zh-CN" altLang="en-US" sz="1800" dirty="0">
                <a:hlinkClick r:id="rId4"/>
              </a:rPr>
              <a:t>知乎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1.1蓝桥杯Python组全面精细解读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11857" y="1075230"/>
            <a:ext cx="47117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结果填空题（一般是2道）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11857" y="1684830"/>
            <a:ext cx="43180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题目描述一个具有确定解的问题。要求选手对问题的解填空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不要求解题过程，不限制解题手段（可以使用任何开发语言或工具，甚至是手算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），只</a:t>
            </a:r>
            <a:b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要求填写最终的结果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最终的解是一个整数或者是一个字符串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endParaRPr lang="en-US" sz="11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02" y="1608500"/>
            <a:ext cx="6451676" cy="4267460"/>
          </a:xfrm>
          <a:prstGeom prst="rect">
            <a:avLst/>
          </a:prstGeom>
          <a:ln w="25400">
            <a:solidFill>
              <a:srgbClr val="2B2F36">
                <a:alpha val="100000"/>
              </a:srgbClr>
            </a:solidFill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1.1蓝桥杯Python组全面精细解读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编程大题</a:t>
            </a:r>
            <a:endParaRPr lang="en-US" sz="1100"/>
          </a:p>
          <a:p>
            <a:pPr indent="0" algn="l">
              <a:lnSpc>
                <a:spcPct val="125000"/>
              </a:lnSpc>
            </a:pPr>
            <a:endParaRPr lang="en-US" sz="1100"/>
          </a:p>
          <a:p>
            <a:pPr indent="0" algn="l">
              <a:lnSpc>
                <a:spcPct val="125000"/>
              </a:lnSpc>
            </a:pP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542" y="1122646"/>
            <a:ext cx="4656010" cy="5281899"/>
          </a:xfrm>
          <a:prstGeom prst="rect">
            <a:avLst/>
          </a:prstGeom>
          <a:ln w="25400">
            <a:solidFill>
              <a:srgbClr val="2B2F36">
                <a:alpha val="100000"/>
              </a:srgbClr>
            </a:solidFill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870" y="2364669"/>
            <a:ext cx="5459130" cy="3098781"/>
          </a:xfrm>
          <a:prstGeom prst="rect">
            <a:avLst/>
          </a:prstGeom>
          <a:ln w="25400">
            <a:solidFill>
              <a:srgbClr val="2B2F36">
                <a:alpha val="100000"/>
              </a:srgbClr>
            </a:solidFill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3472" y="1679969"/>
            <a:ext cx="11645900" cy="198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课时1.2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【基础精炼强化】Python基础语法讲解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数据类型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58" y="1766420"/>
            <a:ext cx="6320138" cy="2685792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568408" y="4611522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0" i="0" u="none" strike="noStrike" dirty="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不可变数据（3 个）：</a:t>
            </a:r>
            <a:r>
              <a:rPr lang="en-US" sz="2600" b="0" i="0" u="none" strike="noStrike" dirty="0" err="1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Number（数字</a:t>
            </a:r>
            <a:r>
              <a:rPr lang="en-US" sz="2600" b="0" i="0" u="none" strike="noStrike" dirty="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2600" b="0" i="0" u="none" strike="noStrike" dirty="0" err="1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String（字符串</a:t>
            </a:r>
            <a:r>
              <a:rPr lang="en-US" sz="2600" b="0" i="0" u="none" strike="noStrike" dirty="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2600" b="0" i="0" u="none" strike="noStrike" dirty="0" err="1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Tuple（元组</a:t>
            </a:r>
            <a:r>
              <a:rPr lang="en-US" sz="2600" b="0" i="0" u="none" strike="noStrike" dirty="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）；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2600" b="0" i="0" u="none" strike="noStrike" dirty="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可变数据（3 个）：</a:t>
            </a:r>
            <a:r>
              <a:rPr lang="en-US" sz="2600" b="0" i="0" u="none" strike="noStrike" dirty="0" err="1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List（列表</a:t>
            </a:r>
            <a:r>
              <a:rPr lang="en-US" sz="2600" b="0" i="0" u="none" strike="noStrike" dirty="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2600" b="0" i="0" u="none" strike="noStrike" dirty="0" err="1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Dictionary（字典</a:t>
            </a:r>
            <a:r>
              <a:rPr lang="en-US" sz="2600" b="0" i="0" u="none" strike="noStrike" dirty="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2600" b="0" i="0" u="none" strike="noStrike" dirty="0" err="1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Set（集合</a:t>
            </a:r>
            <a:r>
              <a:rPr lang="en-US" sz="2600" b="0" i="0" u="none" strike="noStrike" dirty="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）。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2257448" y="1149910"/>
            <a:ext cx="9260635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补充资料：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Python3 </a:t>
            </a: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基本数据类型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菜鸟教程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(runoob.com)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A18E8-5149-FDF0-F598-38C372FF1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332F42F-DA36-6322-D501-582674EFD51B}"/>
              </a:ext>
            </a:extLst>
          </p:cNvPr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999C55-EECE-345D-979C-6DDBC304FF66}"/>
              </a:ext>
            </a:extLst>
          </p:cNvPr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数据类型</a:t>
            </a:r>
            <a:endParaRPr lang="en-US"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9323968-012E-85FC-525E-C54FF2355F0E}"/>
              </a:ext>
            </a:extLst>
          </p:cNvPr>
          <p:cNvSpPr/>
          <p:nvPr/>
        </p:nvSpPr>
        <p:spPr>
          <a:xfrm>
            <a:off x="2257448" y="1149910"/>
            <a:ext cx="9260635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补充资料：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Python3 </a:t>
            </a: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基本数据类型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菜鸟教程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(runoob.com)</a:t>
            </a:r>
            <a:endParaRPr lang="en-US" sz="11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D99EB27-ADD1-7CA0-31BC-A8B11AAD0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214" y="2007732"/>
            <a:ext cx="9050323" cy="419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587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C6292-9A0F-CEDD-7340-DEC3EB423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DF1655B-6575-4FF3-64C7-C05DCD623CEE}"/>
              </a:ext>
            </a:extLst>
          </p:cNvPr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EE4CDCF-B545-5C8F-AC63-BCFE81FDD6EF}"/>
              </a:ext>
            </a:extLst>
          </p:cNvPr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数据类型</a:t>
            </a:r>
            <a:endParaRPr lang="en-US"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134E728-3B87-6292-7A5C-1524684A2C23}"/>
              </a:ext>
            </a:extLst>
          </p:cNvPr>
          <p:cNvSpPr/>
          <p:nvPr/>
        </p:nvSpPr>
        <p:spPr>
          <a:xfrm>
            <a:off x="2257448" y="1149910"/>
            <a:ext cx="9260635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补充资料：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Python3 </a:t>
            </a: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基本数据类型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菜鸟教程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(runoob.com)</a:t>
            </a:r>
            <a:endParaRPr lang="en-US" sz="11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034D65-8257-607E-B7FA-0208E3274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850" y="2210499"/>
            <a:ext cx="10442171" cy="39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6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F317-83D2-EFDB-8AD9-C0158B9E4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622223A-9B46-DC8C-CAC6-DA8ABFE8DB40}"/>
              </a:ext>
            </a:extLst>
          </p:cNvPr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78EF258-9942-2F67-5F16-E4495FABE4AC}"/>
              </a:ext>
            </a:extLst>
          </p:cNvPr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数据类型</a:t>
            </a:r>
            <a:endParaRPr lang="en-US"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9E00141-3BCD-0B2A-C1D7-AEBAFE6E5F39}"/>
              </a:ext>
            </a:extLst>
          </p:cNvPr>
          <p:cNvSpPr/>
          <p:nvPr/>
        </p:nvSpPr>
        <p:spPr>
          <a:xfrm>
            <a:off x="2257448" y="1149910"/>
            <a:ext cx="9260635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补充资料：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Python3 </a:t>
            </a: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基本数据类型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菜鸟教程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data-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(runoob.com)</a:t>
            </a:r>
            <a:endParaRPr lang="en-US" sz="11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6C26B95-3A9B-57E1-8282-4897AB7E2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921" y="1766420"/>
            <a:ext cx="7151976" cy="48773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D593E95-33D4-E4D2-5181-D4EEDDB6CBB2}"/>
                  </a:ext>
                </a:extLst>
              </p14:cNvPr>
              <p14:cNvContentPartPr/>
              <p14:nvPr/>
            </p14:nvContentPartPr>
            <p14:xfrm>
              <a:off x="3246572" y="4903240"/>
              <a:ext cx="2690640" cy="14292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D593E95-33D4-E4D2-5181-D4EEDDB6CBB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40452" y="4897120"/>
                <a:ext cx="2702880" cy="15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组合 29">
            <a:extLst>
              <a:ext uri="{FF2B5EF4-FFF2-40B4-BE49-F238E27FC236}">
                <a16:creationId xmlns:a16="http://schemas.microsoft.com/office/drawing/2014/main" id="{1B9944DC-2E0A-DA24-2165-45ABB48ACE1E}"/>
              </a:ext>
            </a:extLst>
          </p:cNvPr>
          <p:cNvGrpSpPr/>
          <p:nvPr/>
        </p:nvGrpSpPr>
        <p:grpSpPr>
          <a:xfrm>
            <a:off x="6610052" y="3754120"/>
            <a:ext cx="1641960" cy="324000"/>
            <a:chOff x="6610052" y="3754120"/>
            <a:chExt cx="164196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DF6BDBE5-A7F0-DE5E-C54D-F77A347C0407}"/>
                    </a:ext>
                  </a:extLst>
                </p14:cNvPr>
                <p14:cNvContentPartPr/>
                <p14:nvPr/>
              </p14:nvContentPartPr>
              <p14:xfrm>
                <a:off x="6610052" y="3816400"/>
                <a:ext cx="93600" cy="11448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DF6BDBE5-A7F0-DE5E-C54D-F77A347C040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01052" y="3807400"/>
                  <a:ext cx="1112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2C4BD515-D91B-5EF8-977D-6BA11734BC6D}"/>
                    </a:ext>
                  </a:extLst>
                </p14:cNvPr>
                <p14:cNvContentPartPr/>
                <p14:nvPr/>
              </p14:nvContentPartPr>
              <p14:xfrm>
                <a:off x="6702932" y="3770680"/>
                <a:ext cx="142560" cy="23724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2C4BD515-D91B-5EF8-977D-6BA11734BC6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94292" y="3761680"/>
                  <a:ext cx="1602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E6F3C263-ACBD-C10B-37DD-412D29EBE4B4}"/>
                    </a:ext>
                  </a:extLst>
                </p14:cNvPr>
                <p14:cNvContentPartPr/>
                <p14:nvPr/>
              </p14:nvContentPartPr>
              <p14:xfrm>
                <a:off x="6798332" y="3754120"/>
                <a:ext cx="141840" cy="31608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E6F3C263-ACBD-C10B-37DD-412D29EBE4B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89692" y="3745120"/>
                  <a:ext cx="1594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71F495B8-BDA6-8740-F892-0A58BFFBB3AC}"/>
                    </a:ext>
                  </a:extLst>
                </p14:cNvPr>
                <p14:cNvContentPartPr/>
                <p14:nvPr/>
              </p14:nvContentPartPr>
              <p14:xfrm>
                <a:off x="6981932" y="3765640"/>
                <a:ext cx="229320" cy="12780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71F495B8-BDA6-8740-F892-0A58BFFBB3A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72932" y="3757000"/>
                  <a:ext cx="246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3EF05298-F71B-A076-062B-432ECF3D71FC}"/>
                    </a:ext>
                  </a:extLst>
                </p14:cNvPr>
                <p14:cNvContentPartPr/>
                <p14:nvPr/>
              </p14:nvContentPartPr>
              <p14:xfrm>
                <a:off x="7115492" y="3783280"/>
                <a:ext cx="65520" cy="28692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3EF05298-F71B-A076-062B-432ECF3D71F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06852" y="3774280"/>
                  <a:ext cx="831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22F7D218-B043-97BB-7552-BED5D671630C}"/>
                    </a:ext>
                  </a:extLst>
                </p14:cNvPr>
                <p14:cNvContentPartPr/>
                <p14:nvPr/>
              </p14:nvContentPartPr>
              <p14:xfrm>
                <a:off x="7302692" y="3946720"/>
                <a:ext cx="709560" cy="1728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22F7D218-B043-97BB-7552-BED5D671630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93692" y="3938080"/>
                  <a:ext cx="7272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D07A3DF7-A692-9031-C49E-6E59FA569DBC}"/>
                    </a:ext>
                  </a:extLst>
                </p14:cNvPr>
                <p14:cNvContentPartPr/>
                <p14:nvPr/>
              </p14:nvContentPartPr>
              <p14:xfrm>
                <a:off x="7899572" y="3875440"/>
                <a:ext cx="112680" cy="14616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D07A3DF7-A692-9031-C49E-6E59FA569DB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890932" y="3866800"/>
                  <a:ext cx="1303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F910B423-FD57-05C4-912E-B35EE10A0B62}"/>
                    </a:ext>
                  </a:extLst>
                </p14:cNvPr>
                <p14:cNvContentPartPr/>
                <p14:nvPr/>
              </p14:nvContentPartPr>
              <p14:xfrm>
                <a:off x="8133212" y="3916120"/>
                <a:ext cx="118800" cy="16200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F910B423-FD57-05C4-912E-B35EE10A0B6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24212" y="3907480"/>
                  <a:ext cx="136440" cy="17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96D6FB11-AB78-B4A2-E1A8-B3792C1FD240}"/>
                  </a:ext>
                </a:extLst>
              </p14:cNvPr>
              <p14:cNvContentPartPr/>
              <p14:nvPr/>
            </p14:nvContentPartPr>
            <p14:xfrm>
              <a:off x="7142852" y="2789320"/>
              <a:ext cx="155520" cy="58788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96D6FB11-AB78-B4A2-E1A8-B3792C1FD24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134212" y="2780320"/>
                <a:ext cx="173160" cy="60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组合 45">
            <a:extLst>
              <a:ext uri="{FF2B5EF4-FFF2-40B4-BE49-F238E27FC236}">
                <a16:creationId xmlns:a16="http://schemas.microsoft.com/office/drawing/2014/main" id="{1BEEC50C-14E0-526D-8AED-B0840CFC8610}"/>
              </a:ext>
            </a:extLst>
          </p:cNvPr>
          <p:cNvGrpSpPr/>
          <p:nvPr/>
        </p:nvGrpSpPr>
        <p:grpSpPr>
          <a:xfrm>
            <a:off x="3271772" y="4454320"/>
            <a:ext cx="5007960" cy="740160"/>
            <a:chOff x="3271772" y="4454320"/>
            <a:chExt cx="5007960" cy="74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93C971C0-BD5D-F155-EF5D-2CA69CB7D7F8}"/>
                    </a:ext>
                  </a:extLst>
                </p14:cNvPr>
                <p14:cNvContentPartPr/>
                <p14:nvPr/>
              </p14:nvContentPartPr>
              <p14:xfrm>
                <a:off x="6794732" y="4538200"/>
                <a:ext cx="360" cy="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93C971C0-BD5D-F155-EF5D-2CA69CB7D7F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86092" y="45295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346C0990-E5A0-DC25-DFFE-BC7994E601D0}"/>
                    </a:ext>
                  </a:extLst>
                </p14:cNvPr>
                <p14:cNvContentPartPr/>
                <p14:nvPr/>
              </p14:nvContentPartPr>
              <p14:xfrm>
                <a:off x="3321812" y="5003320"/>
                <a:ext cx="2831040" cy="7704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346C0990-E5A0-DC25-DFFE-BC7994E601D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312812" y="4994320"/>
                  <a:ext cx="2848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13B10B79-7AE9-53EB-D3B0-D55CEF6E25FA}"/>
                    </a:ext>
                  </a:extLst>
                </p14:cNvPr>
                <p14:cNvContentPartPr/>
                <p14:nvPr/>
              </p14:nvContentPartPr>
              <p14:xfrm>
                <a:off x="3271772" y="4454320"/>
                <a:ext cx="2894400" cy="10548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13B10B79-7AE9-53EB-D3B0-D55CEF6E25F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262772" y="4445320"/>
                  <a:ext cx="29120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BFE48A53-8095-71F6-117E-9A2EC319E8D2}"/>
                    </a:ext>
                  </a:extLst>
                </p14:cNvPr>
                <p14:cNvContentPartPr/>
                <p14:nvPr/>
              </p14:nvContentPartPr>
              <p14:xfrm>
                <a:off x="6694292" y="4803520"/>
                <a:ext cx="128880" cy="360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BFE48A53-8095-71F6-117E-9A2EC319E8D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85292" y="4794520"/>
                  <a:ext cx="146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1E12FD31-589B-FD5F-6501-5C1A691441D2}"/>
                    </a:ext>
                  </a:extLst>
                </p14:cNvPr>
                <p14:cNvContentPartPr/>
                <p14:nvPr/>
              </p14:nvContentPartPr>
              <p14:xfrm>
                <a:off x="6734252" y="4802440"/>
                <a:ext cx="117000" cy="14796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1E12FD31-589B-FD5F-6501-5C1A691441D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725612" y="4793800"/>
                  <a:ext cx="1346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A96A6652-6B13-F812-FCAA-280845878003}"/>
                    </a:ext>
                  </a:extLst>
                </p14:cNvPr>
                <p14:cNvContentPartPr/>
                <p14:nvPr/>
              </p14:nvContentPartPr>
              <p14:xfrm>
                <a:off x="6901292" y="4777240"/>
                <a:ext cx="103680" cy="16632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A96A6652-6B13-F812-FCAA-28084587800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92292" y="4768600"/>
                  <a:ext cx="1213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B9EC6F00-DB4D-A636-E33F-81F2F4C9828A}"/>
                    </a:ext>
                  </a:extLst>
                </p14:cNvPr>
                <p14:cNvContentPartPr/>
                <p14:nvPr/>
              </p14:nvContentPartPr>
              <p14:xfrm>
                <a:off x="6980132" y="4844560"/>
                <a:ext cx="41760" cy="9900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B9EC6F00-DB4D-A636-E33F-81F2F4C9828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71492" y="4835560"/>
                  <a:ext cx="594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A0B08122-360D-6B8E-7169-76F3C7D81BB9}"/>
                    </a:ext>
                  </a:extLst>
                </p14:cNvPr>
                <p14:cNvContentPartPr/>
                <p14:nvPr/>
              </p14:nvContentPartPr>
              <p14:xfrm>
                <a:off x="7050692" y="4823320"/>
                <a:ext cx="311040" cy="10188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A0B08122-360D-6B8E-7169-76F3C7D81BB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42052" y="4814320"/>
                  <a:ext cx="328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8177677F-D904-9FEF-6066-28F2F50BAC3B}"/>
                    </a:ext>
                  </a:extLst>
                </p14:cNvPr>
                <p14:cNvContentPartPr/>
                <p14:nvPr/>
              </p14:nvContentPartPr>
              <p14:xfrm>
                <a:off x="7465772" y="4855000"/>
                <a:ext cx="410400" cy="2340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8177677F-D904-9FEF-6066-28F2F50BAC3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457132" y="4846000"/>
                  <a:ext cx="4280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06B42564-41FC-DC9F-8E8F-22C7EC80268C}"/>
                    </a:ext>
                  </a:extLst>
                </p14:cNvPr>
                <p14:cNvContentPartPr/>
                <p14:nvPr/>
              </p14:nvContentPartPr>
              <p14:xfrm>
                <a:off x="7768172" y="4811080"/>
                <a:ext cx="120600" cy="20736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06B42564-41FC-DC9F-8E8F-22C7EC80268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59532" y="4802080"/>
                  <a:ext cx="1382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B154CF2F-574C-FAAD-6B56-47B63393F01D}"/>
                    </a:ext>
                  </a:extLst>
                </p14:cNvPr>
                <p14:cNvContentPartPr/>
                <p14:nvPr/>
              </p14:nvContentPartPr>
              <p14:xfrm>
                <a:off x="8091092" y="4798480"/>
                <a:ext cx="188640" cy="21924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B154CF2F-574C-FAAD-6B56-47B63393F01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082092" y="4789480"/>
                  <a:ext cx="206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79EFACB3-A668-EE4B-6F98-80AA0A4B57C9}"/>
                    </a:ext>
                  </a:extLst>
                </p14:cNvPr>
                <p14:cNvContentPartPr/>
                <p14:nvPr/>
              </p14:nvContentPartPr>
              <p14:xfrm>
                <a:off x="3280772" y="4686520"/>
                <a:ext cx="486360" cy="50796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79EFACB3-A668-EE4B-6F98-80AA0A4B57C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72132" y="4677880"/>
                  <a:ext cx="504000" cy="52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A4CDBC3-A8F4-1F7F-5241-AA634AC0AD38}"/>
              </a:ext>
            </a:extLst>
          </p:cNvPr>
          <p:cNvGrpSpPr/>
          <p:nvPr/>
        </p:nvGrpSpPr>
        <p:grpSpPr>
          <a:xfrm>
            <a:off x="1286372" y="3951040"/>
            <a:ext cx="811080" cy="1277640"/>
            <a:chOff x="1286372" y="3951040"/>
            <a:chExt cx="811080" cy="12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C61C74C2-A5C2-40CA-3CC9-8E32B5D96DB5}"/>
                    </a:ext>
                  </a:extLst>
                </p14:cNvPr>
                <p14:cNvContentPartPr/>
                <p14:nvPr/>
              </p14:nvContentPartPr>
              <p14:xfrm>
                <a:off x="1286372" y="3951040"/>
                <a:ext cx="735480" cy="127764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C61C74C2-A5C2-40CA-3CC9-8E32B5D96DB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77732" y="3942400"/>
                  <a:ext cx="753120" cy="12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474657B2-4933-92E8-DA78-AC38C00F7F12}"/>
                    </a:ext>
                  </a:extLst>
                </p14:cNvPr>
                <p14:cNvContentPartPr/>
                <p14:nvPr/>
              </p14:nvContentPartPr>
              <p14:xfrm>
                <a:off x="1417052" y="4047520"/>
                <a:ext cx="680400" cy="108828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474657B2-4933-92E8-DA78-AC38C00F7F1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408412" y="4038520"/>
                  <a:ext cx="698040" cy="110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3189C080-C8E6-1099-FE95-E82F24235F7A}"/>
                  </a:ext>
                </a:extLst>
              </p14:cNvPr>
              <p14:cNvContentPartPr/>
              <p14:nvPr/>
            </p14:nvContentPartPr>
            <p14:xfrm>
              <a:off x="3343052" y="5397880"/>
              <a:ext cx="1173600" cy="138960"/>
            </p14:xfrm>
          </p:contentPart>
        </mc:Choice>
        <mc:Fallback xmlns=""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3189C080-C8E6-1099-FE95-E82F24235F7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334052" y="5388880"/>
                <a:ext cx="1191240" cy="15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组合 52">
            <a:extLst>
              <a:ext uri="{FF2B5EF4-FFF2-40B4-BE49-F238E27FC236}">
                <a16:creationId xmlns:a16="http://schemas.microsoft.com/office/drawing/2014/main" id="{62CCE1CC-ABB5-919C-6D6A-17045DECE427}"/>
              </a:ext>
            </a:extLst>
          </p:cNvPr>
          <p:cNvGrpSpPr/>
          <p:nvPr/>
        </p:nvGrpSpPr>
        <p:grpSpPr>
          <a:xfrm>
            <a:off x="6157172" y="1950160"/>
            <a:ext cx="1899000" cy="1457280"/>
            <a:chOff x="6157172" y="1950160"/>
            <a:chExt cx="1899000" cy="14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9C58C26E-DD62-7F0E-3711-94C31C8EA432}"/>
                    </a:ext>
                  </a:extLst>
                </p14:cNvPr>
                <p14:cNvContentPartPr/>
                <p14:nvPr/>
              </p14:nvContentPartPr>
              <p14:xfrm>
                <a:off x="6284612" y="2986240"/>
                <a:ext cx="106560" cy="11448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9C58C26E-DD62-7F0E-3711-94C31C8EA43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275612" y="2977240"/>
                  <a:ext cx="1242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B1EA6D9-C5B1-A90E-6125-1872976FF4D2}"/>
                    </a:ext>
                  </a:extLst>
                </p14:cNvPr>
                <p14:cNvContentPartPr/>
                <p14:nvPr/>
              </p14:nvContentPartPr>
              <p14:xfrm>
                <a:off x="6157172" y="3161920"/>
                <a:ext cx="335160" cy="1764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B1EA6D9-C5B1-A90E-6125-1872976FF4D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148532" y="3153280"/>
                  <a:ext cx="352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C033137C-A25D-AB12-ABC3-981AEFF2A1F7}"/>
                    </a:ext>
                  </a:extLst>
                </p14:cNvPr>
                <p14:cNvContentPartPr/>
                <p14:nvPr/>
              </p14:nvContentPartPr>
              <p14:xfrm>
                <a:off x="6173732" y="3233560"/>
                <a:ext cx="363600" cy="10584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C033137C-A25D-AB12-ABC3-981AEFF2A1F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65092" y="3224920"/>
                  <a:ext cx="3812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128FDEE3-F5E4-6CBE-90B3-B0DE2398639C}"/>
                    </a:ext>
                  </a:extLst>
                </p14:cNvPr>
                <p14:cNvContentPartPr/>
                <p14:nvPr/>
              </p14:nvContentPartPr>
              <p14:xfrm>
                <a:off x="6383972" y="3237880"/>
                <a:ext cx="42480" cy="16956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128FDEE3-F5E4-6CBE-90B3-B0DE2398639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374972" y="3229240"/>
                  <a:ext cx="601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D36BB7DA-DF7B-8CD4-63FF-32A1761D8C72}"/>
                    </a:ext>
                  </a:extLst>
                </p14:cNvPr>
                <p14:cNvContentPartPr/>
                <p14:nvPr/>
              </p14:nvContentPartPr>
              <p14:xfrm>
                <a:off x="6656492" y="3112240"/>
                <a:ext cx="142200" cy="3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D36BB7DA-DF7B-8CD4-63FF-32A1761D8C7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47492" y="3103240"/>
                  <a:ext cx="159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31844FEB-B1E9-64DA-E9CE-CAD7B7B5FC15}"/>
                    </a:ext>
                  </a:extLst>
                </p14:cNvPr>
                <p14:cNvContentPartPr/>
                <p14:nvPr/>
              </p14:nvContentPartPr>
              <p14:xfrm>
                <a:off x="6669092" y="3200080"/>
                <a:ext cx="58680" cy="36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31844FEB-B1E9-64DA-E9CE-CAD7B7B5FC1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660092" y="3191440"/>
                  <a:ext cx="76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4D8108B6-2706-6129-16BE-338DF9566E88}"/>
                    </a:ext>
                  </a:extLst>
                </p14:cNvPr>
                <p14:cNvContentPartPr/>
                <p14:nvPr/>
              </p14:nvContentPartPr>
              <p14:xfrm>
                <a:off x="6941612" y="3023680"/>
                <a:ext cx="114120" cy="14940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4D8108B6-2706-6129-16BE-338DF9566E8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932972" y="3014680"/>
                  <a:ext cx="1317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F484731F-4A07-4C9F-D51A-F3196F77F315}"/>
                    </a:ext>
                  </a:extLst>
                </p14:cNvPr>
                <p14:cNvContentPartPr/>
                <p14:nvPr/>
              </p14:nvContentPartPr>
              <p14:xfrm>
                <a:off x="7113692" y="3162280"/>
                <a:ext cx="10080" cy="3780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F484731F-4A07-4C9F-D51A-F3196F77F31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105052" y="3153640"/>
                  <a:ext cx="277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2A7DA815-4932-79E5-32A9-8A5C12681094}"/>
                    </a:ext>
                  </a:extLst>
                </p14:cNvPr>
                <p14:cNvContentPartPr/>
                <p14:nvPr/>
              </p14:nvContentPartPr>
              <p14:xfrm>
                <a:off x="7180652" y="3043840"/>
                <a:ext cx="112680" cy="2268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2A7DA815-4932-79E5-32A9-8A5C1268109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172012" y="3034840"/>
                  <a:ext cx="130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62E4BEEA-A754-4C7E-4323-403739CABB6D}"/>
                    </a:ext>
                  </a:extLst>
                </p14:cNvPr>
                <p14:cNvContentPartPr/>
                <p14:nvPr/>
              </p14:nvContentPartPr>
              <p14:xfrm>
                <a:off x="7164452" y="3045280"/>
                <a:ext cx="136800" cy="31176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62E4BEEA-A754-4C7E-4323-403739CABB6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155452" y="3036280"/>
                  <a:ext cx="1544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59B22B9B-B733-6A69-B079-07B3F1D62E72}"/>
                    </a:ext>
                  </a:extLst>
                </p14:cNvPr>
                <p14:cNvContentPartPr/>
                <p14:nvPr/>
              </p14:nvContentPartPr>
              <p14:xfrm>
                <a:off x="7621292" y="1970320"/>
                <a:ext cx="152280" cy="18108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59B22B9B-B733-6A69-B079-07B3F1D62E7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612292" y="1961680"/>
                  <a:ext cx="169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45B2AED2-48D4-7C5F-A80C-86368B225B48}"/>
                    </a:ext>
                  </a:extLst>
                </p14:cNvPr>
                <p14:cNvContentPartPr/>
                <p14:nvPr/>
              </p14:nvContentPartPr>
              <p14:xfrm>
                <a:off x="7476572" y="1950160"/>
                <a:ext cx="579600" cy="590400"/>
              </p14:xfrm>
            </p:contentPart>
          </mc:Choice>
          <mc:Fallback xmlns=""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45B2AED2-48D4-7C5F-A80C-86368B225B4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467932" y="1941520"/>
                  <a:ext cx="59724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D865EB5C-53F9-98D9-B5FF-A9465F34F147}"/>
                    </a:ext>
                  </a:extLst>
                </p14:cNvPr>
                <p14:cNvContentPartPr/>
                <p14:nvPr/>
              </p14:nvContentPartPr>
              <p14:xfrm>
                <a:off x="7603292" y="2343640"/>
                <a:ext cx="207000" cy="865080"/>
              </p14:xfrm>
            </p:contentPart>
          </mc:Choice>
          <mc:Fallback xmlns=""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D865EB5C-53F9-98D9-B5FF-A9465F34F14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594652" y="2335000"/>
                  <a:ext cx="224640" cy="88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73DAFB48-AABB-2985-8DA3-8FD2CB5F27AE}"/>
                    </a:ext>
                  </a:extLst>
                </p14:cNvPr>
                <p14:cNvContentPartPr/>
                <p14:nvPr/>
              </p14:nvContentPartPr>
              <p14:xfrm>
                <a:off x="7755572" y="2351200"/>
                <a:ext cx="169200" cy="137520"/>
              </p14:xfrm>
            </p:contentPart>
          </mc:Choice>
          <mc:Fallback xmlns=""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73DAFB48-AABB-2985-8DA3-8FD2CB5F27A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746932" y="2342200"/>
                  <a:ext cx="18684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4DE08257-2FE2-644B-9EA2-27C51BFCD500}"/>
              </a:ext>
            </a:extLst>
          </p:cNvPr>
          <p:cNvGrpSpPr/>
          <p:nvPr/>
        </p:nvGrpSpPr>
        <p:grpSpPr>
          <a:xfrm>
            <a:off x="6103532" y="5745280"/>
            <a:ext cx="368640" cy="497520"/>
            <a:chOff x="6103532" y="5745280"/>
            <a:chExt cx="368640" cy="49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BC995D91-247F-AC19-ECD9-8783FB216D73}"/>
                    </a:ext>
                  </a:extLst>
                </p14:cNvPr>
                <p14:cNvContentPartPr/>
                <p14:nvPr/>
              </p14:nvContentPartPr>
              <p14:xfrm>
                <a:off x="6103532" y="5892520"/>
                <a:ext cx="273960" cy="350280"/>
              </p14:xfrm>
            </p:contentPart>
          </mc:Choice>
          <mc:Fallback xmlns=""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BC995D91-247F-AC19-ECD9-8783FB216D7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094892" y="5883880"/>
                  <a:ext cx="2916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E1116DBF-1089-86BD-A006-BB858DEC8ABA}"/>
                    </a:ext>
                  </a:extLst>
                </p14:cNvPr>
                <p14:cNvContentPartPr/>
                <p14:nvPr/>
              </p14:nvContentPartPr>
              <p14:xfrm>
                <a:off x="6396572" y="5745280"/>
                <a:ext cx="75600" cy="8640"/>
              </p14:xfrm>
            </p:contentPart>
          </mc:Choice>
          <mc:Fallback xmlns=""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E1116DBF-1089-86BD-A006-BB858DEC8AB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387572" y="5736640"/>
                  <a:ext cx="93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DA5CACFF-7CDB-66E6-DC9E-C8F84A368EF9}"/>
                    </a:ext>
                  </a:extLst>
                </p14:cNvPr>
                <p14:cNvContentPartPr/>
                <p14:nvPr/>
              </p14:nvContentPartPr>
              <p14:xfrm>
                <a:off x="6376052" y="5763280"/>
                <a:ext cx="56160" cy="152280"/>
              </p14:xfrm>
            </p:contentPart>
          </mc:Choice>
          <mc:Fallback xmlns=""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DA5CACFF-7CDB-66E6-DC9E-C8F84A368EF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67052" y="5754280"/>
                  <a:ext cx="7380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5F37D473-D8B2-E77F-AB12-E7C2CBE0BAE8}"/>
              </a:ext>
            </a:extLst>
          </p:cNvPr>
          <p:cNvGrpSpPr/>
          <p:nvPr/>
        </p:nvGrpSpPr>
        <p:grpSpPr>
          <a:xfrm>
            <a:off x="2745812" y="4743760"/>
            <a:ext cx="2422800" cy="1536480"/>
            <a:chOff x="2745812" y="4743760"/>
            <a:chExt cx="2422800" cy="153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A69F5F57-0902-A7D6-8258-959D73193DE3}"/>
                    </a:ext>
                  </a:extLst>
                </p14:cNvPr>
                <p14:cNvContentPartPr/>
                <p14:nvPr/>
              </p14:nvContentPartPr>
              <p14:xfrm>
                <a:off x="3343052" y="6026440"/>
                <a:ext cx="1193760" cy="18000"/>
              </p14:xfrm>
            </p:contentPart>
          </mc:Choice>
          <mc:Fallback xmlns=""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A69F5F57-0902-A7D6-8258-959D73193DE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334052" y="6017440"/>
                  <a:ext cx="12114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3EF4B4DD-899F-D483-44B4-335A44A174FB}"/>
                    </a:ext>
                  </a:extLst>
                </p14:cNvPr>
                <p14:cNvContentPartPr/>
                <p14:nvPr/>
              </p14:nvContentPartPr>
              <p14:xfrm>
                <a:off x="4185452" y="5728360"/>
                <a:ext cx="626400" cy="354960"/>
              </p14:xfrm>
            </p:contentPart>
          </mc:Choice>
          <mc:Fallback xmlns=""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3EF4B4DD-899F-D483-44B4-335A44A174F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176812" y="5719720"/>
                  <a:ext cx="6440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9165BF3F-61AD-A654-2B7F-8BD74A13B901}"/>
                    </a:ext>
                  </a:extLst>
                </p14:cNvPr>
                <p14:cNvContentPartPr/>
                <p14:nvPr/>
              </p14:nvContentPartPr>
              <p14:xfrm>
                <a:off x="2745812" y="4743760"/>
                <a:ext cx="2422800" cy="1536480"/>
              </p14:xfrm>
            </p:contentPart>
          </mc:Choice>
          <mc:Fallback xmlns=""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9165BF3F-61AD-A654-2B7F-8BD74A13B90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737172" y="4735120"/>
                  <a:ext cx="2440440" cy="155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89121BBE-C5E1-A96F-0D4F-D80B900DA197}"/>
                  </a:ext>
                </a:extLst>
              </p14:cNvPr>
              <p14:cNvContentPartPr/>
              <p14:nvPr/>
            </p14:nvContentPartPr>
            <p14:xfrm>
              <a:off x="3338732" y="4907200"/>
              <a:ext cx="606960" cy="10440"/>
            </p14:xfrm>
          </p:contentPart>
        </mc:Choice>
        <mc:Fallback xmlns=""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89121BBE-C5E1-A96F-0D4F-D80B900DA197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284732" y="4799560"/>
                <a:ext cx="7146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2B9ADAF4-7F06-69D0-09EB-3E52D31843F2}"/>
                  </a:ext>
                </a:extLst>
              </p14:cNvPr>
              <p14:cNvContentPartPr/>
              <p14:nvPr/>
            </p14:nvContentPartPr>
            <p14:xfrm>
              <a:off x="3372212" y="5326240"/>
              <a:ext cx="881280" cy="26280"/>
            </p14:xfrm>
          </p:contentPart>
        </mc:Choice>
        <mc:Fallback xmlns=""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2B9ADAF4-7F06-69D0-09EB-3E52D31843F2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318212" y="5218240"/>
                <a:ext cx="9889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08AA0E2F-3AFA-8C87-3D5A-EE2C4FAEE5E2}"/>
                  </a:ext>
                </a:extLst>
              </p14:cNvPr>
              <p14:cNvContentPartPr/>
              <p14:nvPr/>
            </p14:nvContentPartPr>
            <p14:xfrm>
              <a:off x="3015812" y="5967760"/>
              <a:ext cx="1170000" cy="55800"/>
            </p14:xfrm>
          </p:contentPart>
        </mc:Choice>
        <mc:Fallback xmlns=""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08AA0E2F-3AFA-8C87-3D5A-EE2C4FAEE5E2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961812" y="5859760"/>
                <a:ext cx="1277640" cy="27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8891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345" y="1925507"/>
            <a:ext cx="9806060" cy="4255730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C69C1A6-E70D-274C-DB44-9E3C55B395B9}"/>
                  </a:ext>
                </a:extLst>
              </p14:cNvPr>
              <p14:cNvContentPartPr/>
              <p14:nvPr/>
            </p14:nvContentPartPr>
            <p14:xfrm>
              <a:off x="926732" y="2180200"/>
              <a:ext cx="5780520" cy="1857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C69C1A6-E70D-274C-DB44-9E3C55B395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3092" y="2072560"/>
                <a:ext cx="588816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B2B1484-35EC-0383-621B-909E0A0E1537}"/>
                  </a:ext>
                </a:extLst>
              </p14:cNvPr>
              <p14:cNvContentPartPr/>
              <p14:nvPr/>
            </p14:nvContentPartPr>
            <p14:xfrm>
              <a:off x="1480412" y="2590600"/>
              <a:ext cx="5186520" cy="11484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B2B1484-35EC-0383-621B-909E0A0E15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6772" y="2482960"/>
                <a:ext cx="529416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694D6C61-293A-11A6-C986-58194C04E725}"/>
                  </a:ext>
                </a:extLst>
              </p14:cNvPr>
              <p14:cNvContentPartPr/>
              <p14:nvPr/>
            </p14:nvContentPartPr>
            <p14:xfrm>
              <a:off x="5360492" y="4970200"/>
              <a:ext cx="36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694D6C61-293A-11A6-C986-58194C04E7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51492" y="49615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CE19CF4C-22A4-B7F7-C09E-ECA37978EFDD}"/>
                  </a:ext>
                </a:extLst>
              </p14:cNvPr>
              <p14:cNvContentPartPr/>
              <p14:nvPr/>
            </p14:nvContentPartPr>
            <p14:xfrm>
              <a:off x="7056812" y="5628640"/>
              <a:ext cx="4592880" cy="4633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CE19CF4C-22A4-B7F7-C09E-ECA37978EFD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02812" y="5521000"/>
                <a:ext cx="4700520" cy="67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2BF3A084-466C-9FD5-E584-EDACCBB80A39}"/>
              </a:ext>
            </a:extLst>
          </p:cNvPr>
          <p:cNvGrpSpPr/>
          <p:nvPr/>
        </p:nvGrpSpPr>
        <p:grpSpPr>
          <a:xfrm>
            <a:off x="7846652" y="5670760"/>
            <a:ext cx="427680" cy="906840"/>
            <a:chOff x="7846652" y="5670760"/>
            <a:chExt cx="427680" cy="90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662585A5-03AA-6708-4843-AF380EE658B0}"/>
                    </a:ext>
                  </a:extLst>
                </p14:cNvPr>
                <p14:cNvContentPartPr/>
                <p14:nvPr/>
              </p14:nvContentPartPr>
              <p14:xfrm>
                <a:off x="7904252" y="5746360"/>
                <a:ext cx="231480" cy="55512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662585A5-03AA-6708-4843-AF380EE658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898132" y="5740240"/>
                  <a:ext cx="24372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8351BA8D-45A1-1843-7152-33F70292E746}"/>
                    </a:ext>
                  </a:extLst>
                </p14:cNvPr>
                <p14:cNvContentPartPr/>
                <p14:nvPr/>
              </p14:nvContentPartPr>
              <p14:xfrm>
                <a:off x="8115572" y="5670760"/>
                <a:ext cx="80640" cy="8244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8351BA8D-45A1-1843-7152-33F70292E74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09452" y="5664640"/>
                  <a:ext cx="92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E7004321-1D33-61FF-8288-5FB6FD50A0CD}"/>
                    </a:ext>
                  </a:extLst>
                </p14:cNvPr>
                <p14:cNvContentPartPr/>
                <p14:nvPr/>
              </p14:nvContentPartPr>
              <p14:xfrm>
                <a:off x="8216732" y="5695960"/>
                <a:ext cx="57600" cy="11952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E7004321-1D33-61FF-8288-5FB6FD50A0C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10612" y="5689840"/>
                  <a:ext cx="69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D3A558FE-26F4-A194-1C26-B89245926372}"/>
                    </a:ext>
                  </a:extLst>
                </p14:cNvPr>
                <p14:cNvContentPartPr/>
                <p14:nvPr/>
              </p14:nvContentPartPr>
              <p14:xfrm>
                <a:off x="7906412" y="6388240"/>
                <a:ext cx="45720" cy="36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D3A558FE-26F4-A194-1C26-B8924592637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00292" y="6382120"/>
                  <a:ext cx="57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AB65E40D-1779-EC38-3CB3-A7B028A29F6A}"/>
                    </a:ext>
                  </a:extLst>
                </p14:cNvPr>
                <p14:cNvContentPartPr/>
                <p14:nvPr/>
              </p14:nvContentPartPr>
              <p14:xfrm>
                <a:off x="7846652" y="6392200"/>
                <a:ext cx="186840" cy="18540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AB65E40D-1779-EC38-3CB3-A7B028A29F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40532" y="6386080"/>
                  <a:ext cx="19908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5BCFDA5-BCAE-8DFA-04B4-91354605F126}"/>
              </a:ext>
            </a:extLst>
          </p:cNvPr>
          <p:cNvGrpSpPr/>
          <p:nvPr/>
        </p:nvGrpSpPr>
        <p:grpSpPr>
          <a:xfrm>
            <a:off x="8866892" y="5368360"/>
            <a:ext cx="1124280" cy="1346400"/>
            <a:chOff x="8866892" y="5368360"/>
            <a:chExt cx="1124280" cy="13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BD9556FA-3B4C-3077-1B55-19959F70B219}"/>
                    </a:ext>
                  </a:extLst>
                </p14:cNvPr>
                <p14:cNvContentPartPr/>
                <p14:nvPr/>
              </p14:nvContentPartPr>
              <p14:xfrm>
                <a:off x="8924132" y="5733760"/>
                <a:ext cx="207720" cy="54144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BD9556FA-3B4C-3077-1B55-19959F70B21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18012" y="5727640"/>
                  <a:ext cx="21996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A780C8D6-6468-28CA-3D23-A77D0428BFD4}"/>
                    </a:ext>
                  </a:extLst>
                </p14:cNvPr>
                <p14:cNvContentPartPr/>
                <p14:nvPr/>
              </p14:nvContentPartPr>
              <p14:xfrm>
                <a:off x="8986052" y="5809360"/>
                <a:ext cx="103680" cy="13500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A780C8D6-6468-28CA-3D23-A77D0428BFD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79932" y="5803240"/>
                  <a:ext cx="1159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1B1F9463-2E5A-572D-048B-2778B051F906}"/>
                    </a:ext>
                  </a:extLst>
                </p14:cNvPr>
                <p14:cNvContentPartPr/>
                <p14:nvPr/>
              </p14:nvContentPartPr>
              <p14:xfrm>
                <a:off x="9126812" y="5796760"/>
                <a:ext cx="60480" cy="18000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1B1F9463-2E5A-572D-048B-2778B051F90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20692" y="5790640"/>
                  <a:ext cx="72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30EEA96D-DCC7-043A-37AF-2A3785753526}"/>
                    </a:ext>
                  </a:extLst>
                </p14:cNvPr>
                <p14:cNvContentPartPr/>
                <p14:nvPr/>
              </p14:nvContentPartPr>
              <p14:xfrm>
                <a:off x="8866892" y="6341800"/>
                <a:ext cx="101160" cy="3729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30EEA96D-DCC7-043A-37AF-2A378575352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60772" y="6335680"/>
                  <a:ext cx="11340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ED19B5A3-EA2D-CE08-8C62-1E94D3D58912}"/>
                    </a:ext>
                  </a:extLst>
                </p14:cNvPr>
                <p14:cNvContentPartPr/>
                <p14:nvPr/>
              </p14:nvContentPartPr>
              <p14:xfrm>
                <a:off x="9364772" y="5368360"/>
                <a:ext cx="626400" cy="51264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ED19B5A3-EA2D-CE08-8C62-1E94D3D5891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58652" y="5362240"/>
                  <a:ext cx="638640" cy="52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9CAD140D-77AD-4088-6EE2-75A05689B346}"/>
                  </a:ext>
                </a:extLst>
              </p14:cNvPr>
              <p14:cNvContentPartPr/>
              <p14:nvPr/>
            </p14:nvContentPartPr>
            <p14:xfrm>
              <a:off x="3512972" y="5371960"/>
              <a:ext cx="556200" cy="45036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9CAD140D-77AD-4088-6EE2-75A05689B34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506852" y="5365840"/>
                <a:ext cx="568440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3EE40B04-2274-8E31-3FE8-8A6292473991}"/>
                  </a:ext>
                </a:extLst>
              </p14:cNvPr>
              <p14:cNvContentPartPr/>
              <p14:nvPr/>
            </p14:nvContentPartPr>
            <p14:xfrm>
              <a:off x="10037252" y="5136880"/>
              <a:ext cx="721440" cy="40428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3EE40B04-2274-8E31-3FE8-8A629247399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031132" y="5130760"/>
                <a:ext cx="73368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254D013B-C901-46DC-DD0B-063598CE3DDB}"/>
                  </a:ext>
                </a:extLst>
              </p14:cNvPr>
              <p14:cNvContentPartPr/>
              <p14:nvPr/>
            </p14:nvContentPartPr>
            <p14:xfrm>
              <a:off x="11031212" y="4961920"/>
              <a:ext cx="50400" cy="35388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254D013B-C901-46DC-DD0B-063598CE3DD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025092" y="4955800"/>
                <a:ext cx="62640" cy="36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字符串索引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126195" y="1894337"/>
          <a:ext cx="9779000" cy="21463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3300" b="0" i="0" u="none" strike="noStrike">
                          <a:solidFill>
                            <a:srgbClr val="4F4F4F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3300" b="0" i="0" u="none" strike="noStrike">
                          <a:solidFill>
                            <a:srgbClr val="4F4F4F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y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3300" b="0" i="0" u="none" strike="noStrike">
                          <a:solidFill>
                            <a:srgbClr val="4F4F4F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3300" b="0" i="0" u="none" strike="noStrike">
                          <a:solidFill>
                            <a:srgbClr val="4F4F4F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3300" b="0" i="0" u="none" strike="noStrike">
                          <a:solidFill>
                            <a:srgbClr val="4F4F4F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3300" b="0" i="0" u="none" strike="noStrike">
                          <a:solidFill>
                            <a:srgbClr val="4F4F4F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正索引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负索引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-6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-5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-4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-3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-2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4F4F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-1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2260381" y="4137933"/>
            <a:ext cx="8091633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7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一个简单的切片操作为</a:t>
            </a:r>
            <a:r>
              <a:rPr lang="en-US" sz="27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7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aList</a:t>
            </a:r>
            <a:r>
              <a:rPr lang="en-US" sz="27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[1:5:2]=[‘y’, ‘h’]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55F0C43-9F4D-6854-9F71-E281101A9749}"/>
                  </a:ext>
                </a:extLst>
              </p14:cNvPr>
              <p14:cNvContentPartPr/>
              <p14:nvPr/>
            </p14:nvContentPartPr>
            <p14:xfrm>
              <a:off x="1316972" y="2998840"/>
              <a:ext cx="855360" cy="18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55F0C43-9F4D-6854-9F71-E281101A97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2972" y="2891200"/>
                <a:ext cx="9630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0D83C5B0-FF52-1761-838D-85E2E10A347C}"/>
                  </a:ext>
                </a:extLst>
              </p14:cNvPr>
              <p14:cNvContentPartPr/>
              <p14:nvPr/>
            </p14:nvContentPartPr>
            <p14:xfrm>
              <a:off x="3070172" y="3040960"/>
              <a:ext cx="7557480" cy="12060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0D83C5B0-FF52-1761-838D-85E2E10A347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16532" y="2932960"/>
                <a:ext cx="766512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B5CB46BE-19B2-75DD-1224-9D196691F170}"/>
                  </a:ext>
                </a:extLst>
              </p14:cNvPr>
              <p14:cNvContentPartPr/>
              <p14:nvPr/>
            </p14:nvContentPartPr>
            <p14:xfrm>
              <a:off x="1216172" y="3669880"/>
              <a:ext cx="1189440" cy="1692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B5CB46BE-19B2-75DD-1224-9D196691F17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62532" y="3562240"/>
                <a:ext cx="129708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B5ACA2C6-6791-8FDE-7E47-50E70B8314B7}"/>
                  </a:ext>
                </a:extLst>
              </p14:cNvPr>
              <p14:cNvContentPartPr/>
              <p14:nvPr/>
            </p14:nvContentPartPr>
            <p14:xfrm>
              <a:off x="9864092" y="3372520"/>
              <a:ext cx="586440" cy="69588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B5ACA2C6-6791-8FDE-7E47-50E70B8314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55092" y="3363880"/>
                <a:ext cx="604080" cy="71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8EC369DB-9CB2-E398-9F54-F6A7754485AF}"/>
              </a:ext>
            </a:extLst>
          </p:cNvPr>
          <p:cNvGrpSpPr/>
          <p:nvPr/>
        </p:nvGrpSpPr>
        <p:grpSpPr>
          <a:xfrm>
            <a:off x="2504252" y="985360"/>
            <a:ext cx="8432280" cy="2972520"/>
            <a:chOff x="2504252" y="985360"/>
            <a:chExt cx="8432280" cy="29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FC297167-8672-77E2-92AB-1F50DF9D21AE}"/>
                    </a:ext>
                  </a:extLst>
                </p14:cNvPr>
                <p14:cNvContentPartPr/>
                <p14:nvPr/>
              </p14:nvContentPartPr>
              <p14:xfrm>
                <a:off x="4736252" y="985360"/>
                <a:ext cx="280440" cy="68724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FC297167-8672-77E2-92AB-1F50DF9D21A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27612" y="976360"/>
                  <a:ext cx="29808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EBBC7FF4-1FF0-32A7-9CFF-578EF68490FF}"/>
                    </a:ext>
                  </a:extLst>
                </p14:cNvPr>
                <p14:cNvContentPartPr/>
                <p14:nvPr/>
              </p14:nvContentPartPr>
              <p14:xfrm>
                <a:off x="8254532" y="1252480"/>
                <a:ext cx="2682000" cy="104400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EBBC7FF4-1FF0-32A7-9CFF-578EF68490F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45892" y="1243480"/>
                  <a:ext cx="2699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EC7334C6-C5E4-30A6-83CC-87851BA4F809}"/>
                    </a:ext>
                  </a:extLst>
                </p14:cNvPr>
                <p14:cNvContentPartPr/>
                <p14:nvPr/>
              </p14:nvContentPartPr>
              <p14:xfrm>
                <a:off x="2923292" y="1927480"/>
                <a:ext cx="407160" cy="58140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EC7334C6-C5E4-30A6-83CC-87851BA4F80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14652" y="1918840"/>
                  <a:ext cx="42480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5E5EF12A-9FF2-FAD2-EECF-E6113EAC68BF}"/>
                    </a:ext>
                  </a:extLst>
                </p14:cNvPr>
                <p14:cNvContentPartPr/>
                <p14:nvPr/>
              </p14:nvContentPartPr>
              <p14:xfrm>
                <a:off x="4748132" y="2039800"/>
                <a:ext cx="371880" cy="55044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5E5EF12A-9FF2-FAD2-EECF-E6113EAC68B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39132" y="2030800"/>
                  <a:ext cx="38952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168734F9-A26D-CC59-D5FA-AD9F4FC3FE69}"/>
                    </a:ext>
                  </a:extLst>
                </p14:cNvPr>
                <p14:cNvContentPartPr/>
                <p14:nvPr/>
              </p14:nvContentPartPr>
              <p14:xfrm>
                <a:off x="6031532" y="1890040"/>
                <a:ext cx="274320" cy="39888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168734F9-A26D-CC59-D5FA-AD9F4FC3FE6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22532" y="1881400"/>
                  <a:ext cx="2919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3B758284-EAF3-67CD-7EEF-0FAFA9BF224A}"/>
                    </a:ext>
                  </a:extLst>
                </p14:cNvPr>
                <p14:cNvContentPartPr/>
                <p14:nvPr/>
              </p14:nvContentPartPr>
              <p14:xfrm>
                <a:off x="2634212" y="1622920"/>
                <a:ext cx="222480" cy="4788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3B758284-EAF3-67CD-7EEF-0FAFA9BF224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25212" y="1614280"/>
                  <a:ext cx="2401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3C03A3CD-B0C2-C0DD-1FAB-B7DC20211D98}"/>
                    </a:ext>
                  </a:extLst>
                </p14:cNvPr>
                <p14:cNvContentPartPr/>
                <p14:nvPr/>
              </p14:nvContentPartPr>
              <p14:xfrm>
                <a:off x="2504252" y="1585120"/>
                <a:ext cx="490680" cy="166608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3C03A3CD-B0C2-C0DD-1FAB-B7DC20211D9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95252" y="1576480"/>
                  <a:ext cx="508320" cy="16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E4280A23-989F-D405-571B-638417150B37}"/>
                    </a:ext>
                  </a:extLst>
                </p14:cNvPr>
                <p14:cNvContentPartPr/>
                <p14:nvPr/>
              </p14:nvContentPartPr>
              <p14:xfrm>
                <a:off x="6971132" y="1389280"/>
                <a:ext cx="696960" cy="212868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E4280A23-989F-D405-571B-638417150B3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62132" y="1380280"/>
                  <a:ext cx="714600" cy="21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2D611CB2-E0E7-1E0A-B6CA-6D1541B761E1}"/>
                    </a:ext>
                  </a:extLst>
                </p14:cNvPr>
                <p14:cNvContentPartPr/>
                <p14:nvPr/>
              </p14:nvContentPartPr>
              <p14:xfrm>
                <a:off x="6417452" y="1140880"/>
                <a:ext cx="1657800" cy="281700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2D611CB2-E0E7-1E0A-B6CA-6D1541B761E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08452" y="1131880"/>
                  <a:ext cx="1675440" cy="28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7DB4DF0A-59D7-BCB7-8F4E-343A5A86A6FA}"/>
                    </a:ext>
                  </a:extLst>
                </p14:cNvPr>
                <p14:cNvContentPartPr/>
                <p14:nvPr/>
              </p14:nvContentPartPr>
              <p14:xfrm>
                <a:off x="3124532" y="2587720"/>
                <a:ext cx="4021200" cy="12852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7DB4DF0A-59D7-BCB7-8F4E-343A5A86A6F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115892" y="2579080"/>
                  <a:ext cx="4038840" cy="146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标识符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02" y="1673885"/>
            <a:ext cx="10588102" cy="1755115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076" y="3597957"/>
            <a:ext cx="4292003" cy="3056515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EFBC5B6-C945-F4DD-67BC-978670017F2C}"/>
                  </a:ext>
                </a:extLst>
              </p14:cNvPr>
              <p14:cNvContentPartPr/>
              <p14:nvPr/>
            </p14:nvContentPartPr>
            <p14:xfrm>
              <a:off x="3170612" y="3502120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EFBC5B6-C945-F4DD-67BC-978670017F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61972" y="34934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ECB34186-D3F5-2F4D-C7CE-BEE5D25FE64D}"/>
                  </a:ext>
                </a:extLst>
              </p14:cNvPr>
              <p14:cNvContentPartPr/>
              <p14:nvPr/>
            </p14:nvContentPartPr>
            <p14:xfrm>
              <a:off x="488972" y="1610320"/>
              <a:ext cx="1074960" cy="853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ECB34186-D3F5-2F4D-C7CE-BEE5D25FE64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972" y="1601680"/>
                <a:ext cx="1092600" cy="10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组合 30">
            <a:extLst>
              <a:ext uri="{FF2B5EF4-FFF2-40B4-BE49-F238E27FC236}">
                <a16:creationId xmlns:a16="http://schemas.microsoft.com/office/drawing/2014/main" id="{4E0650D7-FC79-D7A2-F002-DDAF54AE86E0}"/>
              </a:ext>
            </a:extLst>
          </p:cNvPr>
          <p:cNvGrpSpPr/>
          <p:nvPr/>
        </p:nvGrpSpPr>
        <p:grpSpPr>
          <a:xfrm>
            <a:off x="700292" y="1613560"/>
            <a:ext cx="9555840" cy="4807440"/>
            <a:chOff x="700292" y="1613560"/>
            <a:chExt cx="9555840" cy="48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07F00D4C-D9AD-CAD1-30CD-22A7FE54A9D7}"/>
                    </a:ext>
                  </a:extLst>
                </p14:cNvPr>
                <p14:cNvContentPartPr/>
                <p14:nvPr/>
              </p14:nvContentPartPr>
              <p14:xfrm>
                <a:off x="3510452" y="2511400"/>
                <a:ext cx="2684520" cy="5148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07F00D4C-D9AD-CAD1-30CD-22A7FE54A9D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01812" y="2502760"/>
                  <a:ext cx="2702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C8FBA28F-6E6B-69B5-F432-0D4323A6A6AE}"/>
                    </a:ext>
                  </a:extLst>
                </p14:cNvPr>
                <p14:cNvContentPartPr/>
                <p14:nvPr/>
              </p14:nvContentPartPr>
              <p14:xfrm>
                <a:off x="1421012" y="2105320"/>
                <a:ext cx="716040" cy="2772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C8FBA28F-6E6B-69B5-F432-0D4323A6A6A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12372" y="2096680"/>
                  <a:ext cx="733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FED9F5DA-A124-F710-F6F4-6B1A2795A01E}"/>
                    </a:ext>
                  </a:extLst>
                </p14:cNvPr>
                <p14:cNvContentPartPr/>
                <p14:nvPr/>
              </p14:nvContentPartPr>
              <p14:xfrm>
                <a:off x="3984572" y="2203600"/>
                <a:ext cx="903600" cy="324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FED9F5DA-A124-F710-F6F4-6B1A2795A01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75572" y="2194600"/>
                  <a:ext cx="9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B966A34C-3416-FC3D-0DAF-4BCF37D732A0}"/>
                    </a:ext>
                  </a:extLst>
                </p14:cNvPr>
                <p14:cNvContentPartPr/>
                <p14:nvPr/>
              </p14:nvContentPartPr>
              <p14:xfrm>
                <a:off x="4982852" y="2176600"/>
                <a:ext cx="987120" cy="561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B966A34C-3416-FC3D-0DAF-4BCF37D732A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73852" y="2167960"/>
                  <a:ext cx="1004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FE896959-BC40-0255-7F0F-E0B251C3B351}"/>
                    </a:ext>
                  </a:extLst>
                </p14:cNvPr>
                <p14:cNvContentPartPr/>
                <p14:nvPr/>
              </p14:nvContentPartPr>
              <p14:xfrm>
                <a:off x="3878732" y="1613560"/>
                <a:ext cx="2357640" cy="55548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FE896959-BC40-0255-7F0F-E0B251C3B35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69732" y="1604560"/>
                  <a:ext cx="237528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60EF390B-22F8-9EFD-415E-BA6C146CE01D}"/>
                    </a:ext>
                  </a:extLst>
                </p14:cNvPr>
                <p14:cNvContentPartPr/>
                <p14:nvPr/>
              </p14:nvContentPartPr>
              <p14:xfrm>
                <a:off x="5847572" y="2573320"/>
                <a:ext cx="4408560" cy="86364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60EF390B-22F8-9EFD-415E-BA6C146CE0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838572" y="2564320"/>
                  <a:ext cx="4426200" cy="88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47D05D8B-3600-2925-814A-97EF9DFAF213}"/>
                    </a:ext>
                  </a:extLst>
                </p14:cNvPr>
                <p14:cNvContentPartPr/>
                <p14:nvPr/>
              </p14:nvContentPartPr>
              <p14:xfrm>
                <a:off x="3053252" y="3240400"/>
                <a:ext cx="3475080" cy="7308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47D05D8B-3600-2925-814A-97EF9DFAF21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44612" y="3231760"/>
                  <a:ext cx="3492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55B51372-062A-3E47-6259-CD53561C4A35}"/>
                    </a:ext>
                  </a:extLst>
                </p14:cNvPr>
                <p14:cNvContentPartPr/>
                <p14:nvPr/>
              </p14:nvContentPartPr>
              <p14:xfrm>
                <a:off x="700292" y="3283240"/>
                <a:ext cx="2130840" cy="1368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55B51372-062A-3E47-6259-CD53561C4A3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1292" y="3274240"/>
                  <a:ext cx="21484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530DC1B6-E250-B7E8-6E76-18BAB27F055B}"/>
                    </a:ext>
                  </a:extLst>
                </p14:cNvPr>
                <p14:cNvContentPartPr/>
                <p14:nvPr/>
              </p14:nvContentPartPr>
              <p14:xfrm>
                <a:off x="3770012" y="2803720"/>
                <a:ext cx="781560" cy="5007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530DC1B6-E250-B7E8-6E76-18BAB27F055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61012" y="2794720"/>
                  <a:ext cx="79920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BD8CE2E9-67ED-E6D2-4F18-352B03A9B6FF}"/>
                    </a:ext>
                  </a:extLst>
                </p14:cNvPr>
                <p14:cNvContentPartPr/>
                <p14:nvPr/>
              </p14:nvContentPartPr>
              <p14:xfrm>
                <a:off x="5109212" y="2729920"/>
                <a:ext cx="1193760" cy="50508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BD8CE2E9-67ED-E6D2-4F18-352B03A9B6F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00212" y="2721280"/>
                  <a:ext cx="121140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04F05F65-0729-9F62-0DC5-3BDE7D07F757}"/>
                    </a:ext>
                  </a:extLst>
                </p14:cNvPr>
                <p14:cNvContentPartPr/>
                <p14:nvPr/>
              </p14:nvContentPartPr>
              <p14:xfrm>
                <a:off x="4223612" y="2390800"/>
                <a:ext cx="2205360" cy="155808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04F05F65-0729-9F62-0DC5-3BDE7D07F75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14972" y="2381800"/>
                  <a:ext cx="2223000" cy="15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B04B0E7C-E70E-A61E-D80E-9E5C1223A3D1}"/>
                    </a:ext>
                  </a:extLst>
                </p14:cNvPr>
                <p14:cNvContentPartPr/>
                <p14:nvPr/>
              </p14:nvContentPartPr>
              <p14:xfrm>
                <a:off x="4282652" y="2646400"/>
                <a:ext cx="1459800" cy="106668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B04B0E7C-E70E-A61E-D80E-9E5C1223A3D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273652" y="2637760"/>
                  <a:ext cx="1477440" cy="10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94FB3C28-C9FA-8E2A-227F-BED37D25EAB1}"/>
                    </a:ext>
                  </a:extLst>
                </p14:cNvPr>
                <p14:cNvContentPartPr/>
                <p14:nvPr/>
              </p14:nvContentPartPr>
              <p14:xfrm>
                <a:off x="6377132" y="2759080"/>
                <a:ext cx="1311840" cy="69120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94FB3C28-C9FA-8E2A-227F-BED37D25EAB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368132" y="2750080"/>
                  <a:ext cx="132948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9FB46509-7641-C2E4-D1BC-16D44E122BD8}"/>
                    </a:ext>
                  </a:extLst>
                </p14:cNvPr>
                <p14:cNvContentPartPr/>
                <p14:nvPr/>
              </p14:nvContentPartPr>
              <p14:xfrm>
                <a:off x="3523052" y="2650720"/>
                <a:ext cx="4276440" cy="93564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9FB46509-7641-C2E4-D1BC-16D44E122BD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514412" y="2642080"/>
                  <a:ext cx="4294080" cy="9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410E0CAD-396B-AA49-49AC-A178D577603B}"/>
                    </a:ext>
                  </a:extLst>
                </p14:cNvPr>
                <p14:cNvContentPartPr/>
                <p14:nvPr/>
              </p14:nvContentPartPr>
              <p14:xfrm>
                <a:off x="4671812" y="2642440"/>
                <a:ext cx="3809520" cy="92016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410E0CAD-396B-AA49-49AC-A178D577603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663172" y="2633440"/>
                  <a:ext cx="3827160" cy="9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3F030B24-A214-EEC9-EAA4-F12C65C8F5B1}"/>
                    </a:ext>
                  </a:extLst>
                </p14:cNvPr>
                <p14:cNvContentPartPr/>
                <p14:nvPr/>
              </p14:nvContentPartPr>
              <p14:xfrm>
                <a:off x="6115412" y="2529040"/>
                <a:ext cx="2795400" cy="97488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3F030B24-A214-EEC9-EAA4-F12C65C8F5B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106772" y="2520400"/>
                  <a:ext cx="2813040" cy="9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ACA8E35E-D495-C303-1513-E1074C18792D}"/>
                    </a:ext>
                  </a:extLst>
                </p14:cNvPr>
                <p14:cNvContentPartPr/>
                <p14:nvPr/>
              </p14:nvContentPartPr>
              <p14:xfrm>
                <a:off x="6470012" y="2617240"/>
                <a:ext cx="1562760" cy="100512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ACA8E35E-D495-C303-1513-E1074C18792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461372" y="2608240"/>
                  <a:ext cx="1580400" cy="10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114234F1-D7B6-84A4-812B-0B8924A15A93}"/>
                    </a:ext>
                  </a:extLst>
                </p14:cNvPr>
                <p14:cNvContentPartPr/>
                <p14:nvPr/>
              </p14:nvContentPartPr>
              <p14:xfrm>
                <a:off x="2516852" y="3523000"/>
                <a:ext cx="843840" cy="289800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114234F1-D7B6-84A4-812B-0B8924A15A9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508212" y="3514360"/>
                  <a:ext cx="861480" cy="291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8F7609CC-A3BD-2877-DB6E-64B4F989DC64}"/>
                  </a:ext>
                </a:extLst>
              </p14:cNvPr>
              <p14:cNvContentPartPr/>
              <p14:nvPr/>
            </p14:nvContentPartPr>
            <p14:xfrm>
              <a:off x="4487852" y="3975880"/>
              <a:ext cx="784440" cy="38520"/>
            </p14:xfrm>
          </p:contentPart>
        </mc:Choice>
        <mc:Fallback xmlns=""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8F7609CC-A3BD-2877-DB6E-64B4F989DC6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434212" y="3867880"/>
                <a:ext cx="8920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2E678F7E-E689-D6C9-3396-A5D5BE19F750}"/>
                  </a:ext>
                </a:extLst>
              </p14:cNvPr>
              <p14:cNvContentPartPr/>
              <p14:nvPr/>
            </p14:nvContentPartPr>
            <p14:xfrm>
              <a:off x="3502172" y="4001440"/>
              <a:ext cx="809280" cy="5076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2E678F7E-E689-D6C9-3396-A5D5BE19F75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448532" y="3893440"/>
                <a:ext cx="91692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78BC7DFF-8D12-27A5-E5A6-297BF1DCE9C4}"/>
                  </a:ext>
                </a:extLst>
              </p14:cNvPr>
              <p14:cNvContentPartPr/>
              <p14:nvPr/>
            </p14:nvContentPartPr>
            <p14:xfrm>
              <a:off x="3481292" y="4379080"/>
              <a:ext cx="1612080" cy="5940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78BC7DFF-8D12-27A5-E5A6-297BF1DCE9C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427652" y="4271080"/>
                <a:ext cx="171972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592A067B-0428-C314-BFAD-916369F2A3FF}"/>
                  </a:ext>
                </a:extLst>
              </p14:cNvPr>
              <p14:cNvContentPartPr/>
              <p14:nvPr/>
            </p14:nvContentPartPr>
            <p14:xfrm>
              <a:off x="3510452" y="4622080"/>
              <a:ext cx="1790640" cy="201600"/>
            </p14:xfrm>
          </p:contentPart>
        </mc:Choice>
        <mc:Fallback xmlns=""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592A067B-0428-C314-BFAD-916369F2A3FF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456812" y="4514440"/>
                <a:ext cx="189828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48D8D15A-2A4B-8E10-03D5-A04DA94A05CA}"/>
                  </a:ext>
                </a:extLst>
              </p14:cNvPr>
              <p14:cNvContentPartPr/>
              <p14:nvPr/>
            </p14:nvContentPartPr>
            <p14:xfrm>
              <a:off x="3472652" y="5153800"/>
              <a:ext cx="1788120" cy="43200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48D8D15A-2A4B-8E10-03D5-A04DA94A05C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419012" y="5045800"/>
                <a:ext cx="18957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24494BE8-9FD8-9F31-CAD3-B745E75B287D}"/>
                  </a:ext>
                </a:extLst>
              </p14:cNvPr>
              <p14:cNvContentPartPr/>
              <p14:nvPr/>
            </p14:nvContentPartPr>
            <p14:xfrm>
              <a:off x="3590372" y="4936720"/>
              <a:ext cx="2512440" cy="90000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24494BE8-9FD8-9F31-CAD3-B745E75B287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536372" y="4829080"/>
                <a:ext cx="2620080" cy="30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组合 43">
            <a:extLst>
              <a:ext uri="{FF2B5EF4-FFF2-40B4-BE49-F238E27FC236}">
                <a16:creationId xmlns:a16="http://schemas.microsoft.com/office/drawing/2014/main" id="{B4BFA86D-8052-4265-C15A-08EBF81FE2E5}"/>
              </a:ext>
            </a:extLst>
          </p:cNvPr>
          <p:cNvGrpSpPr/>
          <p:nvPr/>
        </p:nvGrpSpPr>
        <p:grpSpPr>
          <a:xfrm>
            <a:off x="3255212" y="4069120"/>
            <a:ext cx="5326560" cy="1081800"/>
            <a:chOff x="3255212" y="4069120"/>
            <a:chExt cx="5326560" cy="10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8C0DE1F2-739A-AA40-0E94-034DD9054B94}"/>
                    </a:ext>
                  </a:extLst>
                </p14:cNvPr>
                <p14:cNvContentPartPr/>
                <p14:nvPr/>
              </p14:nvContentPartPr>
              <p14:xfrm>
                <a:off x="3255212" y="4819000"/>
                <a:ext cx="1413360" cy="33192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8C0DE1F2-739A-AA40-0E94-034DD9054B9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246572" y="4810360"/>
                  <a:ext cx="14310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2DB490F2-D77C-3D8B-9F42-8CBE40D89CC1}"/>
                    </a:ext>
                  </a:extLst>
                </p14:cNvPr>
                <p14:cNvContentPartPr/>
                <p14:nvPr/>
              </p14:nvContentPartPr>
              <p14:xfrm>
                <a:off x="5188772" y="4810720"/>
                <a:ext cx="1085400" cy="29052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2DB490F2-D77C-3D8B-9F42-8CBE40D89CC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180132" y="4801720"/>
                  <a:ext cx="1103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BA73492C-5295-8C1E-400A-48E67C4C12A4}"/>
                    </a:ext>
                  </a:extLst>
                </p14:cNvPr>
                <p14:cNvContentPartPr/>
                <p14:nvPr/>
              </p14:nvContentPartPr>
              <p14:xfrm>
                <a:off x="7251212" y="4069120"/>
                <a:ext cx="639000" cy="614880"/>
              </p14:xfrm>
            </p:contentPart>
          </mc:Choice>
          <mc:Fallback xmlns=""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BA73492C-5295-8C1E-400A-48E67C4C12A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242212" y="4060120"/>
                  <a:ext cx="65664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B7CD8170-4CB9-36ED-F678-EA6ADEF5B0E6}"/>
                    </a:ext>
                  </a:extLst>
                </p14:cNvPr>
                <p14:cNvContentPartPr/>
                <p14:nvPr/>
              </p14:nvContentPartPr>
              <p14:xfrm>
                <a:off x="7407452" y="4345240"/>
                <a:ext cx="168840" cy="36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B7CD8170-4CB9-36ED-F678-EA6ADEF5B0E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398452" y="4336600"/>
                  <a:ext cx="186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CE5490EB-B612-811A-4D52-371C0E8CDDDC}"/>
                    </a:ext>
                  </a:extLst>
                </p14:cNvPr>
                <p14:cNvContentPartPr/>
                <p14:nvPr/>
              </p14:nvContentPartPr>
              <p14:xfrm>
                <a:off x="7834772" y="4347400"/>
                <a:ext cx="185400" cy="24948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CE5490EB-B612-811A-4D52-371C0E8CDDD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825772" y="4338760"/>
                  <a:ext cx="2030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9911F5B1-F312-1D1F-5E4C-7FF49C34B15C}"/>
                    </a:ext>
                  </a:extLst>
                </p14:cNvPr>
                <p14:cNvContentPartPr/>
                <p14:nvPr/>
              </p14:nvContentPartPr>
              <p14:xfrm>
                <a:off x="8243372" y="4240480"/>
                <a:ext cx="338400" cy="26892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9911F5B1-F312-1D1F-5E4C-7FF49C34B15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234372" y="4231840"/>
                  <a:ext cx="35604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5E98445-2FEE-3901-2421-743005C7DED9}"/>
              </a:ext>
            </a:extLst>
          </p:cNvPr>
          <p:cNvGrpSpPr/>
          <p:nvPr/>
        </p:nvGrpSpPr>
        <p:grpSpPr>
          <a:xfrm>
            <a:off x="3459692" y="5421640"/>
            <a:ext cx="1680480" cy="685800"/>
            <a:chOff x="3459692" y="5421640"/>
            <a:chExt cx="1680480" cy="68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662A4943-3E78-5D05-374E-F242A6614D5C}"/>
                    </a:ext>
                  </a:extLst>
                </p14:cNvPr>
                <p14:cNvContentPartPr/>
                <p14:nvPr/>
              </p14:nvContentPartPr>
              <p14:xfrm>
                <a:off x="3665972" y="5421640"/>
                <a:ext cx="1474200" cy="114120"/>
              </p14:xfrm>
            </p:contentPart>
          </mc:Choice>
          <mc:Fallback xmlns=""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662A4943-3E78-5D05-374E-F242A6614D5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656972" y="5413000"/>
                  <a:ext cx="1491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DB4C1C5F-F427-C2A7-4000-2358AE9115E8}"/>
                    </a:ext>
                  </a:extLst>
                </p14:cNvPr>
                <p14:cNvContentPartPr/>
                <p14:nvPr/>
              </p14:nvContentPartPr>
              <p14:xfrm>
                <a:off x="3459692" y="5721160"/>
                <a:ext cx="1424880" cy="2628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DB4C1C5F-F427-C2A7-4000-2358AE9115E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450692" y="5712160"/>
                  <a:ext cx="1442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BB46F65C-56DE-B7D0-1059-6EF9433AF4E2}"/>
                    </a:ext>
                  </a:extLst>
                </p14:cNvPr>
                <p14:cNvContentPartPr/>
                <p14:nvPr/>
              </p14:nvContentPartPr>
              <p14:xfrm>
                <a:off x="3544292" y="5969920"/>
                <a:ext cx="1005840" cy="13752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BB46F65C-56DE-B7D0-1059-6EF9433AF4E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535292" y="5960920"/>
                  <a:ext cx="10234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C18920F-CC09-5F25-2582-5982EF6749BC}"/>
              </a:ext>
            </a:extLst>
          </p:cNvPr>
          <p:cNvGrpSpPr/>
          <p:nvPr/>
        </p:nvGrpSpPr>
        <p:grpSpPr>
          <a:xfrm>
            <a:off x="3456092" y="6329200"/>
            <a:ext cx="3161160" cy="170280"/>
            <a:chOff x="3456092" y="6329200"/>
            <a:chExt cx="316116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DA114AFD-C1FA-1BD7-1552-2725DCC2FCE7}"/>
                    </a:ext>
                  </a:extLst>
                </p14:cNvPr>
                <p14:cNvContentPartPr/>
                <p14:nvPr/>
              </p14:nvContentPartPr>
              <p14:xfrm>
                <a:off x="3456092" y="6329200"/>
                <a:ext cx="1819800" cy="79920"/>
              </p14:xfrm>
            </p:contentPart>
          </mc:Choice>
          <mc:Fallback xmlns=""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DA114AFD-C1FA-1BD7-1552-2725DCC2FCE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447452" y="6320560"/>
                  <a:ext cx="1837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BFF3514B-46D3-DBD7-226A-514E38D47B3A}"/>
                    </a:ext>
                  </a:extLst>
                </p14:cNvPr>
                <p14:cNvContentPartPr/>
                <p14:nvPr/>
              </p14:nvContentPartPr>
              <p14:xfrm>
                <a:off x="5192372" y="6404800"/>
                <a:ext cx="1424880" cy="94680"/>
              </p14:xfrm>
            </p:contentPart>
          </mc:Choice>
          <mc:Fallback xmlns=""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BFF3514B-46D3-DBD7-226A-514E38D47B3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83732" y="6395800"/>
                  <a:ext cx="1442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35E2FEEE-D814-C04B-83AB-C5C317F536EE}"/>
                    </a:ext>
                  </a:extLst>
                </p14:cNvPr>
                <p14:cNvContentPartPr/>
                <p14:nvPr/>
              </p14:nvContentPartPr>
              <p14:xfrm>
                <a:off x="3623132" y="6358720"/>
                <a:ext cx="552240" cy="17640"/>
              </p14:xfrm>
            </p:contentPart>
          </mc:Choice>
          <mc:Fallback xmlns=""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35E2FEEE-D814-C04B-83AB-C5C317F536E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614492" y="6349720"/>
                  <a:ext cx="569880" cy="35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python保留字</a:t>
            </a:r>
            <a:endParaRPr lang="en-US" sz="1100"/>
          </a:p>
          <a:p>
            <a:pPr indent="0" algn="l">
              <a:lnSpc>
                <a:spcPct val="125000"/>
              </a:lnSpc>
            </a:pP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33" y="1934021"/>
            <a:ext cx="9733082" cy="4220448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A0CF7B38-074E-6C67-7336-EDE1C0A15D0D}"/>
                  </a:ext>
                </a:extLst>
              </p14:cNvPr>
              <p14:cNvContentPartPr/>
              <p14:nvPr/>
            </p14:nvContentPartPr>
            <p14:xfrm>
              <a:off x="1098092" y="2533000"/>
              <a:ext cx="241200" cy="4719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A0CF7B38-074E-6C67-7336-EDE1C0A15D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9092" y="2524000"/>
                <a:ext cx="258840" cy="48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5F056F65-3196-FEEE-E3E4-9741CFC40459}"/>
              </a:ext>
            </a:extLst>
          </p:cNvPr>
          <p:cNvGrpSpPr/>
          <p:nvPr/>
        </p:nvGrpSpPr>
        <p:grpSpPr>
          <a:xfrm>
            <a:off x="1094492" y="2794000"/>
            <a:ext cx="7779240" cy="243360"/>
            <a:chOff x="1094492" y="2794000"/>
            <a:chExt cx="777924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6CC9A78F-85BC-3057-8134-1A30EE5CCE76}"/>
                    </a:ext>
                  </a:extLst>
                </p14:cNvPr>
                <p14:cNvContentPartPr/>
                <p14:nvPr/>
              </p14:nvContentPartPr>
              <p14:xfrm>
                <a:off x="1094492" y="2923240"/>
                <a:ext cx="963720" cy="11412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6CC9A78F-85BC-3057-8134-1A30EE5CCE7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5852" y="2914600"/>
                  <a:ext cx="981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63AD5695-8E6B-3156-C382-6E1ECD88F56E}"/>
                    </a:ext>
                  </a:extLst>
                </p14:cNvPr>
                <p14:cNvContentPartPr/>
                <p14:nvPr/>
              </p14:nvContentPartPr>
              <p14:xfrm>
                <a:off x="3162332" y="2910640"/>
                <a:ext cx="1130040" cy="288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63AD5695-8E6B-3156-C382-6E1ECD88F5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53692" y="2902000"/>
                  <a:ext cx="11476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619989B7-4D8E-A37E-139B-CB7E0C5CE5A7}"/>
                    </a:ext>
                  </a:extLst>
                </p14:cNvPr>
                <p14:cNvContentPartPr/>
                <p14:nvPr/>
              </p14:nvContentPartPr>
              <p14:xfrm>
                <a:off x="4924172" y="2914960"/>
                <a:ext cx="877680" cy="684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619989B7-4D8E-A37E-139B-CB7E0C5CE5A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15172" y="2906320"/>
                  <a:ext cx="895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F64A30D0-8D0E-EB4E-CAD3-9F766F959A13}"/>
                    </a:ext>
                  </a:extLst>
                </p14:cNvPr>
                <p14:cNvContentPartPr/>
                <p14:nvPr/>
              </p14:nvContentPartPr>
              <p14:xfrm>
                <a:off x="1484732" y="2794000"/>
                <a:ext cx="3942720" cy="19692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F64A30D0-8D0E-EB4E-CAD3-9F766F959A1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76092" y="2785360"/>
                  <a:ext cx="39603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133401C4-943F-E814-C0A8-C37BA5096033}"/>
                    </a:ext>
                  </a:extLst>
                </p14:cNvPr>
                <p14:cNvContentPartPr/>
                <p14:nvPr/>
              </p14:nvContentPartPr>
              <p14:xfrm>
                <a:off x="6450932" y="2914960"/>
                <a:ext cx="653040" cy="36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133401C4-943F-E814-C0A8-C37BA50960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42292" y="2906320"/>
                  <a:ext cx="670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D7CF1394-11DC-F7CF-EB62-F2FCDE236667}"/>
                    </a:ext>
                  </a:extLst>
                </p14:cNvPr>
                <p14:cNvContentPartPr/>
                <p14:nvPr/>
              </p14:nvContentPartPr>
              <p14:xfrm>
                <a:off x="8023772" y="2897680"/>
                <a:ext cx="849960" cy="1332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D7CF1394-11DC-F7CF-EB62-F2FCDE23666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15132" y="2889040"/>
                  <a:ext cx="86760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8F7DE6C-50B0-D0A3-334A-DE93E826BECD}"/>
              </a:ext>
            </a:extLst>
          </p:cNvPr>
          <p:cNvGrpSpPr/>
          <p:nvPr/>
        </p:nvGrpSpPr>
        <p:grpSpPr>
          <a:xfrm>
            <a:off x="1044092" y="3240400"/>
            <a:ext cx="7628400" cy="136440"/>
            <a:chOff x="1044092" y="3240400"/>
            <a:chExt cx="7628400" cy="13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C903B28F-9CF3-E2B3-77B8-3CBF526D2DB0}"/>
                    </a:ext>
                  </a:extLst>
                </p14:cNvPr>
                <p14:cNvContentPartPr/>
                <p14:nvPr/>
              </p14:nvContentPartPr>
              <p14:xfrm>
                <a:off x="1044092" y="3376480"/>
                <a:ext cx="1054080" cy="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C903B28F-9CF3-E2B3-77B8-3CBF526D2DB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5452" y="3367480"/>
                  <a:ext cx="1071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CFFC9427-C381-FB27-825D-4B0A9C6205C7}"/>
                    </a:ext>
                  </a:extLst>
                </p14:cNvPr>
                <p14:cNvContentPartPr/>
                <p14:nvPr/>
              </p14:nvContentPartPr>
              <p14:xfrm>
                <a:off x="3166652" y="3310240"/>
                <a:ext cx="1646640" cy="6228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CFFC9427-C381-FB27-825D-4B0A9C6205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58012" y="3301600"/>
                  <a:ext cx="1664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F6048C34-774C-ACEE-CDFE-9D5B60625D3A}"/>
                    </a:ext>
                  </a:extLst>
                </p14:cNvPr>
                <p14:cNvContentPartPr/>
                <p14:nvPr/>
              </p14:nvContentPartPr>
              <p14:xfrm>
                <a:off x="5020652" y="3309160"/>
                <a:ext cx="1330920" cy="468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F6048C34-774C-ACEE-CDFE-9D5B60625D3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11652" y="3300520"/>
                  <a:ext cx="1348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903A8509-53D0-FE5E-9983-CE89818C4CBA}"/>
                    </a:ext>
                  </a:extLst>
                </p14:cNvPr>
                <p14:cNvContentPartPr/>
                <p14:nvPr/>
              </p14:nvContentPartPr>
              <p14:xfrm>
                <a:off x="7080212" y="3240400"/>
                <a:ext cx="1592280" cy="6948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903A8509-53D0-FE5E-9983-CE89818C4C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71212" y="3231400"/>
                  <a:ext cx="1609920" cy="8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B823B754-7E52-1E45-0A7E-633FAA154A6A}"/>
                  </a:ext>
                </a:extLst>
              </p14:cNvPr>
              <p14:cNvContentPartPr/>
              <p14:nvPr/>
            </p14:nvContentPartPr>
            <p14:xfrm>
              <a:off x="1119692" y="5825920"/>
              <a:ext cx="1199880" cy="633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B823B754-7E52-1E45-0A7E-633FAA154A6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66052" y="5717920"/>
                <a:ext cx="130752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BE9E4627-ED9F-9FB8-5C15-1BBBC2EA5C15}"/>
                  </a:ext>
                </a:extLst>
              </p14:cNvPr>
              <p14:cNvContentPartPr/>
              <p14:nvPr/>
            </p14:nvContentPartPr>
            <p14:xfrm>
              <a:off x="4437452" y="4512280"/>
              <a:ext cx="1460880" cy="4320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BE9E4627-ED9F-9FB8-5C15-1BBBC2EA5C1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383812" y="4404280"/>
                <a:ext cx="156852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754A0732-7A41-A5BE-BBEB-F796911CA80B}"/>
                  </a:ext>
                </a:extLst>
              </p14:cNvPr>
              <p14:cNvContentPartPr/>
              <p14:nvPr/>
            </p14:nvContentPartPr>
            <p14:xfrm>
              <a:off x="3619892" y="4938520"/>
              <a:ext cx="1245240" cy="5724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754A0732-7A41-A5BE-BBEB-F796911CA80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65892" y="4830880"/>
                <a:ext cx="13528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1BFEEC66-52C8-49B0-FC69-7F7B662807C0}"/>
                  </a:ext>
                </a:extLst>
              </p14:cNvPr>
              <p14:cNvContentPartPr/>
              <p14:nvPr/>
            </p14:nvContentPartPr>
            <p14:xfrm>
              <a:off x="1199252" y="2743960"/>
              <a:ext cx="1008720" cy="1656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1BFEEC66-52C8-49B0-FC69-7F7B662807C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45612" y="2636320"/>
                <a:ext cx="11163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5680A9B3-CCFC-E751-CACE-8B326B3C19B4}"/>
                  </a:ext>
                </a:extLst>
              </p14:cNvPr>
              <p14:cNvContentPartPr/>
              <p14:nvPr/>
            </p14:nvContentPartPr>
            <p14:xfrm>
              <a:off x="2998892" y="2780680"/>
              <a:ext cx="1107000" cy="1980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5680A9B3-CCFC-E751-CACE-8B326B3C19B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944892" y="2673040"/>
                <a:ext cx="12146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E4BF39F6-0E47-7776-CBC3-E668C0511888}"/>
                  </a:ext>
                </a:extLst>
              </p14:cNvPr>
              <p14:cNvContentPartPr/>
              <p14:nvPr/>
            </p14:nvContentPartPr>
            <p14:xfrm>
              <a:off x="4521332" y="2743240"/>
              <a:ext cx="1150200" cy="5256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E4BF39F6-0E47-7776-CBC3-E668C051188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67692" y="2635240"/>
                <a:ext cx="12578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54A0FE5D-683A-7D1E-C50B-30015BB08276}"/>
                  </a:ext>
                </a:extLst>
              </p14:cNvPr>
              <p14:cNvContentPartPr/>
              <p14:nvPr/>
            </p14:nvContentPartPr>
            <p14:xfrm>
              <a:off x="910172" y="3593920"/>
              <a:ext cx="788040" cy="1800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54A0FE5D-683A-7D1E-C50B-30015BB0827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56172" y="3486280"/>
                <a:ext cx="89568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844436B4-3D58-8AE0-92EE-9E9167FB5E42}"/>
                  </a:ext>
                </a:extLst>
              </p14:cNvPr>
              <p14:cNvContentPartPr/>
              <p14:nvPr/>
            </p14:nvContentPartPr>
            <p14:xfrm>
              <a:off x="3774692" y="3576640"/>
              <a:ext cx="906840" cy="3924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844436B4-3D58-8AE0-92EE-9E9167FB5E4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21052" y="3468640"/>
                <a:ext cx="101448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10FB21BC-DFBD-3C9A-6625-C5C8B4AC3902}"/>
                  </a:ext>
                </a:extLst>
              </p14:cNvPr>
              <p14:cNvContentPartPr/>
              <p14:nvPr/>
            </p14:nvContentPartPr>
            <p14:xfrm>
              <a:off x="5481812" y="3649000"/>
              <a:ext cx="809280" cy="36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10FB21BC-DFBD-3C9A-6625-C5C8B4AC390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428172" y="3541360"/>
                <a:ext cx="9169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A05FAED8-E547-A0C3-ED60-084651D743D2}"/>
                  </a:ext>
                </a:extLst>
              </p14:cNvPr>
              <p14:cNvContentPartPr/>
              <p14:nvPr/>
            </p14:nvContentPartPr>
            <p14:xfrm>
              <a:off x="3237932" y="4512640"/>
              <a:ext cx="327600" cy="900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A05FAED8-E547-A0C3-ED60-084651D743D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84292" y="4405000"/>
                <a:ext cx="4352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C7ED7339-823B-EBB4-AC99-E2255DC56685}"/>
                  </a:ext>
                </a:extLst>
              </p14:cNvPr>
              <p14:cNvContentPartPr/>
              <p14:nvPr/>
            </p14:nvContentPartPr>
            <p14:xfrm>
              <a:off x="1266572" y="4945000"/>
              <a:ext cx="173160" cy="4680"/>
            </p14:xfrm>
          </p:contentPart>
        </mc:Choice>
        <mc:Fallback xmlns=""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C7ED7339-823B-EBB4-AC99-E2255DC5668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212572" y="4837000"/>
                <a:ext cx="2808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548F147E-4668-420D-7A80-7F895C20F5D4}"/>
                  </a:ext>
                </a:extLst>
              </p14:cNvPr>
              <p14:cNvContentPartPr/>
              <p14:nvPr/>
            </p14:nvContentPartPr>
            <p14:xfrm>
              <a:off x="2483012" y="4957600"/>
              <a:ext cx="336600" cy="1152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548F147E-4668-420D-7A80-7F895C20F5D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29372" y="4849960"/>
                <a:ext cx="4442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78EB2543-AA02-24BD-BFED-6560B40AA56A}"/>
                  </a:ext>
                </a:extLst>
              </p14:cNvPr>
              <p14:cNvContentPartPr/>
              <p14:nvPr/>
            </p14:nvContentPartPr>
            <p14:xfrm>
              <a:off x="2755532" y="5385640"/>
              <a:ext cx="257760" cy="29160"/>
            </p14:xfrm>
          </p:contentPart>
        </mc:Choice>
        <mc:Fallback xmlns=""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78EB2543-AA02-24BD-BFED-6560B40AA56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701892" y="5277640"/>
                <a:ext cx="3654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B46CE002-D273-3D90-1DD3-61253E163977}"/>
                  </a:ext>
                </a:extLst>
              </p14:cNvPr>
              <p14:cNvContentPartPr/>
              <p14:nvPr/>
            </p14:nvContentPartPr>
            <p14:xfrm>
              <a:off x="1030412" y="5406520"/>
              <a:ext cx="978120" cy="8064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B46CE002-D273-3D90-1DD3-61253E16397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6772" y="5298520"/>
                <a:ext cx="108576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421E37A7-D562-2F2E-AA5F-685FC29A7321}"/>
                  </a:ext>
                </a:extLst>
              </p14:cNvPr>
              <p14:cNvContentPartPr/>
              <p14:nvPr/>
            </p14:nvContentPartPr>
            <p14:xfrm>
              <a:off x="2524772" y="5368360"/>
              <a:ext cx="429480" cy="2592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421E37A7-D562-2F2E-AA5F-685FC29A732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471132" y="5260360"/>
                <a:ext cx="5371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86FB12A5-7278-1836-FEDF-7E8E5782D38A}"/>
                  </a:ext>
                </a:extLst>
              </p14:cNvPr>
              <p14:cNvContentPartPr/>
              <p14:nvPr/>
            </p14:nvContentPartPr>
            <p14:xfrm>
              <a:off x="5327012" y="4043560"/>
              <a:ext cx="755640" cy="360"/>
            </p14:xfrm>
          </p:contentPart>
        </mc:Choice>
        <mc:Fallback xmlns=""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86FB12A5-7278-1836-FEDF-7E8E5782D38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273012" y="3935560"/>
                <a:ext cx="863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506A9983-461D-5C19-BB54-33074FBB07C5}"/>
                  </a:ext>
                </a:extLst>
              </p14:cNvPr>
              <p14:cNvContentPartPr/>
              <p14:nvPr/>
            </p14:nvContentPartPr>
            <p14:xfrm>
              <a:off x="2994932" y="3190000"/>
              <a:ext cx="1007640" cy="65160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506A9983-461D-5C19-BB54-33074FBB07C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940932" y="3082000"/>
                <a:ext cx="1115280" cy="28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22" y="1951140"/>
            <a:ext cx="8113605" cy="4328388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11657A70-D491-137B-8F2B-BD24E8D3B2F6}"/>
                  </a:ext>
                </a:extLst>
              </p14:cNvPr>
              <p14:cNvContentPartPr/>
              <p14:nvPr/>
            </p14:nvContentPartPr>
            <p14:xfrm>
              <a:off x="1279172" y="3015040"/>
              <a:ext cx="1151280" cy="410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11657A70-D491-137B-8F2B-BD24E8D3B2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5172" y="2907400"/>
                <a:ext cx="12589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685D07B-02FA-287E-3F63-20D8EB8C7652}"/>
                  </a:ext>
                </a:extLst>
              </p14:cNvPr>
              <p14:cNvContentPartPr/>
              <p14:nvPr/>
            </p14:nvContentPartPr>
            <p14:xfrm>
              <a:off x="5724812" y="1815160"/>
              <a:ext cx="97560" cy="3697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685D07B-02FA-287E-3F63-20D8EB8C76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5812" y="1806160"/>
                <a:ext cx="115200" cy="38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E98470E8-140F-DB82-1F5C-1447EC4E8E73}"/>
              </a:ext>
            </a:extLst>
          </p:cNvPr>
          <p:cNvGrpSpPr/>
          <p:nvPr/>
        </p:nvGrpSpPr>
        <p:grpSpPr>
          <a:xfrm>
            <a:off x="6216212" y="1820200"/>
            <a:ext cx="1272240" cy="568440"/>
            <a:chOff x="6216212" y="1820200"/>
            <a:chExt cx="1272240" cy="56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40982F0C-1ED5-FEB8-A7F4-B27101173C9D}"/>
                    </a:ext>
                  </a:extLst>
                </p14:cNvPr>
                <p14:cNvContentPartPr/>
                <p14:nvPr/>
              </p14:nvContentPartPr>
              <p14:xfrm>
                <a:off x="6216212" y="1903000"/>
                <a:ext cx="517680" cy="35388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40982F0C-1ED5-FEB8-A7F4-B27101173C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07212" y="1894360"/>
                  <a:ext cx="5353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B93A7E1A-A424-12E3-6546-DE491F0BB613}"/>
                    </a:ext>
                  </a:extLst>
                </p14:cNvPr>
                <p14:cNvContentPartPr/>
                <p14:nvPr/>
              </p14:nvContentPartPr>
              <p14:xfrm>
                <a:off x="7022252" y="1820200"/>
                <a:ext cx="466200" cy="56844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B93A7E1A-A424-12E3-6546-DE491F0BB61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13252" y="1811560"/>
                  <a:ext cx="483840" cy="58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C17B5B2-B31F-311D-34A0-121AA5DF13DC}"/>
              </a:ext>
            </a:extLst>
          </p:cNvPr>
          <p:cNvGrpSpPr/>
          <p:nvPr/>
        </p:nvGrpSpPr>
        <p:grpSpPr>
          <a:xfrm>
            <a:off x="8044292" y="1870600"/>
            <a:ext cx="1250280" cy="599760"/>
            <a:chOff x="8044292" y="1870600"/>
            <a:chExt cx="1250280" cy="59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33BFBA50-54B9-3EBA-CDBA-3E90323C8D37}"/>
                    </a:ext>
                  </a:extLst>
                </p14:cNvPr>
                <p14:cNvContentPartPr/>
                <p14:nvPr/>
              </p14:nvContentPartPr>
              <p14:xfrm>
                <a:off x="8044292" y="1901560"/>
                <a:ext cx="595440" cy="20952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33BFBA50-54B9-3EBA-CDBA-3E90323C8D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35292" y="1892920"/>
                  <a:ext cx="6130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3A5965AE-2CA2-F211-F74F-55B4BC2F151E}"/>
                    </a:ext>
                  </a:extLst>
                </p14:cNvPr>
                <p14:cNvContentPartPr/>
                <p14:nvPr/>
              </p14:nvContentPartPr>
              <p14:xfrm>
                <a:off x="8253812" y="1870600"/>
                <a:ext cx="89280" cy="4179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3A5965AE-2CA2-F211-F74F-55B4BC2F151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45172" y="1861960"/>
                  <a:ext cx="10692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3068BB4C-6C03-7786-0F45-3EE3C7CE07A1}"/>
                    </a:ext>
                  </a:extLst>
                </p14:cNvPr>
                <p14:cNvContentPartPr/>
                <p14:nvPr/>
              </p14:nvContentPartPr>
              <p14:xfrm>
                <a:off x="8938532" y="1875640"/>
                <a:ext cx="356040" cy="1080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3068BB4C-6C03-7786-0F45-3EE3C7CE07A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29532" y="1866640"/>
                  <a:ext cx="373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360C8257-57C4-105F-AFE3-274232E449D0}"/>
                    </a:ext>
                  </a:extLst>
                </p14:cNvPr>
                <p14:cNvContentPartPr/>
                <p14:nvPr/>
              </p14:nvContentPartPr>
              <p14:xfrm>
                <a:off x="8858612" y="1929280"/>
                <a:ext cx="434880" cy="54108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360C8257-57C4-105F-AFE3-274232E449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49972" y="1920640"/>
                  <a:ext cx="452520" cy="55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439C6E13-AF0B-5BA5-F704-97EF04C3A729}"/>
                  </a:ext>
                </a:extLst>
              </p14:cNvPr>
              <p14:cNvContentPartPr/>
              <p14:nvPr/>
            </p14:nvContentPartPr>
            <p14:xfrm>
              <a:off x="5555252" y="2336440"/>
              <a:ext cx="247680" cy="3531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439C6E13-AF0B-5BA5-F704-97EF04C3A72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46252" y="2327800"/>
                <a:ext cx="265320" cy="37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45EF8C12-0D9B-C631-86A2-2D5E6E0D781F}"/>
              </a:ext>
            </a:extLst>
          </p:cNvPr>
          <p:cNvGrpSpPr/>
          <p:nvPr/>
        </p:nvGrpSpPr>
        <p:grpSpPr>
          <a:xfrm>
            <a:off x="8936372" y="2579440"/>
            <a:ext cx="393480" cy="407160"/>
            <a:chOff x="8936372" y="2579440"/>
            <a:chExt cx="39348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CAFA2D66-D959-4B31-4B24-4FEFDA4CDD65}"/>
                    </a:ext>
                  </a:extLst>
                </p14:cNvPr>
                <p14:cNvContentPartPr/>
                <p14:nvPr/>
              </p14:nvContentPartPr>
              <p14:xfrm>
                <a:off x="8936372" y="2579440"/>
                <a:ext cx="393480" cy="18576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CAFA2D66-D959-4B31-4B24-4FEFDA4CDD6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27732" y="2570800"/>
                  <a:ext cx="4111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8BCC6B7A-0F2B-5787-0E47-3D71B55B7360}"/>
                    </a:ext>
                  </a:extLst>
                </p14:cNvPr>
                <p14:cNvContentPartPr/>
                <p14:nvPr/>
              </p14:nvContentPartPr>
              <p14:xfrm>
                <a:off x="9152012" y="2633800"/>
                <a:ext cx="360" cy="35280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8BCC6B7A-0F2B-5787-0E47-3D71B55B736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43372" y="2625160"/>
                  <a:ext cx="18000" cy="37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84B1D1E-BDDF-BF8D-EA86-5004C85A45F8}"/>
              </a:ext>
            </a:extLst>
          </p:cNvPr>
          <p:cNvGrpSpPr/>
          <p:nvPr/>
        </p:nvGrpSpPr>
        <p:grpSpPr>
          <a:xfrm>
            <a:off x="8925932" y="3183520"/>
            <a:ext cx="239040" cy="319320"/>
            <a:chOff x="8925932" y="3183520"/>
            <a:chExt cx="23904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950914B1-D48A-71AF-4FB3-3D7BE2ABAB34}"/>
                    </a:ext>
                  </a:extLst>
                </p14:cNvPr>
                <p14:cNvContentPartPr/>
                <p14:nvPr/>
              </p14:nvContentPartPr>
              <p14:xfrm>
                <a:off x="8925932" y="3261280"/>
                <a:ext cx="195480" cy="1512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950914B1-D48A-71AF-4FB3-3D7BE2ABAB3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16932" y="3252280"/>
                  <a:ext cx="2131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80A8BAB0-84F9-BC0A-5891-1228E7AD60E5}"/>
                    </a:ext>
                  </a:extLst>
                </p14:cNvPr>
                <p14:cNvContentPartPr/>
                <p14:nvPr/>
              </p14:nvContentPartPr>
              <p14:xfrm>
                <a:off x="9163172" y="3183520"/>
                <a:ext cx="1800" cy="31932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80A8BAB0-84F9-BC0A-5891-1228E7AD60E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54172" y="3174880"/>
                  <a:ext cx="19440" cy="33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C36C6F3-D00B-DC37-19DA-9F72DEE2C6E1}"/>
              </a:ext>
            </a:extLst>
          </p:cNvPr>
          <p:cNvGrpSpPr/>
          <p:nvPr/>
        </p:nvGrpSpPr>
        <p:grpSpPr>
          <a:xfrm>
            <a:off x="5469212" y="3125560"/>
            <a:ext cx="441720" cy="433080"/>
            <a:chOff x="5469212" y="3125560"/>
            <a:chExt cx="44172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9910F66B-6D33-B346-A303-18748AE50314}"/>
                    </a:ext>
                  </a:extLst>
                </p14:cNvPr>
                <p14:cNvContentPartPr/>
                <p14:nvPr/>
              </p14:nvContentPartPr>
              <p14:xfrm>
                <a:off x="5469212" y="3247600"/>
                <a:ext cx="180360" cy="3276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9910F66B-6D33-B346-A303-18748AE5031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60572" y="3238960"/>
                  <a:ext cx="198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2232C3EA-ECE4-DDAC-48F4-AA283628DB4A}"/>
                    </a:ext>
                  </a:extLst>
                </p14:cNvPr>
                <p14:cNvContentPartPr/>
                <p14:nvPr/>
              </p14:nvContentPartPr>
              <p14:xfrm>
                <a:off x="5771252" y="3125560"/>
                <a:ext cx="139680" cy="1620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2232C3EA-ECE4-DDAC-48F4-AA283628DB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62612" y="3116560"/>
                  <a:ext cx="157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5576146B-1D9A-F926-0EF4-9F6144EA5350}"/>
                    </a:ext>
                  </a:extLst>
                </p14:cNvPr>
                <p14:cNvContentPartPr/>
                <p14:nvPr/>
              </p14:nvContentPartPr>
              <p14:xfrm>
                <a:off x="5533292" y="3158320"/>
                <a:ext cx="328320" cy="40032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5576146B-1D9A-F926-0EF4-9F6144EA535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24652" y="3149320"/>
                  <a:ext cx="345960" cy="41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7EB3C3C8-8213-D36B-4E9A-63288EBB9226}"/>
                  </a:ext>
                </a:extLst>
              </p14:cNvPr>
              <p14:cNvContentPartPr/>
              <p14:nvPr/>
            </p14:nvContentPartPr>
            <p14:xfrm>
              <a:off x="5658212" y="1572520"/>
              <a:ext cx="131760" cy="36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7EB3C3C8-8213-D36B-4E9A-63288EBB922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52092" y="1566400"/>
                <a:ext cx="1440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组合 46">
            <a:extLst>
              <a:ext uri="{FF2B5EF4-FFF2-40B4-BE49-F238E27FC236}">
                <a16:creationId xmlns:a16="http://schemas.microsoft.com/office/drawing/2014/main" id="{A31A56DE-7B10-6C40-C29D-7E7A5F15EDA3}"/>
              </a:ext>
            </a:extLst>
          </p:cNvPr>
          <p:cNvGrpSpPr/>
          <p:nvPr/>
        </p:nvGrpSpPr>
        <p:grpSpPr>
          <a:xfrm>
            <a:off x="6156092" y="1333840"/>
            <a:ext cx="3053880" cy="1257840"/>
            <a:chOff x="6156092" y="1333840"/>
            <a:chExt cx="3053880" cy="12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75948E5B-C00C-2686-3778-FBAC781941EB}"/>
                    </a:ext>
                  </a:extLst>
                </p14:cNvPr>
                <p14:cNvContentPartPr/>
                <p14:nvPr/>
              </p14:nvContentPartPr>
              <p14:xfrm>
                <a:off x="6156092" y="1689160"/>
                <a:ext cx="770040" cy="90252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75948E5B-C00C-2686-3778-FBAC781941E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47092" y="1680160"/>
                  <a:ext cx="787680" cy="9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21E71DE5-C3ED-C574-28D9-5C31B8DC06E8}"/>
                    </a:ext>
                  </a:extLst>
                </p14:cNvPr>
                <p14:cNvContentPartPr/>
                <p14:nvPr/>
              </p14:nvContentPartPr>
              <p14:xfrm>
                <a:off x="6417452" y="1415920"/>
                <a:ext cx="2737800" cy="279000"/>
              </p14:xfrm>
            </p:contentPart>
          </mc:Choice>
          <mc:Fallback xmlns=""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21E71DE5-C3ED-C574-28D9-5C31B8DC06E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08452" y="1406920"/>
                  <a:ext cx="27554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ECEB288E-A464-3441-0296-536943A56F4F}"/>
                    </a:ext>
                  </a:extLst>
                </p14:cNvPr>
                <p14:cNvContentPartPr/>
                <p14:nvPr/>
              </p14:nvContentPartPr>
              <p14:xfrm>
                <a:off x="8992892" y="1333840"/>
                <a:ext cx="217080" cy="21024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ECEB288E-A464-3441-0296-536943A56F4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83892" y="1324840"/>
                  <a:ext cx="23472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2313A364-22A2-3D64-F3CA-0CB4B2CF8F32}"/>
                  </a:ext>
                </a:extLst>
              </p14:cNvPr>
              <p14:cNvContentPartPr/>
              <p14:nvPr/>
            </p14:nvContentPartPr>
            <p14:xfrm>
              <a:off x="863732" y="6035800"/>
              <a:ext cx="360" cy="360"/>
            </p14:xfrm>
          </p:contentPart>
        </mc:Choice>
        <mc:Fallback xmlns=""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2313A364-22A2-3D64-F3CA-0CB4B2CF8F3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55092" y="60268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7A725701-16C0-C295-AB81-93070F8EE661}"/>
                  </a:ext>
                </a:extLst>
              </p14:cNvPr>
              <p14:cNvContentPartPr/>
              <p14:nvPr/>
            </p14:nvContentPartPr>
            <p14:xfrm>
              <a:off x="1308692" y="4978840"/>
              <a:ext cx="1000800" cy="33120"/>
            </p14:xfrm>
          </p:contentPart>
        </mc:Choice>
        <mc:Fallback xmlns=""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7A725701-16C0-C295-AB81-93070F8EE66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302572" y="4972720"/>
                <a:ext cx="10130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6E90270D-3B51-9BAF-C6DB-DD6245F08C58}"/>
                  </a:ext>
                </a:extLst>
              </p14:cNvPr>
              <p14:cNvContentPartPr/>
              <p14:nvPr/>
            </p14:nvContentPartPr>
            <p14:xfrm>
              <a:off x="3611252" y="4909720"/>
              <a:ext cx="4410000" cy="251280"/>
            </p14:xfrm>
          </p:contentPart>
        </mc:Choice>
        <mc:Fallback xmlns=""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6E90270D-3B51-9BAF-C6DB-DD6245F08C5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05132" y="4903600"/>
                <a:ext cx="44222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B8AA8FC3-43AC-DC51-F58B-6FA905A085E0}"/>
                  </a:ext>
                </a:extLst>
              </p14:cNvPr>
              <p14:cNvContentPartPr/>
              <p14:nvPr/>
            </p14:nvContentPartPr>
            <p14:xfrm>
              <a:off x="566012" y="5439640"/>
              <a:ext cx="1455480" cy="23400"/>
            </p14:xfrm>
          </p:contentPart>
        </mc:Choice>
        <mc:Fallback xmlns=""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B8AA8FC3-43AC-DC51-F58B-6FA905A085E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12372" y="5332000"/>
                <a:ext cx="15631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D5F637C5-7ADE-ECB4-47A6-0DAEA57F503D}"/>
                  </a:ext>
                </a:extLst>
              </p14:cNvPr>
              <p14:cNvContentPartPr/>
              <p14:nvPr/>
            </p14:nvContentPartPr>
            <p14:xfrm>
              <a:off x="649892" y="5783800"/>
              <a:ext cx="3198240" cy="139680"/>
            </p14:xfrm>
          </p:contentPart>
        </mc:Choice>
        <mc:Fallback xmlns=""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D5F637C5-7ADE-ECB4-47A6-0DAEA57F503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95892" y="5675800"/>
                <a:ext cx="3305880" cy="35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120" y="2178712"/>
            <a:ext cx="9492105" cy="3954012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B6063399-3803-C481-BEDF-22FE30259FCC}"/>
                  </a:ext>
                </a:extLst>
              </p14:cNvPr>
              <p14:cNvContentPartPr/>
              <p14:nvPr/>
            </p14:nvContentPartPr>
            <p14:xfrm>
              <a:off x="2696852" y="2818480"/>
              <a:ext cx="1647360" cy="2268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B6063399-3803-C481-BEDF-22FE30259F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2852" y="2710840"/>
                <a:ext cx="175500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901ED84-662F-C755-F1AC-C1354058183A}"/>
                  </a:ext>
                </a:extLst>
              </p14:cNvPr>
              <p14:cNvContentPartPr/>
              <p14:nvPr/>
            </p14:nvContentPartPr>
            <p14:xfrm>
              <a:off x="2889812" y="3875440"/>
              <a:ext cx="2516760" cy="10548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901ED84-662F-C755-F1AC-C135405818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36172" y="3767800"/>
                <a:ext cx="262440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AEE87D7F-08DE-74E5-540B-E245664E28F9}"/>
                  </a:ext>
                </a:extLst>
              </p14:cNvPr>
              <p14:cNvContentPartPr/>
              <p14:nvPr/>
            </p14:nvContentPartPr>
            <p14:xfrm>
              <a:off x="2759852" y="4837000"/>
              <a:ext cx="3594960" cy="12924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AEE87D7F-08DE-74E5-540B-E245664E28F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06212" y="4729360"/>
                <a:ext cx="370260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04FA20EA-946D-D439-CBFE-E0DE8E4A93E3}"/>
                  </a:ext>
                </a:extLst>
              </p14:cNvPr>
              <p14:cNvContentPartPr/>
              <p14:nvPr/>
            </p14:nvContentPartPr>
            <p14:xfrm>
              <a:off x="-701548" y="3955720"/>
              <a:ext cx="3611880" cy="154440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04FA20EA-946D-D439-CBFE-E0DE8E4A93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707668" y="3949600"/>
                <a:ext cx="3624120" cy="155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print()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761" y="1800329"/>
            <a:ext cx="8111634" cy="4611535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4F0E2FA-9D9B-FFF8-3BEB-9E05173F538E}"/>
                  </a:ext>
                </a:extLst>
              </p14:cNvPr>
              <p14:cNvContentPartPr/>
              <p14:nvPr/>
            </p14:nvContentPartPr>
            <p14:xfrm>
              <a:off x="5708612" y="4563400"/>
              <a:ext cx="3555000" cy="3286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4F0E2FA-9D9B-FFF8-3BEB-9E05173F53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54612" y="4455760"/>
                <a:ext cx="366264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04D4259-5CB9-8CBC-43DF-5FAADD5D3679}"/>
                  </a:ext>
                </a:extLst>
              </p14:cNvPr>
              <p14:cNvContentPartPr/>
              <p14:nvPr/>
            </p14:nvContentPartPr>
            <p14:xfrm>
              <a:off x="5633012" y="4538200"/>
              <a:ext cx="3326400" cy="1616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04D4259-5CB9-8CBC-43DF-5FAADD5D36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79012" y="4430560"/>
                <a:ext cx="343404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4EA4A767-1A94-2D2B-FE5E-33EE88A466E5}"/>
                  </a:ext>
                </a:extLst>
              </p14:cNvPr>
              <p14:cNvContentPartPr/>
              <p14:nvPr/>
            </p14:nvContentPartPr>
            <p14:xfrm>
              <a:off x="603092" y="3629560"/>
              <a:ext cx="2196360" cy="12103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4EA4A767-1A94-2D2B-FE5E-33EE88A466E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6972" y="3623440"/>
                <a:ext cx="2208600" cy="122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5CE9E53B-EE90-F015-D769-0EE835F74E43}"/>
              </a:ext>
            </a:extLst>
          </p:cNvPr>
          <p:cNvGrpSpPr/>
          <p:nvPr/>
        </p:nvGrpSpPr>
        <p:grpSpPr>
          <a:xfrm>
            <a:off x="-17188" y="4885960"/>
            <a:ext cx="3553560" cy="1644840"/>
            <a:chOff x="-17188" y="4885960"/>
            <a:chExt cx="3553560" cy="164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1A9D3220-99F4-4640-B06D-E5B65DB719F5}"/>
                    </a:ext>
                  </a:extLst>
                </p14:cNvPr>
                <p14:cNvContentPartPr/>
                <p14:nvPr/>
              </p14:nvContentPartPr>
              <p14:xfrm>
                <a:off x="1199252" y="5322640"/>
                <a:ext cx="2337120" cy="23832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1A9D3220-99F4-4640-B06D-E5B65DB719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93132" y="5316520"/>
                  <a:ext cx="23493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1CB61360-F3C9-BFB6-2112-27D13D052FFE}"/>
                    </a:ext>
                  </a:extLst>
                </p14:cNvPr>
                <p14:cNvContentPartPr/>
                <p14:nvPr/>
              </p14:nvContentPartPr>
              <p14:xfrm>
                <a:off x="-17188" y="4885960"/>
                <a:ext cx="1880280" cy="164484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1CB61360-F3C9-BFB6-2112-27D13D052F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-23308" y="4879840"/>
                  <a:ext cx="1892520" cy="165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6F752F0A-000A-71F4-A563-A93011E5DF98}"/>
                  </a:ext>
                </a:extLst>
              </p14:cNvPr>
              <p14:cNvContentPartPr/>
              <p14:nvPr/>
            </p14:nvContentPartPr>
            <p14:xfrm>
              <a:off x="4982852" y="6182320"/>
              <a:ext cx="360" cy="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6F752F0A-000A-71F4-A563-A93011E5DF9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76732" y="61762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3A562DF5-EA41-B07D-EC2F-7D8542DF9637}"/>
                  </a:ext>
                </a:extLst>
              </p14:cNvPr>
              <p14:cNvContentPartPr/>
              <p14:nvPr/>
            </p14:nvContentPartPr>
            <p14:xfrm>
              <a:off x="4903292" y="4768240"/>
              <a:ext cx="605520" cy="1800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3A562DF5-EA41-B07D-EC2F-7D8542DF963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49292" y="4660600"/>
                <a:ext cx="7131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B414D8E3-ECF4-045F-D8FD-809218B6FF53}"/>
                  </a:ext>
                </a:extLst>
              </p14:cNvPr>
              <p14:cNvContentPartPr/>
              <p14:nvPr/>
            </p14:nvContentPartPr>
            <p14:xfrm>
              <a:off x="4223612" y="5809360"/>
              <a:ext cx="325440" cy="36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B414D8E3-ECF4-045F-D8FD-809218B6FF5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69972" y="5701360"/>
                <a:ext cx="4330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D34D1A01-90B6-FA2D-59D6-68A2C835607E}"/>
                  </a:ext>
                </a:extLst>
              </p14:cNvPr>
              <p14:cNvContentPartPr/>
              <p14:nvPr/>
            </p14:nvContentPartPr>
            <p14:xfrm>
              <a:off x="7498172" y="5578240"/>
              <a:ext cx="756000" cy="669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D34D1A01-90B6-FA2D-59D6-68A2C835607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444532" y="5470600"/>
                <a:ext cx="86364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DA9AE6F7-71F9-79D8-7883-863C01782EE2}"/>
                  </a:ext>
                </a:extLst>
              </p14:cNvPr>
              <p14:cNvContentPartPr/>
              <p14:nvPr/>
            </p14:nvContentPartPr>
            <p14:xfrm>
              <a:off x="1677692" y="5321920"/>
              <a:ext cx="1615680" cy="3060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DA9AE6F7-71F9-79D8-7883-863C01782EE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23692" y="5213920"/>
                <a:ext cx="17233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6287EAD3-C2FD-6566-C5E2-3AF817E3F00A}"/>
                  </a:ext>
                </a:extLst>
              </p14:cNvPr>
              <p14:cNvContentPartPr/>
              <p14:nvPr/>
            </p14:nvContentPartPr>
            <p14:xfrm>
              <a:off x="1807652" y="4009000"/>
              <a:ext cx="1554120" cy="6408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6287EAD3-C2FD-6566-C5E2-3AF817E3F00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54012" y="3901000"/>
                <a:ext cx="1661760" cy="27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print()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61" y="1823585"/>
            <a:ext cx="9813921" cy="4422637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函数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954" y="2340958"/>
            <a:ext cx="10101232" cy="3044869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函数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117" y="1169481"/>
            <a:ext cx="7669961" cy="494356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函数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452" y="1906305"/>
            <a:ext cx="10326246" cy="4297713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2173985" y="903967"/>
            <a:ext cx="9688963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>
                    <a:alpha val="89804"/>
                  </a:srgbClr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可变参数</a:t>
            </a:r>
            <a:r>
              <a:rPr lang="en-US" sz="1600" b="0" i="0" u="none" strike="noStrike">
                <a:solidFill>
                  <a:srgbClr val="000000">
                    <a:alpha val="89804"/>
                  </a:srgbClr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是 Python 函数中一种灵活的参数传递方式，允许函数接受任意数量的参数。它分为两种形式：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>
                    <a:alpha val="89804"/>
                  </a:srgbClr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args</a:t>
            </a:r>
            <a:r>
              <a:rPr lang="en-US" sz="1600" b="1" i="0" u="none" strike="noStrike">
                <a:solidFill>
                  <a:srgbClr val="000000">
                    <a:alpha val="89804"/>
                  </a:srgbClr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：用于接收任意数量的</a:t>
            </a:r>
            <a:r>
              <a:rPr lang="en-US" sz="1600" b="0" i="0" u="none" strike="noStrike">
                <a:solidFill>
                  <a:srgbClr val="000000">
                    <a:alpha val="89804"/>
                  </a:srgbClr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位置参数**，并将其打包成一个</a:t>
            </a:r>
            <a:r>
              <a:rPr lang="en-US" sz="1600" b="1" i="0" u="none" strike="noStrike">
                <a:solidFill>
                  <a:srgbClr val="000000">
                    <a:alpha val="89804"/>
                  </a:srgbClr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元组</a:t>
            </a:r>
            <a:r>
              <a:rPr lang="en-US" sz="1600" b="0" i="0" u="none" strike="noStrike">
                <a:solidFill>
                  <a:srgbClr val="000000">
                    <a:alpha val="89804"/>
                  </a:srgbClr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>
                    <a:alpha val="89804"/>
                  </a:srgbClr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kwargs</a:t>
            </a:r>
            <a:r>
              <a:rPr lang="en-US" sz="1600" b="1" i="0" u="none" strike="noStrike">
                <a:solidFill>
                  <a:srgbClr val="000000">
                    <a:alpha val="89804"/>
                  </a:srgbClr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：用于接收任意数量的</a:t>
            </a:r>
            <a:r>
              <a:rPr lang="en-US" sz="1600" b="0" i="0" u="none" strike="noStrike">
                <a:solidFill>
                  <a:srgbClr val="000000">
                    <a:alpha val="89804"/>
                  </a:srgbClr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关键字参数**，并将其打包成一个</a:t>
            </a:r>
            <a:r>
              <a:rPr lang="en-US" sz="1600" b="1" i="0" u="none" strike="noStrike">
                <a:solidFill>
                  <a:srgbClr val="000000">
                    <a:alpha val="89804"/>
                  </a:srgbClr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字典</a:t>
            </a:r>
            <a:r>
              <a:rPr lang="en-US" sz="1600" b="0" i="0" u="none" strike="noStrike">
                <a:solidFill>
                  <a:srgbClr val="000000">
                    <a:alpha val="89804"/>
                  </a:srgbClr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17983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1.2 Python基础语法讲解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课后学习内容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23413" y="2879829"/>
            <a:ext cx="7166246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string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Python3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string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字符串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string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string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菜鸟教程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runoob.com/python3/python3-string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(runoob.com)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323412" y="3300513"/>
            <a:ext cx="6453181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www.runoob.com/python3/python3-lis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Python3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www.runoob.com/python3/python3-lis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列表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www.runoob.com/python3/python3-lis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www.runoob.com/python3/python3-lis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菜鸟教程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www.runoob.com/python3/python3-lis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(runoob.com)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323413" y="3691686"/>
            <a:ext cx="7166246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runoob.com/python3/python3-tupl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Python3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runoob.com/python3/python3-tupl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元组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runoob.com/python3/python3-tupl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runoob.com/python3/python3-tupl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菜鸟教程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runoob.com/python3/python3-tupl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(runoob.com)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323412" y="4070009"/>
            <a:ext cx="6172199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6" tooltip="https://www.runoob.com/python3/python3-dictionary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Python3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6" tooltip="https://www.runoob.com/python3/python3-dictionary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字典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6" tooltip="https://www.runoob.com/python3/python3-dictionary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6" tooltip="https://www.runoob.com/python3/python3-dictionary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菜鸟教程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6" tooltip="https://www.runoob.com/python3/python3-dictionary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(runoob.com)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323413" y="4490692"/>
            <a:ext cx="6725824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7" tooltip="https://www.runoob.com/python3/python3-s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Python3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7" tooltip="https://www.runoob.com/python3/python3-s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集合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7" tooltip="https://www.runoob.com/python3/python3-s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7" tooltip="https://www.runoob.com/python3/python3-s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菜鸟教程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7" tooltip="https://www.runoob.com/python3/python3-s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(runoob.com)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323413" y="4911376"/>
            <a:ext cx="6830686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8" tooltip="https://www.runoob.com/python3/python3-conditional-statement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Python3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8" tooltip="https://www.runoob.com/python3/python3-conditional-statement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条件控制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8" tooltip="https://www.runoob.com/python3/python3-conditional-statement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8" tooltip="https://www.runoob.com/python3/python3-conditional-statement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菜鸟教程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8" tooltip="https://www.runoob.com/python3/python3-conditional-statement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(runoob.com)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323412" y="5332060"/>
            <a:ext cx="7258526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9" tooltip="https://www.runoob.com/python3/python3-loop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Python3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9" tooltip="https://www.runoob.com/python3/python3-loop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循环语句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9" tooltip="https://www.runoob.com/python3/python3-loop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9" tooltip="https://www.runoob.com/python3/python3-loop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菜鸟教程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9" tooltip="https://www.runoob.com/python3/python3-loop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(runoob.com)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323412" y="2459146"/>
            <a:ext cx="7858337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10" tooltip="https://www.runoob.com/python3/python3-basic-operator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Python3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10" tooltip="https://www.runoob.com/python3/python3-basic-operator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运算符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10" tooltip="https://www.runoob.com/python3/python3-basic-operator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en-US" sz="25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10" tooltip="https://www.runoob.com/python3/python3-basic-operator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菜鸟教程</a:t>
            </a:r>
            <a:r>
              <a:rPr lang="en-US" sz="25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10" tooltip="https://www.runoob.com/python3/python3-basic-operator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(runoob.com)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3472" y="1679969"/>
            <a:ext cx="11645900" cy="2971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课时1.3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【算法竞赛快速入门】Python算法竞赛基础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1.3 Python算法基础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快读模板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48" y="1929639"/>
            <a:ext cx="11696700" cy="18669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1.3 Python算法基础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Lambda表达式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67" y="1739475"/>
            <a:ext cx="10148667" cy="498555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3372010" y="1284967"/>
            <a:ext cx="6731363" cy="304800"/>
          </a:xfrm>
          <a:prstGeom prst="rect">
            <a:avLst/>
          </a:prstGeom>
          <a:solidFill>
            <a:srgbClr val="EDEDED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语法格式： lambda 参数列表: 表达式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1.3 Python算法基础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内置排序算法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238" y="1665967"/>
            <a:ext cx="8898131" cy="5192033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1498238" y="1665967"/>
            <a:ext cx="6731363" cy="304800"/>
          </a:xfrm>
          <a:prstGeom prst="rect">
            <a:avLst/>
          </a:prstGeom>
          <a:solidFill>
            <a:srgbClr val="EDEDED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语法格式： sorted(iterable, key = None, reverse = False) 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1.3 Python算法基础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内置排序算法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8" y="1815218"/>
            <a:ext cx="12113342" cy="5147359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2899105" y="1250509"/>
            <a:ext cx="6731363" cy="304800"/>
          </a:xfrm>
          <a:prstGeom prst="rect">
            <a:avLst/>
          </a:prstGeom>
          <a:solidFill>
            <a:srgbClr val="EDEDED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语法格式： list.sort(key = None, reverse = False) 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1.3 Python算法基础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内置排序算法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46" y="2216740"/>
            <a:ext cx="12192000" cy="2914975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1.3 Python算法基础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8481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 与 map映射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027" y="2368474"/>
            <a:ext cx="9481625" cy="4165498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1368027" y="1693107"/>
            <a:ext cx="5080000" cy="304800"/>
          </a:xfrm>
          <a:prstGeom prst="rect">
            <a:avLst/>
          </a:prstGeom>
          <a:solidFill>
            <a:srgbClr val="EDEDED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语法格式： map(key, iterable) 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1.4 刷题冲刺指南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60948" y="1474450"/>
          <a:ext cx="3977925" cy="4470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00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5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41400">
                <a:tc gridSpan="4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sng" strike="noStrike">
                          <a:solidFill>
                            <a:srgbClr val="175C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  <a:hlinkClick r:id="rId3" tooltip="https://www.lanqiao.cn/paper/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https://www.lanqiao.cn/paper/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蓝桥杯真题卷模拟系统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gridSpan="4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sng" strike="noStrike">
                          <a:solidFill>
                            <a:srgbClr val="175CEB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  <a:hlinkClick r:id="rId4" tooltip="https://www.lanqiao.cn/problems/?first_category_id=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https://www.lanqiao.cn/problems/?first_category_id=1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蓝桥题库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 gridSpan="4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sng" strike="noStrike">
                          <a:solidFill>
                            <a:srgbClr val="175C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  <a:hlinkClick r:id="rId5" tooltip="https://ac.nowcoder.com/acm/problem/collection/699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https://ac.nowcoder.com/acm/problem/collection/6999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牛客蓝桥寒假题单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 gridSpan="4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sng" strike="noStrike">
                          <a:solidFill>
                            <a:srgbClr val="175CEB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  <a:hlinkClick r:id="rId6" tooltip="https://www.luogu.com.cn/training/list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https://www.luogu.com.cn/training/list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洛谷题单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 gridSpan="4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sng" strike="noStrike">
                          <a:solidFill>
                            <a:srgbClr val="175C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  <a:hlinkClick r:id="rId7" tooltip="https://leetcode.cn/contest/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https://leetcode.cn/contest/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力扣周赛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 gridSpan="4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sng" strike="noStrike">
                          <a:solidFill>
                            <a:srgbClr val="175C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  <a:hlinkClick r:id="rId8" tooltip="https://leetcode.cn/problemset/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https://leetcode.cn/problemset/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力扣题库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5006" y="1743611"/>
            <a:ext cx="7190857" cy="4201239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1.4 刷题冲刺指南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48" y="1153359"/>
            <a:ext cx="5012052" cy="5490754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09" y="1588143"/>
            <a:ext cx="7054991" cy="4484657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0948" y="0"/>
            <a:ext cx="1085850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Python算法基础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60948" y="1056367"/>
            <a:ext cx="325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输入输出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730</Words>
  <Application>Microsoft Office PowerPoint</Application>
  <PresentationFormat>宽屏</PresentationFormat>
  <Paragraphs>212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1" baseType="lpstr">
      <vt:lpstr>Noto Sans SC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Zhengyang Zhu</cp:lastModifiedBy>
  <cp:revision>21</cp:revision>
  <dcterms:modified xsi:type="dcterms:W3CDTF">2026-03-15T08:13:56Z</dcterms:modified>
</cp:coreProperties>
</file>