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notesSlides/notesSlide7.xml" ContentType="application/vnd.openxmlformats-officedocument.presentationml.notesSlide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notesSlides/notesSlide8.xml" ContentType="application/vnd.openxmlformats-officedocument.presentationml.notesSlide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notesSlides/notesSlide9.xml" ContentType="application/vnd.openxmlformats-officedocument.presentationml.notesSlide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notesSlides/notesSlide10.xml" ContentType="application/vnd.openxmlformats-officedocument.presentationml.notesSlide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notesSlides/notesSlide11.xml" ContentType="application/vnd.openxmlformats-officedocument.presentationml.notesSlide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notesSlides/notesSlide12.xml" ContentType="application/vnd.openxmlformats-officedocument.presentationml.notesSlide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notesSlides/notesSlide13.xml" ContentType="application/vnd.openxmlformats-officedocument.presentationml.notesSlide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notesSlides/notesSlide14.xml" ContentType="application/vnd.openxmlformats-officedocument.presentationml.notesSlide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notesSlides/notesSlide15.xml" ContentType="application/vnd.openxmlformats-officedocument.presentationml.notesSlide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notesSlides/notesSlide16.xml" ContentType="application/vnd.openxmlformats-officedocument.presentationml.notesSlide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notesSlides/notesSlide17.xml" ContentType="application/vnd.openxmlformats-officedocument.presentationml.notesSlide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7" r:id="rId15"/>
    <p:sldId id="268" r:id="rId16"/>
    <p:sldId id="269" r:id="rId17"/>
    <p:sldId id="270" r:id="rId18"/>
    <p:sldId id="272" r:id="rId19"/>
    <p:sldId id="273" r:id="rId20"/>
    <p:sldId id="274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1:29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4267 2229 24575,'1'0'0,"-1"0"0,0 0 0,1 0 0,-1 1 0,0-1 0,0 0 0,0 0 0,1 1 0,-1-1 0,0 0 0,0 1 0,0-1 0,1 0 0,-1 0 0,0 1 0,0-1 0,0 0 0,0 1 0,0-1 0,0 0 0,0 1 0,0-1 0,0 0 0,0 1 0,0-1 0,0 0 0,0 1 0,0-1 0,0 0 0,0 1 0,0-1 0,0 0 0,0 1 0,0-1 0,0 0 0,-1 1 0,1-1 0,0 0 0,0 0 0,0 1 0,-1-1 0,1 0 0,0 0 0,0 1 0,-1-1 0,1 0 0,0 0 0,-1 0 0,1 1 0,0-1 0,0 0 0,-1 0 0,1 0 0,0 0 0,-1 0 0,-23 5 0,-220 1 0,148-7 0,-1367-64-1460,429-71-75,728 77 768,-400-131-1,691 185 785,-128-46 1284,120 41-893,0-1 1,0-1 0,-36-26 0,50 31-360,1 0 0,0-1-1,0 0 1,0 0 0,1-1 0,0 0 0,1 0 0,0 0 0,1-1 0,-8-18 0,8 14 15,1 1-1,1-2 1,0 1 0,0 0-1,2-1 1,-1 1 0,3-24 0,1 14-11,1-1 0,2 1 0,0 0-1,1 0 1,2 0 0,0 1 0,2 0 0,0 1 0,21-33 0,-13 29-38,0 1 0,2 1-1,1 1 1,1 0 0,0 1 0,37-25-1,-8 12-185,1 2-1,82-37 0,169-54-1478,112-9 692,104-4-1284,200-16-451,1018-84 1,-1240 202 2390,-98 24-907,-98 20 996,-237-6 415,1 4-1,-1 2 1,100 29 0,-142-31 260,-1 2 0,0 0 0,0 1 0,-1 1 0,0 1 1,21 17-1,-11-4 1947,0 2 1,41 49-1,-30-27-2038,45 67 0,-69-88-299,-1 0 0,-1 0 0,-2 2-1,15 45 1,23 134-72,-34-131 0,3-1 0,37 95 0,-52-161 0,-1 0 0,-1 0 0,0 1 0,0-1 0,-1 1 0,-1-1 0,0 1 0,0 0 0,-1 0 0,-1-1 0,0 1 0,0 0 0,-1-1 0,-4 15 0,-1-9 0,1 0 0,-2 0 0,0 0 0,-1-1 0,-1 0 0,-1-1 0,0 0 0,-17 17 0,0-4 0,-1-1 0,-1-2 0,-1-1 0,-1-2 0,-1 0 0,-1-3 0,-38 17 0,-26 5 0,-142 39 0,-73 5-329,-345 45 1,366-97-928,237-31-5022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7:13.9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0 333 24575,'4'-2'0,"17"-6"0,33-9 0,59-8 0,77-9 0,91-7 0,66-6 0,26 2-920,-12 4 920,-40 9-2271,-53 11 2271,-58 8 0,-53 6 0,-45 7 0,-35 4 0,-26 2 0,-19 0 0,-13 0-5000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7:14.4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339 0 24575,'0'1'0,"0"-1"0,0 0 0,0 0 0,0 0 0,0 0 0,0 0 0,0 0 0,0 1 0,0-1 0,0 0 0,0 0 0,0 0 0,0 0 0,0 0 0,0 1 0,0-1 0,0 0 0,0 0 0,0 0 0,0 0 0,0 0 0,0 0 0,-1 0 0,1 1 0,0-1 0,0 0 0,0 0 0,0 0 0,0 0 0,0 0 0,0 0 0,-1 0 0,1 0 0,0 0 0,0 0 0,0 0 0,0 0 0,0 0 0,0 0 0,-1 0 0,1 0 0,0 0 0,0 0 0,0 0 0,0 0 0,0 0 0,-1 0 0,1 0 0,0 0 0,0 0 0,0 0 0,0 0 0,5 17 0,10 9 0,1-1 0,0-1 0,35 37 0,70 63 0,6-7 0,180 128 0,-298-238 0,-3-3 0,0 0 0,1 1 0,-2 0 0,1 0 0,0 1 0,7 10 0,-12-14 0,0 0 0,0 0 0,0 0 0,0 0 0,-1 0 0,1 0 0,-1 0 0,0 0 0,0 0 0,1 0 0,-1 0 0,0 0 0,-1 0 0,1 0 0,0 0 0,-1 0 0,1 0 0,-1 0 0,0 0 0,1 0 0,-1 0 0,0 0 0,0 0 0,0 0 0,0-1 0,-1 1 0,1 0 0,0-1 0,-3 3 0,-7 8 0,-1 0 0,0-1 0,-1 0 0,-14 9 0,-62 36 0,55-36 0,-525 343 0,317-187-1365,201-147-5461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7:15.0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 24575,'0'-4'0,"6"3"0,22 19 0,39 34 0,77 60 0,115 79 0,134 73-3276,132 56 1580,96 35-1581,35 4 2164,-24-27-2164,-86-50 2871,-118-61 406,-126-65-999,-110-54 999,-88-44 5853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7:15.4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441 5 24575,'3'-5'0,"3"10"0,7 12 0,45 110 0,-47-102 0,465 1185-2123,-467-1185 2123,-4-13 0,0 0 0,-1 0 0,-1 1 0,3 25 0,-5-37 17,-1 0-1,0 0 0,0 0 1,0 0-1,0 0 1,0 0-1,-1 0 1,1 0-1,0 0 0,0 0 1,-1-1-1,1 1 1,-1 0-1,1 0 1,-1 0-1,1 0 1,-1 0-1,1 0 0,-1-1 1,0 1-1,1 0 1,-1 0-1,0-1 1,0 1-1,1-1 0,-1 1 1,0 0-1,0-1 1,-2 1-1,-1 0 148,0 0-1,-1 0 0,1 0 1,0-1-1,-8 0 1,5 1 25,-239-2-642,-244-31 1,242 6-6374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1:38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1,'4'0,"5"0,13 0,27 0,40 0,49 2,62 2,73 8,61 0,39-1,0-3,-36-2,-60-3,-62-1,-66-1,-59-2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1:43.2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1 273,'43'-10,"654"-109,-137 20,7 55,-7 45,-232 2,-308-3,0 1,-1 1,1 0,-1 2,0 0,0 2,29 11,-27-9,0-2,1 0,0-1,28 3,91 0,-46-3,-75-4,-1 0,1 2,0 0,-1 1,0 1,34 14,-33-12,0 0,0-1,0-1,0 0,1-2,25 1,33 6,-53-2,-19-4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1:45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94,'8'-1,"0"0,0 0,0-1,12-4,14-3,218-22,-62 11,-86 8,153 2,-248 10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1:46.6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0 261,'4'-2,"19"-1,16-1,28-5,47-4,66-4,77-3,78-9,49-2,12-1,-27 4,-52 2,-68 6,-70 6,-64 6,-51 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1:50.4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1 106,'169'-10,"-78"2,1362-33,-862 30,-518 10,97-14,-25 4,-43 5,37 3,-92 4,-30-1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1:59.7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1,'0'1,"1"-1,-1 1,0-1,1 1,-1-1,0 1,1-1,-1 1,0-1,1 1,-1-1,1 0,-1 1,1-1,-1 1,1-1,-1 0,1 0,-1 1,1-1,-1 0,1 0,0 0,-1 1,1-1,-1 0,1 0,0 0,22 2,-19-2,88 0,-46-1,74 9,60 3,-103-9,1283 24,-609-26,-692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2:04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0,'958'23,"35"-10,-660-14,-121 1,-186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2:07.0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1,'631'28,"-421"-14,1931 85,-1461-98,-327-3,1024 2,-1303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2:08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0,'4'0,"5"0,5 0,7 0,8 0,13 0,10 0,12 0,7 0,4 0,-2 0,-6 0,-12 0,-10 0,-13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2:45.9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0,'1034'23,"-1018"-22,-1 1,0 1,0 0,25 9,-12-4,1-2,0-2,57 3,12 1,-30 2,-41-7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02:47.3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1,'1897'34,"-741"-6,1836-6,-2836-23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2:45.6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18503 348 24575,'-42'-17'0,"-63"-17"0,-98-18 0,-132-14-546,-145-4-2184,-142 6-547,-119 20 164,-533 57 177,-1 138 1533,912-78 1060,-515 175 0,591-142 82,5 11 0,-321 185 0,374-166 236,7 9 0,6 10 0,7 9 0,-301 306 0,352-299 27,7 6-1,8 7 1,8 6 0,9 5-1,-153 319 1,202-343-53,8 4 0,-90 352 0,128-378-51,7 1 1,6 1-1,6 1 0,10 173 0,12-179 76,6 0-1,7-1 1,5-1-1,87 254 1,-50-232 26,6-3 0,7-3 0,7-4 0,139 191 0,-76-150 0,8-7 0,8-7 0,243 209 0,-152-178 0,10-12 0,435 253 0,-318-246 0,776 301 0,-651-336 0,799 165 0,-684-228 0,795 40 0,789-168 0,93-284 0,-1317 91 0,1428-501 0,-1359 312 0,1112-594 0,-314-60 0,-307-5 0,-379 81 0,-743 536 0,-340 344 0,-4-3 0,63-112 0,-110 162 0,-2-1 0,-3-2 0,-2 0 0,-2-1 0,14-63 0,-28 86 0,0 0 0,-3-1 0,0 0 0,-2 1 0,-1-1 0,-2 0 0,-1 1 0,-1-1 0,-10-33 0,4 32 0,-2 1 0,-1 0 0,-1 1 0,-2 1 0,-1 0 0,-1 2 0,-2-1 0,-44-48 0,15 27 0,-2 3 0,-3 2 0,-1 3 0,-119-71 0,27 34 0,-306-115 0,-372-57 0,-234 21 0,-228 20 0,-1924-150 0,-692 77 0,-418 75 0,-91 79 0,248 96 0,548 98 0,755 90 1365,711 31 5462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3:55.8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36 319 24575,'0'-23'0,"0"-1"0,2 1 0,1 0 0,6-27 0,-7 41 0,1 1 0,0 0 0,1 0 0,-1 0 0,1 0 0,1 1 0,-1-1 0,1 1 0,1 0 0,-1 1 0,1-1 0,1 1 0,-1 0 0,12-8 0,-4 7-163,-1-1 0,1 1 0,0 1 0,1 1 0,0 0 0,-1 1 0,2 0 0,25-2 0,14 1-943,59 4-1,-81 1 855,-24 0 63,10 0-355,-1 0-1,0 1 0,35 7 1,-48-7 525,1 1 0,-1 0 0,0 0 0,1 1 0,-1-1 1,0 1-1,-1 0 0,1 0 0,0 1 0,-1-1 0,0 1 0,0 0 1,0 0-1,0 1 0,-1-1 0,7 11 0,3 10 670,-1 1 0,-2 0 0,0 1 1,9 41-1,-8-16 957,6 80 1,-16-108-1572,0 1-1,-1-1 1,-1 0 0,-5 26 0,3-37-41,0 0 0,-1 0 0,-1 0 0,0 0 0,0-1 0,-1 0-1,-1 0 1,-15 20 0,2-8 4,-1-1 0,-1-1 0,0-1 0,-2-1 0,-38 24 0,-139 74 0,178-106 0,16-8 0,0 0 0,-1 0 0,1-1 0,-1-1 0,0 1 0,0-1 0,0-1 0,0 1 0,0-1 0,-13 0 0,-20 3 0,0 3 0,-57 16 0,54-13 0,116-8 0,124 20 0,71 30 0,-149-27 0,-84-19 180,-12-2-695,-1 0 0,30 11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3:57.9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24575,'4'2'0,"5"0"0,8 3 0,8 1 0,14 3 0,12 1 0,15 3 0,12 1 0,24 7 0,6 3 0,1 0 0,-12-3 0,-17-2 0,-20-5 0,-16-5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3:58.8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760 1 24575,'-2'1'0,"0"-1"0,1 1 0,-1 0 0,1 0 0,0 0 0,-1 1 0,1-1 0,0 0 0,0 0 0,0 1 0,0-1 0,0 1 0,0-1 0,-2 4 0,0 0 0,-102 173 0,1-1 0,2-43 0,55-75 0,45-57 0,0 0 0,0 0 0,0 1 0,1-1 0,-1 1 0,1-1 0,0 1 0,-1-1 0,1 1 0,0 0 0,1 0 0,-2 3 0,2-5 0,0 0 0,0-1 0,1 1 0,-1-1 0,0 1 0,0-1 0,0 1 0,1-1 0,-1 1 0,0-1 0,0 1 0,1-1 0,-1 1 0,0-1 0,1 1 0,-1-1 0,1 0 0,-1 1 0,1-1 0,-1 1 0,1-1 0,0 1 0,22 3 0,58-2 0,-42-2 0,0 1 0,0 2 0,51 11 0,-75-11 0,0 2 0,0-1 0,0 2 0,-1 0 0,0 1 0,0 0 0,24 17 0,-32-19 0,0 1 0,0-1 0,-1 1 0,1 0 0,-1 1 0,0-1 0,-1 1 0,0 0 0,0 0 0,0 1 0,-1-1 0,0 1 0,-1-1 0,1 1 0,-2 0 0,3 15 0,-2-6 0,-1 1 0,-1-1 0,-3 32 0,2-42 0,0 0 0,-1 0 0,0 0 0,0 0 0,0-1 0,-1 1 0,0-1 0,-1 1 0,1-1 0,-1 0 0,0 0 0,-6 5 0,-7 6 0,-1-1 0,0-1 0,-31 19 0,-67 33 0,51-31 0,48-26 0,0-1 0,0-1 0,0-1 0,-1 0 0,0-1 0,-1-1 0,1-1 0,-35 4 0,-221-6 0,270-2 16,1-1-1,-1 1 1,1-1-1,-1 0 1,1 0-1,0 0 1,-1-1-1,1 1 1,0-1-1,0 0 1,0 0-1,0 0 1,0 0-1,0 0 1,1-1-1,-1 1 1,1-1 0,0 1-1,-1-1 1,1 0-1,-1-3 1,-3-5-358,0 0 1,1 0 0,1-1-1,-6-21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3:59.7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14 24575,'0'0'0,"1"0"0,-1-1 0,0 1 0,0-1 0,1 1 0,-1-1 0,0 1 0,0 0 0,1-1 0,-1 1 0,0 0 0,1-1 0,-1 1 0,1 0 0,-1 0 0,0-1 0,1 1 0,-1 0 0,1 0 0,-1 0 0,1-1 0,-1 1 0,1 0 0,-1 0 0,1 0 0,-1 0 0,1 0 0,0 0 0,19-2 0,-15 2 0,467-4 0,-279 5 0,-68-2 0,182 5 0,-303-4 0,4 1 0,-1-1 0,1 1 0,-1 0 0,15 4 0,-20-4 0,-1-1 0,0 1 0,0 0 0,1-1 0,-1 1 0,0 0 0,0 0 0,0-1 0,0 1 0,0 0 0,0 0 0,0 0 0,0 0 0,0 0 0,0 1 0,-1-1 0,1 0 0,0 0 0,-1 0 0,1 1 0,-1-1 0,1 0 0,-1 1 0,0-1 0,0 0 0,1 1 0,-1-1 0,0 1 0,0-1 0,0 0 0,-1 1 0,1 1 0,-4 12 0,-1 1 0,0-1 0,-1-1 0,0 1 0,-2-1 0,-10 17 0,3-5 0,-215 430 0,82-96 0,-41 94 0,184-444 6,-100 251-1377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2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5 120 24575,'0'0'0,"0"0"0,0 0 0,0 0 0,-1 0 0,1 0 0,0 0 0,0 0 0,0 0 0,-1 0 0,1 0 0,0 0 0,0-1 0,0 1 0,0 0 0,-1 0 0,1 0 0,0 0 0,0 0 0,0 0 0,0 0 0,0 0 0,-1 0 0,1-1 0,0 1 0,0 0 0,0 0 0,0 0 0,0 0 0,0 0 0,0-1 0,0 1 0,-1 0 0,1 0 0,0 0 0,0 0 0,0-1 0,0 1 0,0 0 0,0 0 0,0 0 0,0-1 0,0 1 0,0 0 0,5-11 0,9-7 0,-4 11 0,0 0 0,0 0 0,1 1 0,0 0 0,0 1 0,0 0 0,23-5 0,2 1 0,48-5 0,-51 9 0,1 2 0,0 1 0,38 4 0,-67-2 0,0 1 0,0 0 0,0 0 0,-1 1 0,1-1 0,0 1 0,-1 0 0,1 0 0,-1 1 0,0-1 0,0 1 0,0 0 0,6 6 0,-4-4 0,-1 1 0,-1 0 0,1 1 0,-1-1 0,0 1 0,0 0 0,5 14 0,-3-1 0,-1-1 0,0 1 0,-2 0 0,0 1 0,0 35 0,-4-35 0,0-1 0,-2 1 0,0 0 0,-1-1 0,-1 0 0,-1 0 0,-1 0 0,-1-1 0,0 0 0,-22 34 0,21-38 0,0-1 0,-2-1 0,0 0 0,0 0 0,-1-1 0,-1-1 0,0 0 0,0-1 0,-1 0 0,0-1 0,-1 0 0,0-1 0,-30 11 0,36-17 0,1-1 0,-1 0 0,1-1 0,-10 1 0,-7-3 0,437 16 0,-236-5 0,-171-8-195,-1-1 0,1 1 0,-1-1 0,0 1 0,1 1 0,4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3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24575,'111'0'0,"158"3"0,-258-3 0,0 1 0,0 1 0,0 0 0,0 0 0,0 1 0,0 0 0,11 6 0,-18-7 0,0 0 0,0 1 0,0-1 0,-1 1 0,1 0 0,-1 0 0,1 0 0,-1 0 0,0 1 0,0 0 0,-1-1 0,1 1 0,-1 0 0,0 0 0,0 0 0,0 1 0,0-1 0,-1 0 0,2 9 0,-1-4 0,-1 0 0,0 1 0,0-1 0,-1 0 0,-1 0 0,1 1 0,-2-1 0,1 0 0,-1 0 0,-6 17 0,2-13 0,0 0 0,0-1 0,-1 0 0,-1 0 0,0 0 0,-15 15 0,-2-2 0,0-2 0,-2-1 0,0-1 0,-2-1 0,-31 16 0,24-17 0,-61 23 0,71-31 0,27-11 0,-1 0 0,0 0 0,0 0 0,0 0 0,1 0 0,-1 0 0,0 0 0,0 0 0,0 0 0,0 0 0,1 0 0,-1 0 0,0 0 0,0 0 0,0 0 0,0 0 0,1 0 0,-1 1 0,0-1 0,0 0 0,0 0 0,0 0 0,0 0 0,1 0 0,-1 0 0,0 1 0,0-1 0,0 0 0,0 0 0,0 0 0,0 0 0,0 0 0,0 1 0,0-1 0,0 0 0,0 0 0,0 0 0,1 0 0,-1 1 0,0-1 0,0 0 0,0 0 0,0 0 0,0 1 0,-1-1 0,1 0 0,0 0 0,0 0 0,0 0 0,0 1 0,0-1 0,0 0 0,0 0 0,0 0 0,0 0 0,0 0 0,0 1 0,-1-1 0,1 0 0,0 0 0,0 0 0,0 0 0,0 0 0,0 0 0,-1 0 0,1 1 0,0-1 0,18 3 0,215 0 0,-63-2 0,241 17-1365,-323-13-5461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4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396 25 24575,'15'-1'0,"0"0"0,0-2 0,16-3 0,-14 2 0,33-3 0,-24 5 0,1 1 0,-1 1 0,0 2 0,49 9 0,-67-9 0,0 0 0,0 1 0,0-1 0,-1 2 0,1-1 0,-1 1 0,0 0 0,0 1 0,-1 0 0,1 0 0,-1 0 0,0 1 0,0 0 0,0 0 0,-1 0 0,0 1 0,-1-1 0,1 1 0,5 14 0,-6-12 0,0 1 0,-1-1 0,0 1 0,-1 0 0,0 0 0,-1 0 0,0 0 0,0 1 0,-1-1 0,-2 17 0,1-20 0,-1-1 0,1 1 0,-1-1 0,0 0 0,0 1 0,-1-1 0,0 0 0,0-1 0,-1 1 0,1 0 0,-1-1 0,0 0 0,-1 0 0,1 0 0,-1 0 0,0-1 0,-8 6 0,-2-1 0,1-1 0,-1-1 0,-1 0 0,-30 8 0,-72 12 0,77-19 0,-430 68 0,453-75 0,14-1 0,0 0 0,0 0 0,-1 1 0,1-1 0,0 1 0,0 0 0,0 0 0,0 1 0,0-1 0,-6 4 0,10-5 0,0 0 0,0 1 0,-1-1 0,1 0 0,0 0 0,0 1 0,0-1 0,0 0 0,0 0 0,0 1 0,1-1 0,-1 0 0,0 0 0,0 1 0,0-1 0,0 0 0,0 0 0,0 1 0,0-1 0,0 0 0,1 0 0,-1 0 0,0 1 0,0-1 0,0 0 0,0 0 0,1 0 0,-1 0 0,0 1 0,0-1 0,0 0 0,1 0 0,-1 0 0,0 0 0,0 0 0,1 0 0,-1 0 0,0 0 0,0 0 0,1 1 0,-1-1 0,0 0 0,0 0 0,1-1 0,16 8 0,1-2 0,0 0 0,36 4 0,-19-4 0,139 24 0,120 22 0,-270-45-1365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6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1339 318 24575,'2'0'0,"0"0"0,0 0 0,0 0 0,0-1 0,0 1 0,0 0 0,0-1 0,0 1 0,-1-1 0,1 0 0,0 0 0,0 1 0,-1-1 0,1 0 0,0-1 0,-1 1 0,1 0 0,-1 0 0,1-1 0,1-1 0,-2 0 0,1 1 0,-1-1 0,0 0 0,0 0 0,0 1 0,0-1 0,0 0 0,0 0 0,-1 0 0,0 0 0,1 0 0,-1-4 0,0 0 0,-1 0 0,0 0 0,0 0 0,0 0 0,-1 0 0,0 0 0,-1 1 0,1-1 0,-1 0 0,-7-10 0,4 10 0,0 0 0,-1 0 0,1 1 0,-2-1 0,1 2 0,-1-1 0,0 1 0,0 0 0,-9-4 0,-15-5 0,-36-12 0,48 19 0,-114-35 0,109 36 0,0 1 0,-1 1 0,-37-1 0,61 5 0,-1 0 0,1 0 0,-1 0 0,1 1 0,-1-1 0,1 1 0,-1 0 0,1 0 0,0 0 0,-1 0 0,1 0 0,0 0 0,0 1 0,0-1 0,0 1 0,0-1 0,0 1 0,0 0 0,1 0 0,-1 0 0,0 0 0,1 0 0,0 0 0,-3 4 0,0 5 0,-1 1 0,1-1 0,1 0 0,-3 15 0,1-2 0,-9 35 0,3 1 0,3 0 0,2 1 0,4 108 0,3-160 0,0-1 0,1 0 0,0 1 0,0-1 0,1 0 0,0 0 0,1 0 0,-1-1 0,1 1 0,1-1 0,-1 0 0,1 0 0,1 0 0,7 7 0,11 10 0,1-2 0,37 26 0,-10-8 0,-24-17 0,93 81 0,-103-86 0,0 0 0,-2 1 0,0 1 0,15 26 0,-26-37 0,0 1 0,-1 0 0,-1 1 0,0-1 0,0 0 0,-1 1 0,0 0 0,-1 0 0,0-1 0,-1 1 0,0 0 0,-2 16 0,0-12 0,-1 1 0,0 0 0,-1-1 0,-1 0 0,0 0 0,-1 0 0,-15 25 0,14-30-71,0 0 1,-1-1-1,0 0 0,0 0 0,-1-1 0,0 0 0,-1 0 0,0-1 1,-14 8-1,-13 4-992,-53 20 0,71-32 621,-61 24-951,0-4 1,-140 29-1,156-46 3632,0-3-1,-72 0 1,123-7-2114,-18 1 12,1-2 1,-1-1-1,1-1 0,-31-8 0,52 9-140,1-1 0,-1 0-1,1 0 1,0-1 0,0 0-1,1-1 1,-15-10 0,18 11-1,-1 0 1,1-1-1,0 0 0,0 1 1,0-2-1,1 1 1,-1 0-1,1-1 1,1 1-1,-1-1 0,1 0 1,-3-9-1,5 13-61,-1 0 0,1-1 0,0 1 0,0-1 0,0 1 0,0 0 0,0-1 0,0 1 0,1-1 0,-1 1 0,1 0 0,-1-1 0,1 1 0,0 0 0,0 0 0,0-1 0,0 1 0,1 0 0,-1 0 0,3-3 0,11-12-6761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7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24575,'0'-1'0,"1"1"0,-1-1 0,0 1 0,1-1 0,-1 1 0,0-1 0,1 1 0,-1 0 0,1-1 0,-1 1 0,1 0 0,-1-1 0,1 1 0,-1 0 0,1 0 0,-1-1 0,1 1 0,-1 0 0,1 0 0,-1 0 0,1 0 0,-1 0 0,1 0 0,1 0 0,18-2 0,-17 1 0,497 4 0,-350 3 0,-98-3-1365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8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24575,'-2'0'0,"6"0"0,5 0 0,12 0 0,15 0 0,23 0 0,18 0 0,8 0 0,-5 0 0,-11 0 0,-14 0 0,-14 0 0,-12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4:09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27 24575,'0'0'0,"0"0"0,0 0 0,0 0 0,0 0 0,0-1 0,-1 1 0,1 0 0,0 0 0,0 0 0,0 0 0,0-1 0,0 1 0,0 0 0,0 0 0,0 0 0,0 0 0,0-1 0,0 1 0,0 0 0,0 0 0,0 0 0,0-1 0,0 1 0,0 0 0,0 0 0,0 0 0,0 0 0,0-1 0,0 1 0,0 0 0,0 0 0,0 0 0,0 0 0,0-1 0,0 1 0,1 0 0,-1 0 0,0 0 0,0 0 0,0 0 0,0-1 0,1 1 0,10-5 0,14-1 0,54 0 0,1 3 0,84 8 0,-160-5 0,23 1 0,-1 1 0,1 2 0,-1 0 0,31 10 0,-51-12 0,0 0 0,0 0 0,-1 0 0,1 1 0,-1 0 0,0 0 0,1 1 0,-1-1 0,-1 1 0,1 0 0,-1 0 0,1 1 0,-1-1 0,0 1 0,-1 0 0,1 0 0,-1 1 0,0-1 0,0 0 0,-1 1 0,0 0 0,0 0 0,0 0 0,1 6 0,-2-3 0,0-1 0,0 1 0,-1 0 0,0-1 0,-1 1 0,0-1 0,0 1 0,-1-1 0,0 0 0,-6 14 0,3-11 0,0 1 0,-1-1 0,-1-1 0,0 1 0,0-1 0,-15 14 0,-1-2 0,0-2 0,-2 0 0,0-2 0,-1-1 0,-30 15 0,26-16 0,0-2 0,-55 18 0,70-28 0,-1 0 0,1-1 0,-1 0 0,1-1 0,-1-1 0,0 0 0,-29-4 0,132-1 0,-10 2 0,141 6 0,-213-3 0,0-1 0,1 1 0,-1 1 0,0-1 0,0 1 0,0 0 0,0 0 0,0 0 0,0 1 0,0 0 0,-1 0 0,1 0 0,-1 0 0,0 1 0,0 0 0,0 0 0,-1 0 0,1 0 0,-1 0 0,0 1 0,0-1 0,3 10 0,-2-5 0,0 2 0,-1-1 0,0 0 0,-1 0 0,0 1 0,-1 0 0,0-1 0,-1 1 0,0 0 0,-2 19 0,-1-20 0,1 0 0,-1 0 0,-1 0 0,0 0 0,0-1 0,-1 0 0,0 1 0,-1-2 0,0 1 0,0-1 0,-10 10 0,-4 3 0,0-2 0,-46 34 0,61-49 0,-12 8 0,-1 0 0,-20 10 0,32-19 0,-1 0 0,1-1 0,-1 0 0,1 0 0,-1 0 0,0-1 0,0 0 0,0 0 0,0-1 0,-10 0 0,-284-4 139,170 5-1643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00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319 1 24575,'-8'10'0,"0"0"0,0 1 0,1 0 0,1 0 0,0 1 0,0 0 0,-5 17 0,-3 6 0,-51 107 0,16-41 0,-56 172 0,98-243 0,0 1 0,2-1 0,-1 49 0,9 93 0,-3-170 0,0 1 0,0-1 0,0 1 0,0-1 0,1 1 0,-1-1 0,1 1 0,-1-1 0,1 0 0,0 1 0,0-1 0,0 0 0,0 1 0,0-1 0,1 0 0,-1 0 0,1 0 0,0 0 0,-1 0 0,1 0 0,0-1 0,0 1 0,0-1 0,0 1 0,0-1 0,0 0 0,1 1 0,-1-1 0,0 0 0,1-1 0,-1 1 0,1 0 0,-1-1 0,1 1 0,-1-1 0,1 0 0,-1 0 0,1 0 0,2 0 0,188-2-1365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01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24575,'4'0'0,"7"0"0,12 0 0,6 0 0,3 0 0,5 0 0,8 2 0,6 2 0,5 1 0,-6 0 0,-10 0 0,-10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02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86 24575,'-4'1'0,"0"-1"0,1 1 0,-1 0 0,1 0 0,-1 0 0,1 1 0,-1-1 0,1 1 0,0 0 0,0 0 0,-1 0 0,2 0 0,-1 1 0,0-1 0,0 1 0,1 0 0,-1-1 0,1 1 0,0 1 0,0-1 0,0 0 0,-2 5 0,-3 5 0,2 0 0,0 0 0,0 0 0,-5 24 0,7-11 0,1 0 0,0 1 0,2-1 0,4 32 0,-4-56 0,1 1 0,-1 0 0,1 0 0,-1 0 0,1-1 0,0 1 0,0 0 0,0-1 0,1 1 0,-1 0 0,0-1 0,1 0 0,0 1 0,-1-1 0,1 0 0,0 0 0,0 0 0,1 0 0,-1 0 0,0-1 0,0 1 0,1-1 0,-1 1 0,1-1 0,0 0 0,-1 0 0,1 0 0,0 0 0,0 0 0,-1-1 0,1 1 0,0-1 0,0 0 0,0 0 0,5 0 0,0-1 0,0 1 0,0-1 0,0-1 0,-1 1 0,1-1 0,0-1 0,-1 1 0,1-1 0,-1-1 0,0 1 0,13-10 0,-1-2 0,-2-2 0,0 0 0,0-1 0,-2 0 0,18-28 0,-31 43 0,-1-1 0,1 0 0,0 0 0,-1-1 0,0 1 0,0 0 0,0 0 0,-1-1 0,1-7 0,-4-45 0,1 36 0,1 12 0,-1-1 0,0 1 0,0 0 0,-1 0 0,0 0 0,-1 0 0,0 1 0,0 0 0,-1-1 0,0 1 0,0 1 0,-1-1 0,0 1 0,0 0 0,-13-11 0,16 16 23,0 1 0,0-1 0,0 0 0,0 1 0,0-1 0,0 1 0,-1 0 0,1 0 1,0 1-1,-1-1 0,1 1 0,-5-1 0,-46 3-426,28 0-859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03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1 24575,'-2'2'0,"0"1"0,0 0 0,1 0 0,-1 0 0,1 0 0,0 0 0,0 0 0,-1 6 0,-4 10 0,-152 412 0,142-379 0,-30 110 0,40-134 0,1 0 0,1 0 0,1 56 0,4-63 0,-2-14 0,1 0 0,1 0 0,-1 0 0,1 1 0,4 12 0,-4-18 0,0 1 0,0-1 0,1 0 0,-1 1 0,1-1 0,-1 0 0,1 0 0,0 0 0,0 0 0,-1-1 0,1 1 0,1 0 0,-1-1 0,0 0 0,0 1 0,0-1 0,1 0 0,-1 0 0,1 0 0,3 1 0,2 0 0,1 1 0,0-1 0,0 0 0,-1-1 0,17 0 0,-20-1 0,-1-1 0,1 1 0,0-1 0,0-1 0,0 1 0,-1-1 0,1 0 0,-1 0 0,1 0 0,-1 0 0,0-1 0,5-3 0,0 0 0,99-78 0,-89 67 0,0 0 0,-2-1 0,23-29 0,-37 43-273,0-1 0,-1 1 0,1-1 0,3-9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04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24575,'99'-2'0,"106"4"0,-202-2-85,-1 0 0,1 1-1,-1-1 1,1 0 0,-1 1-1,0-1 1,1 1 0,-1 0-1,0 0 1,1 0 0,-1 0-1,0 0 1,0 1 0,0-1-1,3 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6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24575,'3'1'0,"0"0"0,0 0 0,0 0 0,0 0 0,0 0 0,0 0 0,-1 1 0,1 0 0,0-1 0,-1 1 0,1 0 0,3 4 0,8 5 0,87 51 0,176 80 0,-232-122 0,4-4 0,-49-16 0,0 0 0,0 1 0,1-1 0,-1 0 0,0 0 0,0 0 0,0 0 0,0 0 0,0 0 0,0 0 0,0 0 0,0 0 0,0 0 0,0 0 0,0 1 0,1-1 0,-1 0 0,0 0 0,0 0 0,0 0 0,0 0 0,0 0 0,0 0 0,0 0 0,0 1 0,0-1 0,0 0 0,0 0 0,0 0 0,0 0 0,0 0 0,0 0 0,0 0 0,0 1 0,0-1 0,0 0 0,0 0 0,0 0 0,-1 0 0,1 0 0,0 0 0,0 0 0,0 0 0,0 0 0,0 1 0,0-1 0,0 0 0,0 0 0,0 0 0,0 0 0,0 0 0,-1 0 0,1 0 0,0 0 0,0 0 0,0 0 0,0 0 0,0 0 0,-12 7 0,-14 4 0,-42 14 0,15-7 0,1 3 0,-94 51 0,139-67 0,1 0 0,0 0 0,0 1 0,-9 11 0,9-10 0,0-1 0,0 1 0,-12 8 0,-28 13-1365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6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396 1 24575,'-2'0'0,"-5"3"0,-6 9 0,-6 3 0,-4 5 0,-7 9 0,-8 8 0,-7 7 0,0 3 0,-2 0 0,4-3 0,7-8 0,8-7 0,9-9-8191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7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466 152 24575,'0'-5'0,"0"-1"0,0 1 0,-1-1 0,1 1 0,-1 0 0,-3-10 0,2 12 0,1 1 0,-1-1 0,0 0 0,1 0 0,-2 1 0,1-1 0,0 1 0,0-1 0,-1 1 0,1 0 0,-1 0 0,-3-2 0,-10-7 0,0 1 0,-1 0 0,0 2 0,-1 0 0,0 1 0,-32-9 0,49 16 0,-1 0 0,1 0 0,-1 0 0,0 0 0,1 0 0,-1 0 0,1 0 0,-1 0 0,1 1 0,-1-1 0,1 1 0,-1-1 0,1 1 0,-1 0 0,1-1 0,0 1 0,-1 0 0,1 0 0,0 0 0,0 0 0,0 0 0,0 0 0,0 0 0,0 1 0,0-1 0,0 0 0,0 0 0,0 1 0,0-1 0,1 1 0,-1-1 0,1 1 0,-1 2 0,-2 5 0,1 1 0,0 0 0,0 1 0,1 9 0,0-10 0,0-1 0,-2 22 0,1-1 0,1 1 0,5 36 0,-3-58 0,0 0 0,1 0 0,1-1 0,-1 1 0,1 0 0,1-1 0,-1 0 0,1 0 0,1 0 0,0 0 0,0-1 0,0 0 0,1 0 0,0 0 0,10 9 0,10 3 0,1-2 0,1 0 0,53 23 0,1 0 0,-76-37 0,-1 0 0,1 1 0,-1-1 0,0 1 0,0 0 0,0 0 0,0 1 0,-1-1 0,0 1 0,0 0 0,0 0 0,0 1 0,-1-1 0,0 1 0,0 0 0,-1-1 0,1 1 0,-1 0 0,0 1 0,-1-1 0,0 0 0,0 0 0,0 1 0,-1-1 0,0 1 0,0-1 0,0 0 0,-1 1 0,0-1 0,0 0 0,-1 1 0,1-1 0,-1 0 0,-5 8 0,1 0 0,-2 0 0,0-1 0,0 0 0,-1-1 0,-1 0 0,0 0 0,0-1 0,-2 0 0,1-1 0,-16 11 0,5-6 0,1-1 0,-2-1 0,0-1 0,0-1 0,-32 10 0,40-16 0,1-1 0,-1-1 0,0 0 0,0-1 0,-1-1 0,-27-1 0,32-1 0,0 0 0,0-1 0,0-1 0,0 0 0,0 0 0,0-1 0,1 0 0,0-1 0,-18-11 0,-4-8-1365,3 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8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636 1 24575,'-2'0'0,"0"1"0,0-1 0,0 0 0,0 1 0,0 0 0,0 0 0,0-1 0,0 1 0,0 0 0,1 0 0,-1 1 0,0-1 0,-1 2 0,-23 23 0,16-16 0,-26 27 0,-215 230 0,204-210 0,2 1 0,-73 125 0,104-156 0,2 1 0,0 0 0,-9 35 0,17-45 0,0 0 0,1 1 0,0-1 0,2 1 0,0 0 0,3 24 0,-2-40 0,1 0 0,-1 0 0,1 1 0,0-1 0,0 0 0,0 0 0,1 0 0,-1 0 0,1 0 0,0 0 0,0-1 0,0 1 0,0 0 0,0-1 0,0 0 0,1 1 0,-1-1 0,1 0 0,-1 0 0,1 0 0,0-1 0,0 1 0,0-1 0,0 1 0,0-1 0,0 0 0,6 1 0,8 1 0,0 0 0,0-1 0,0-1 0,21-1 0,-12 0 0,6 1 0,48 0 0,-72-1 0,0-1 0,0 0 0,0-1 0,0 0 0,-1 0 0,1 0 0,10-5 0,-16 6-80,0 0 0,-1-1-1,1 1 1,0 0 0,-1-1-1,1 1 1,-1 0 0,0-1-1,1 0 1,-1 1 0,0-1 0,0 0-1,0 0 1,0 0 0,0 1-1,0-4 1,4-12-6746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8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24575,'6'0'0,"10"0"0,16 2 0,19 7 0,18 4 0,13 5 0,3 2 0,-8-1 0,-8-1 0,-14-4 0,-15-5 0,-12-3 0,-8-1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9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24575,'-2'106'0,"0"-28"0,9 80 0,-7-154 0,1 1 0,0 0 0,0-1 0,0 1 0,0-1 0,1 1 0,0-1 0,0 0 0,0 0 0,1 0 0,-1 0 0,1 0 0,0 0 0,0 0 0,0-1 0,0 0 0,1 0 0,0 0 0,-1 0 0,8 4 0,-4-4 0,0 1 0,0-2 0,1 1 0,-1-1 0,1-1 0,-1 1 0,1-1 0,-1 0 0,1-1 0,0 0 0,-1 0 0,10-1 0,-15 0 0,0 0 0,0 1 0,0-1 0,1 0 0,-1 0 0,0 0 0,0 0 0,0 0 0,0-1 0,-1 1 0,1 0 0,0-1 0,-1 0 0,1 1 0,-1-1 0,1 0 0,-1 0 0,0 0 0,1 0 0,-1 0 0,0 0 0,0 0 0,-1 0 0,1 0 0,0-1 0,-1 1 0,1-3 0,1-9 0,0 1 0,-1-1 0,0-19 0,-1 25 0,-1-4 0,1 0 0,-2 0 0,1 0 0,-2 1 0,1-1 0,-2 1 0,1-1 0,-2 1 0,-9-18 0,11 23 0,-1 0 0,1 1 0,-1-1 0,-1 1 0,1 0 0,-1 0 0,0 0 0,0 1 0,0 0 0,-1 0 0,0 0 0,1 0 0,-1 1 0,-1 0 0,1 0 0,0 1 0,-1 0 0,-7-2 0,1 1-1365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19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0 24575,'-4'97'0,"-27"150"0,15-151 0,-4 152 0,20-217 0,1 56 0,0-85 0,-1-1 0,0 0 0,1 0 0,-1 1 0,1-1 0,0 0 0,-1 0 0,1 0 0,0 0 0,-1 0 0,1 0 0,0 0 0,0 0 0,0 0 0,0 0 0,0 0 0,0 0 0,0-1 0,1 1 0,-1 0 0,0-1 0,0 1 0,0-1 0,1 1 0,-1-1 0,0 0 0,0 1 0,1-1 0,-1 0 0,0 0 0,2 0 0,8 1 0,0-1 0,21-3 0,-13 2 0,25 2 0,-26-1 0,0 1 0,-1-2 0,23-4 0,-38 5-47,-1 0 0,0 0 0,1-1 0,-1 1 0,1-1 0,-1 1 0,0-1 0,1 0 0,-1 0-1,0 1 1,1-1 0,-1 0 0,0 0 0,0 0 0,0 0 0,0 0 0,0-1 0,0 1 0,0 0 0,-1 0 0,1-1 0,0 1-1,-1 0 1,1-1 0,-1 1 0,1-1 0,-1 1 0,1-3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20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24575,'2'0'0,"11"2"0,10 1 0,8-1 0,9 0 0,5 0 0,2-2 0,-4 1 0,-7 1 0,-8 1 0,-9 1 0,-8 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21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366 0 24575,'-6'1'0,"1"1"0,-1-1 0,1 1 0,0 0 0,-1 0 0,1 0 0,0 1 0,0 0 0,1 0 0,-1 0 0,1 1 0,-6 4 0,1-1 0,-29 24 0,2 2 0,2 2 0,0 1 0,3 2 0,1 0 0,-38 66 0,66-101 0,1-1 0,-1 1 0,0 0 0,1 0 0,0 0 0,0 0 0,0 0 0,0 0 0,0 0 0,0 0 0,1 0 0,-1 6 0,2-7 0,0 1 0,0-1 0,0 0 0,0 0 0,0 0 0,0 0 0,1 0 0,-1 0 0,0-1 0,1 1 0,0 0 0,-1-1 0,1 1 0,0-1 0,0 1 0,0-1 0,0 0 0,3 2 0,72 42 0,124 82 0,-148-86-1365,-36-26-5461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22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741 422 24575,'0'-25'0,"1"-5"0,-6-44 0,3 63 0,0 1 0,0 0 0,-1 0 0,0 0 0,-1 0 0,0 0 0,-1 1 0,-5-10 0,-2 2 0,0 1 0,-1 0 0,-1 1 0,0 0 0,-1 1 0,-1 1 0,-22-15 0,26 20 0,-1 0 0,1 1 0,-1 1 0,-1 0 0,1 1 0,-1 0 0,0 1 0,0 1 0,0 0 0,0 1 0,-19-1 0,28 3 0,0 0 0,0 1 0,0-1 0,0 1 0,0 0 0,0 0 0,1 1 0,-1-1 0,0 1 0,1 0 0,-1 1 0,1-1 0,-1 1 0,1-1 0,-6 6 0,6-3 0,-1 0 0,1 0 0,0 1 0,0 0 0,0-1 0,1 1 0,0 1 0,0-1 0,0 0 0,-1 8 0,-2 12 0,1 1 0,1 0 0,2 0 0,1 42 0,1-60 0,-1 46 0,7 163 0,-5-213 0,0 0 0,0 0 0,1-1 0,-1 1 0,1-1 0,0 1 0,0-1 0,1 1 0,-1-1 0,1 0 0,0 0 0,0 0 0,0-1 0,0 1 0,6 3 0,5 4 0,0 0 0,30 15 0,-18-11 0,7 4 0,113 73 0,-119-73 0,-1 2 0,0 0 0,25 29 0,-44-42 0,-1 0 0,0 0 0,-1 1 0,1 0 0,-2 0 0,1 0 0,-1 0 0,-1 1 0,1 0 0,2 19 0,-1 2 0,-3 0 0,0 40 0,-2-71 0,0 27 0,-1-1 0,-9 47 0,8-60 0,-2 0 0,0 0 0,-1-1 0,0 0 0,0 0 0,-1 0 0,-13 17 0,-16 16 0,-2-2 0,-2-1 0,-2-3 0,-53 41 0,92-79 0,-10 10 0,-1-2 0,-1 1 0,-20 10 0,30-18 0,0 0 0,-1 0 0,1-1 0,0 0 0,0 0 0,-1 0 0,1 0 0,0-1 0,-1 1 0,1-1 0,-1 0 0,1 0 0,-1-1 0,1 0 0,0 1 0,-1-1 0,-6-3 0,-71-29-682,-90-23-1,128 45-6143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9.65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888 271 24575,'-3'0'0,"0"0"0,-1-1 0,1 0 0,0 0 0,0 0 0,0 0 0,0 0 0,0-1 0,0 1 0,0-1 0,0 0 0,0 0 0,1 0 0,-5-4 0,-33-39 0,23 25 0,2 3 0,-1 1 0,-1 1 0,-1 0 0,0 1 0,-1 1 0,-1 1 0,0 1 0,0 0 0,-34-11 0,27 13 0,0 1 0,0 2 0,-1 1 0,1 1 0,-1 1 0,0 1 0,-41 3 0,64 0 0,0 0 0,0 0 0,0 0 0,0 0 0,0 1 0,1 0 0,-1 0 0,1 0 0,-1 0 0,1 1 0,0 0 0,0-1 0,0 2 0,0-1 0,1 0 0,-1 1 0,1 0 0,0 0 0,-4 6 0,-3 7 0,1 0 0,0 1 0,-10 30 0,18-45 0,-37 118 0,-34 189 0,54-223 0,-14 96 0,27-142 0,2 0 0,4 62 0,-1-95 0,1 0 0,0-1 0,1 1 0,0-1 0,0 0 0,1 1 0,0-1 0,0 0 0,1 0 0,-1-1 0,2 1 0,4 6 0,-1-4 0,0-1 0,0 0 0,1 0 0,0-1 0,1 0 0,-1 0 0,14 6 0,6 0 0,0-1 0,1-1 0,0-2 0,61 11 0,-20-10 0,0-2 0,139-4 0,-207-4 0,-1-1 0,1 1 0,0-1 0,0 1 0,0-1 0,0 0 0,0 0 0,0-1 0,-1 1 0,1 0 0,-1-1 0,1 1 0,-1-1 0,1 0 0,-1 0 0,0 0 0,0 0 0,3-4 0,22-17 0,11 7-1365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00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0 256 23190,'25680'-256'0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57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1297 631 24575,'1'0'0,"1"1"0,-1-1 0,1 0 0,-1 0 0,1 0 0,-1 0 0,1 0 0,0-1 0,-1 1 0,0 0 0,1-1 0,-1 1 0,1-1 0,-1 1 0,1-1 0,-1 0 0,0 1 0,1-1 0,-1 0 0,0 0 0,0 0 0,0 0 0,0 0 0,0 0 0,0 0 0,0-1 0,0 1 0,0 0 0,0 0 0,-1-1 0,1 1 0,-1-1 0,1 1 0,-1-1 0,1 1 0,-1 0 0,0-1 0,1 1 0,-1-1 0,0 0 0,0 1 0,0-1 0,-1 1 0,1-1 0,0-1 0,-2-10 0,1-1 0,-2 1 0,0-1 0,-7-20 0,-26-53 0,28 69 0,-7-15 0,-1 1 0,-1 1 0,-40-54 0,44 69 0,-1-1 0,-1 2 0,-1 0 0,0 1 0,-1 0 0,0 2 0,-35-20 0,25 19 0,0 0 0,-2 2 0,1 1 0,-1 2 0,0 1 0,-40-5 0,51 10 0,-1 0 0,1 2 0,-1 0 0,1 1 0,-1 1 0,1 1 0,0 1 0,0 0 0,0 1 0,0 1 0,-24 12 0,22-7 0,1 0 0,0 2 0,0 0 0,2 1 0,0 1 0,0 1 0,1 0 0,-13 19 0,19-22 0,1 0 0,0 1 0,2-1 0,-1 2 0,1-1 0,1 1 0,1 0 0,0 0 0,1 0 0,1 1 0,0 0 0,-1 19 0,5-27 0,-1 0 0,1 1 0,0-1 0,1 0 0,0 0 0,0-1 0,1 1 0,0 0 0,0-1 0,0 1 0,1-1 0,1 0 0,-1 0 0,1-1 0,0 1 0,11 10 0,7 4 0,2-1 0,0 0 0,29 16 0,-19-13 0,237 178 0,-209-148 0,-2 3 0,58 70 0,-107-110 0,0 1 0,-1 0 0,-1 1 0,-1 0 0,0 1 0,-1 0 0,-1 0 0,-1 1 0,-1-1 0,0 1 0,-2 1 0,0-1 0,-1 0 0,-1 1 0,-1-1 0,-1 1 0,-5 25 0,5-36 0,-1-1 0,-1 0 0,1 0 0,-2 0 0,1 0 0,-1-1 0,0 0 0,-1 1 0,0-1 0,-8 9 0,4-7 0,-1 1 0,0-1 0,-1-1 0,0 0 0,0 0 0,-15 7 0,-4 0 0,0-1 0,-1-2 0,-1-1 0,-64 15 0,38-16 0,-1-2 0,0-3 0,-1-2 0,-114-8 0,161 3 0,0-2 0,0 1 0,1-2 0,-1 0 0,1 0 0,-17-9 0,-69-44 0,64 35 0,-23-13-1365,4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02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24575,'0'-1'0,"0"-4"0,2-2 0,7 0 0,13-1 0,16 1 0,6 2 0,6 1 0,7 2 0,5 1 0,-2 1 0,-5 0 0,-8 0 0,-10 0 0,-10 1 0,-7-1 0,-6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03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67 24575,'-2'0'0,"2"0"0,6 0 0,14-2 0,22-3 0,19-4 0,16-2 0,2-1 0,-11 4 0,-14-1 0,-14 3 0,-15 1-8191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03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506 2 24575,'94'-2'0,"79"3"0,-140 1 0,1 1 0,-1 2 0,34 9 0,-64-13 0,1 0 0,-1 0 0,0 0 0,0 0 0,0 0 0,1 1 0,-1 0 0,-1 0 0,1-1 0,0 2 0,0-1 0,-1 0 0,1 0 0,-1 1 0,0-1 0,0 1 0,0 0 0,0 0 0,0 0 0,0 0 0,-1 0 0,0 0 0,1 0 0,-1 0 0,0 1 0,-1-1 0,1 0 0,-1 1 0,1-1 0,-1 1 0,0 5 0,-1-1 0,0 0 0,-1 0 0,0 0 0,0 0 0,-1 0 0,0-1 0,0 1 0,0-1 0,-1 0 0,-1 0 0,1 0 0,-9 9 0,-2 0 0,0-1 0,-1-1 0,-1 0 0,-1-1 0,-34 19 0,-104 43 0,80-41 0,-70 31 0,144-64 0,1-1 0,0 1 0,-1 0 0,1-1 0,-1 1 0,1 0 0,0 0 0,0 0 0,-1 0 0,1 0 0,0 0 0,0 0 0,0 0 0,0 0 0,0 1 0,1-1 0,-1 0 0,0 1 0,0-1 0,1 1 0,-1-1 0,0 2 0,1-1 0,1-1 0,-1 0 0,0 1 0,0-1 0,1 1 0,-1-1 0,1 0 0,-1 1 0,1-1 0,-1 0 0,1 0 0,0 1 0,0-1 0,-1 0 0,1 0 0,0 0 0,0 0 0,0 0 0,0 0 0,1 0 0,-1-1 0,0 1 0,0 0 0,2 0 0,96 51 0,-69-38 0,-1 1 0,-1 1 0,-1 1 0,28 23 0,-37-23 0,-1 0 0,0 0 0,-2 2 0,0 0 0,-1 1 0,0 0 0,-2 1 0,16 37 0,-22-44 0,-1 2 0,0-1 0,-1 1 0,-1-1 0,0 1 0,-1 0 0,-1 0 0,0 0 0,-1 0 0,-1 0 0,0 0 0,-2 0 0,0 0 0,-5 17 0,5-25 0,-1 0 0,1 0 0,-2-1 0,1 1 0,-1-1 0,0 0 0,-1 0 0,1-1 0,-1 1 0,-1-1 0,1-1 0,-1 1 0,-11 6 0,-8 4 0,-1-2 0,-40 16 0,66-30 0,-65 26-170,-1-3-1,-1-3 0,-1-3 1,0-3-1,-1-4 0,-1-2 1,-95-2-1,144-7-6655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21.97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785 0 24575,'-20'0'0,"1"1"0,0 0 0,0 2 0,0 0 0,0 1 0,0 1 0,0 0 0,1 2 0,0 0 0,1 1 0,-31 19 0,16-5 0,0 1 0,2 3 0,1 0 0,1 1 0,1 2 0,-42 59 0,23-18 0,3 1 0,-40 90 0,4 34 0,71-170 0,1 0 0,1 0 0,1 0 0,2 1 0,1 0 0,0 28 0,3-47 0,-1 0 0,1 1 0,1-1 0,-1 0 0,1 0 0,0 0 0,1 0 0,0 0 0,0-1 0,0 1 0,1-1 0,0 0 0,6 8 0,-3-7 0,1 1 0,0-1 0,0 0 0,1 0 0,0-1 0,0 0 0,0-1 0,12 5 0,11 2 0,1-1 0,0-2 0,0-1 0,55 6 0,-73-12 0,31 4 0,49 0 0,-83-6 0,1 0 0,0-1 0,-1 0 0,1-1 0,-1-1 0,0 0 0,0 0 0,0-1 0,12-6 0,-19 6 0,0 1 0,0-1 0,0 0 0,0 0 0,-1 0 0,0-1 0,1 0 0,-2 0 0,1 0 0,-1 0 0,1 0 0,-1-1 0,-1 0 0,1 1 0,-1-1 0,0 0 0,0 0 0,-1 0 0,2-12 0,-1-8 0,0-1 0,-2 1 0,-3-35 0,2 52 0,0-2 0,0 0 0,0 0 0,-1 0 0,-1 0 0,1 1 0,-2-1 0,0 1 0,0 0 0,-1 0 0,0 0 0,0 1 0,-1-1 0,-1 2 0,1-1 0,-1 0 0,-1 1 0,0 1 0,0-1 0,0 1 0,-1 1 0,0-1 0,0 2 0,-1-1 0,0 1 0,-12-4 0,-11-3 0,-1 3 0,0 0 0,0 2 0,-1 2 0,0 1 0,0 2 0,0 1 0,-38 4 0,22 5-1365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34.78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0 24575,'4'1'0,"0"-1"0,0 1 0,0-1 0,1 1 0,-1 1 0,0-1 0,-1 0 0,1 1 0,0 0 0,0 0 0,5 4 0,38 34 0,-34-28 0,39 40 0,85 108 0,28 73 0,-134-188 0,277 448 0,-296-474-1365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35.39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560 5 24575,'-1'0'0,"0"-1"0,0 1 0,1-1 0,-1 1 0,0-1 0,0 1 0,0 0 0,0-1 0,0 1 0,1 0 0,-1 0 0,0-1 0,0 1 0,0 0 0,0 0 0,0 0 0,0 0 0,0 0 0,0 0 0,0 0 0,0 1 0,1-1 0,-1 0 0,0 1 0,0-1 0,0 0 0,0 1 0,0-1 0,1 1 0,-1-1 0,0 1 0,0-1 0,1 1 0,-1 0 0,0-1 0,0 2 0,-25 29 0,24-27 0,-67 85 0,-5-3 0,-143 130 0,205-204 31,-18 16-496,0-1-1,-38 24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39.30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0 24575,'47'52'0,"58"82"0,29 65 0,-129-190 0,55 95 0,18 28 0,-12-55 0,-43-51-1365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39.96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708 1 24575,'-10'-1'0,"-1"1"0,1 1 0,0 0 0,-1 0 0,1 1 0,0 0 0,0 1 0,0 0 0,1 0 0,-1 1 0,1 1 0,0-1 0,0 2 0,0-1 0,1 1 0,-13 11 0,-34 38 0,-51 68 0,37-41 0,-139 151 0,195-219-195,0 1 0,0 0 0,2 1 0,0 0 0,1 1 0,-13 28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6:45.25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 0 24575,'-3'1'0,"3"6"0,3 11 0,180 361 0,-103-222 0,456 899-1785,141 285-805,-587-1155 1921,-70-139-2478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8.5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12 24575,'0'-1'0,"0"-4"0,-2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8.7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24 24575,'0'-2'0,"0"-3"0,0-2 0,0-2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8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15 24575,'0'-2'0,"0"-3"0,0-2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9.1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76 24575,'0'-2'0,"0"-2"0,0-3 0,0-2 0,0-2 0,0 0 0,2-3 0,1-3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9.3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36 24575,'0'-2'0,"0"-3"0,0-2 0,0-2 0,0-4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9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72 24575,'0'-2'0,"0"-3"0,0-2 0,0-2 0,0-2 0,0 0 0,0-1 0,0-2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9.7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25 24575,'0'-2'0,"0"-2"0,0-3 0,0-4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09.8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36 24575,'0'-2'0,"0"-3"0,0-2 0,0-2 0,0-4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0.0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0.1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15 24575,'0'-2'0,"0"-3"0,0-2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0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 24575,'0'-2'0,"0"-2"0,0-3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0.6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 24575,'0'-2'0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1.1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1.3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23 24575,'0'-4'0,"0"-3"0,0-5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1.4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 24575,'0'-2'0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1.6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70 24575,'0'-2'0,"0"-3"0,0-4 0,0-4 0,2-5 0,0-5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2.2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24575,'17'22'0,"272"511"0,-134-231 0,-135-264 0,1-2 0,48 61 0,-54-84 0,-15-12 0,1-1 0,-1 0 0,1 0 0,-1 0 0,0 1 0,1-1 0,-1 0 0,1 0 0,-1 0 0,1 0 0,-1 0 0,1 0 0,-1 0 0,1 0 0,-1 0 0,1 0 0,-1 0 0,1 0 0,-1 0 0,1-1 0,0 1 0,0-1 0,0-1 0,1 1 0,-1-1 0,0 0 0,0 1 0,0-1 0,0 0 0,0 1 0,-1-1 0,1 0 0,-1 0 0,1 0 0,-1 0 0,1 1 0,-1-4 0,4-26-1365,-1-2-5461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2.6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1014 0 24575,'-3'0'0,"1"1"0,0-1 0,0 0 0,0 1 0,0 0 0,-1-1 0,1 1 0,0 0 0,0 0 0,-3 2 0,-147 90 0,56-33 0,-142 79 0,-230 146 0,435-262-1365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7.0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6 24575,'0'-1'0,"0"1"0,0 0 0,0 0 0,1-1 0,-1 1 0,0 0 0,0-1 0,1 1 0,-1 0 0,0 0 0,0 0 0,1-1 0,-1 1 0,0 0 0,0 0 0,1 0 0,-1 0 0,0-1 0,1 1 0,-1 0 0,0 0 0,1 0 0,-1 0 0,0 0 0,1 0 0,-1 0 0,1 0 0,-1 0 0,0 0 0,1 0 0,-1 0 0,0 0 0,1 0 0,-1 0 0,0 1 0,1-1 0,-1 0 0,0 0 0,0 0 0,1 1 0,15 5 0,-3 2 0,-1 0 0,1 2 0,-2-1 0,1 1 0,-1 1 0,-1 0 0,14 19 0,-14-18 0,377 513 0,-216-281 0,-148-211 0,3-1 0,0-1 0,2-1 0,45 37 0,-52-54-1365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7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1493 1 24575,'-10'0'0,"0"1"0,1 1 0,-1 0 0,0 0 0,1 1 0,0 0 0,0 1 0,0-1 0,0 2 0,0-1 0,-8 7 0,-14 11 0,-43 40 0,54-44 0,-226 210 0,-120 102 0,96-131 0,185-144 0,-120 57 0,197-108 40,3-1-180,0 0-1,-1 0 1,0-1-1,1 0 1,-1 0-1,0 0 1,0-1-1,0 0 0,-11 1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8.3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24575,'16'17'0,"-1"1"0,14 21 0,4 6 0,54 62 0,297 385 0,-383-490 14,2 2-244,0 1 0,0-1 0,1 0 0,-1-1 1,6 5-1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18.7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741 0 24575,'-2'1'0,"0"-1"0,0 1 0,-1 0 0,1 0 0,0 0 0,0 1 0,0-1 0,0 0 0,0 1 0,0-1 0,1 1 0,-3 2 0,-2 2 0,-58 49 0,-188 156 0,206-174 0,-271 202 0,289-223-1365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7:51.8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24575,'1'7'0,"-1"1"0,2-1 0,-1 0 0,1 0 0,0 1 0,0-1 0,7 12 0,0 2 0,291 690-1167,-154-376 410,607 1463-5028,-671-1591 7297,-71-181-3506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2.290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1 24575,'4'6'0,"3"5"0,7 12 0,12 15 0,14 19 0,12 22 0,11 19 0,7 11 0,-1 4 0,-6-3 0,-9-13 0,-13-21 0,-11-20 0,-9-18 0,-5-16 0,-4-13 0,-2-12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2.694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620 1 24575,'-2'0'0,"-2"0"0,-3 2 0,-4 10 0,-9 14 0,-8 16 0,-11 16 0,-15 13 0,-12 8 0,-9 6 0,-4-1 0,6-8 0,8-11 0,10-14 0,13-14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3.669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1 24575,'32'36'0,"55"78"0,-45-56 0,370 553 0,-241-347 0,-150-231 0,-12-18 0,0-1 0,1 1 0,0-2 0,1 1 0,20 17 0,-20-24-1365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4.116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914 9 24575,'0'-2'0,"-2"0"0,-3-1 0,-6 1 0,-12 9 0,-15 10 0,-19 15 0,-22 14 0,-15 11 0,-10 7 0,-4 5 0,1 3 0,10-3 0,17-10 0,17-10 0,18-14-8191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7.387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1 24575,'1'0'0,"0"0"0,1 0 0,-1 1 0,0-1 0,1 0 0,-1 1 0,0-1 0,0 1 0,0 0 0,1-1 0,-1 1 0,0 0 0,0-1 0,0 1 0,0 0 0,0 0 0,0 0 0,0 0 0,0 0 0,-1 0 0,1 0 0,0 1 0,0 1 0,3 1 0,91 138 0,9 16 0,49 77-164,45 77-655,33 72-164,19 68 0,-14 31-655,-21 10 0,293 1012-1,-422-1163 656,-33-90 0,-15 12 1050,-37-214 1505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8.789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0 24575,'1'0'0,"1"1"0,-1-1 0,1 0 0,-1 1 0,1-1 0,-1 1 0,0-1 0,1 1 0,-1 0 0,0-1 0,0 1 0,0 0 0,1 0 0,-1 0 0,0 0 0,0 0 0,1 1 0,16 24 0,-12-16 0,51 85 0,52 113 0,-6-7 0,-96-192-136,0 0-1,1-1 1,-1 0-1,2 0 1,-1-1-1,1 0 1,0 0-1,0-1 0,13 6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19.230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745 0 24575,'0'2'0,"-2"5"0,-9 5 0,-8 10 0,-13 12 0,-14 15 0,-16 14 0,-7 6 0,-6 6 0,-2 6 0,1-2 0,2-3 0,9-7 0,9-9 0,10-9 0,11-11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31.72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2345 1 24575,'-18'0'0,"-95"3"0,96-1 0,1 1 0,-1 0 0,1 1 0,-29 11 0,15-1 0,1 1 0,1 2 0,-53 40 0,-69 73 0,148-128 0,-463 479 0,398-406 0,-509 626 0,474-554 0,6 5 0,7 3 0,-73 178 0,116-220-73,5 1 0,6 2-1,4 2 1,6 1-1,4 1 1,-5 165 0,26-189 46,5 0 1,5-1 0,3 0-1,5 0 1,40 126 0,14-10-517,117 238-1,485 876 512,-585-1162 37,151 284 87,-204-377 473,3-2-1,50 65 0,-84-126-905,0-1 0,1 1-1,11 9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8:32.6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0 24575,'3'0'0,"0"1"0,-1-1 0,1 1 0,0-1 0,-1 1 0,1 0 0,0 0 0,-1 0 0,1 0 0,-1 1 0,0-1 0,5 4 0,25 26 0,-19-18 0,90 98-237,-5 4 0,-6 4 0,91 152 0,191 412-791,-271-476 28,-10 5-1,84 283 0,-157-414 606,-3 1-1,-4 0 0,-3 0 1,-2 139-1,-4 71 1219,-14 308 2938,2-528-3422,-2 0 0,-4-1-1,-2 0 1,-4-2 0,-2 0 0,-41 84 0,33-95-353,-3-2 0,-2-1 0,-59 71 0,35-58-71,-128 112 1,-92 35-198,-12-19-113,241-163 314,10-6-394,-106 65-1492,117-76 1069,-1-1 0,0-1-1,-35 11 1,52-22-275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18.6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5263 24575,'2'-2'0,"-1"0"0,0 0 0,1 0 0,-1 0 0,1 1 0,-1-1 0,1 1 0,0-1 0,0 1 0,2-2 0,2-2 0,298-238 0,-165 138 0,784-644-714,-687 545 714,292-325 0,-442 425 119,-4-3 0,113-197 0,87-260 238,-97 130-357,-147 339 0,-5-1 0,-3-2 0,16-103 0,12-342 0,-43-238 0,-18 712 0,3 68 0,0 1 0,0-1 0,0 1 0,0-1 0,0 1 0,0-1 0,0 1 0,0-1 0,0 1 0,0-1 0,0 1 0,-1 0 0,1-1 0,0 1 0,0-1 0,-1 1 0,1-1 0,0 1 0,0 0 0,-1-1 0,1 1 0,0 0 0,-1-1 0,0 1 0,-5 7 0,-6 21 0,12-27 0,-44 113 0,-95 171 0,121-251 0,-317 544 0,312-545 0,23-32 0,0-1 0,-1 1 0,1-1 0,-1 1 0,0 0 0,1-1 0,-1 1 0,1-1 0,-1 1 0,0-1 0,1 1 0,-1-1 0,0 0 0,1 1 0,-1-1 0,0 0 0,0 0 0,-1 1 0,2-1 0,0 0 0,-1-1 0,1 1 0,0 0 0,-1 0 0,1 0 0,0-1 0,0 1 0,-1 0 0,1-1 0,0 1 0,0 0 0,-1 0 0,1-1 0,0 1 0,0 0 0,0-1 0,-1 1 0,1 0 0,0-1 0,0 1 0,0-1 0,0 1 0,0 0 0,0-1 0,0-30 0,4 1 106,2 1 0,16-48 0,29-57-770,-32 86-355,8-21-5807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19.1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24575,'21'0'0,"-1"1"0,1 1 0,-1 1 0,1 0 0,-1 2 0,0 0 0,0 1 0,-1 2 0,21 9 0,-6 2-197,-2 1 1,0 1-1,-1 2 0,-2 1 0,34 34 0,121 148-1520,-175-195 1666,283 368-2287,-41 30 492,-240-389 1947,-7-14-54,0 1 0,0 0 0,-1 1 1,0-1-1,0 1 0,-1-1 0,3 11 1,-6-9-1585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29.52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 1 24575,'-4'2'0,"-1"2"0,4 1 0,12 2 0,24-1 0,34-1 0,37-2 0,32 0 0,24-2 0,4-1 0,-13 0 0,-28 0 0,-32 0 0,-33-1-8191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30.0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72 1 24575,'-6'7'0,"1"1"0,-1 0 0,2 0 0,-1 0 0,1 0 0,0 1 0,1 0 0,-4 15 0,-2 12 0,3 1 0,-4 57 0,8 76 0,2-161 0,0-1 0,0-1 0,0 0 0,1 0 0,0 1 0,3 8 0,-3-13 0,0-1 0,0 1 0,1 0 0,-1-1 0,1 1 0,-1-1 0,1 0 0,0 0 0,0 1 0,0-1 0,0 0 0,0-1 0,1 1 0,-1 0 0,0-1 0,6 3 0,16 6 0,1-1 0,0-2 0,0 0 0,51 6 0,-48-9 0,0 0 0,-1 3 0,0 0 0,31 13 0,-50-16 0,0 0 0,0 1 0,0-1 0,-1 2 0,0-1 0,0 1 0,0 0 0,-1 1 0,0 0 0,5 7 0,-3-3 0,-1 1 0,-1 0 0,0 0 0,0 0 0,7 27 0,-4 1 0,-2 1 0,-2 1 0,1 53 0,-6-86 0,3 43 0,-3 0 0,-3-1 0,-15 93 0,13-121 0,-2 0 0,0-1 0,-1 0 0,-15 29 0,15-37 0,0-1 0,-1 0 0,0-1 0,-1 0 0,0 0 0,-1-1 0,-18 15 0,24-22 0,-1 0 0,1 0 0,-1-1 0,0 1 0,0-1 0,-1-1 0,1 1 0,0-1 0,-1 0 0,0-1 0,1 1 0,-1-1 0,-10 0 0,9-2 0,0 1 0,-1-1 0,1-1 0,0 0 0,0 0 0,0 0 0,0-1 0,1 0 0,-1-1 0,-12-7 0,-5-6-341,1-1 0,0 0-1,-35-38 1,21 15-6485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31.12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24575,'32'2'0,"1"0"0,-1 3 0,0 0 0,0 2 0,-1 1 0,49 21 0,-33-9 0,-1 2 0,-1 2 0,61 45 0,-89-57 0,0 1 0,-1 1 0,-1 0 0,0 2 0,-2-1 0,1 2 0,-2 0 0,17 30 0,-24-38 0,0 1 0,-1 0 0,0 0 0,-1 0 0,0 0 0,0 1 0,-1-1 0,-1 1 0,0-1 0,0 1 0,-1 0 0,0 0 0,-1-1 0,0 1 0,-1 0 0,0-1 0,-1 0 0,-6 17 0,4-17 0,-1-1 0,1 0 0,-2 0 0,1 0 0,-1 0 0,-1-1 0,1 0 0,-1-1 0,-1 0 0,1 0 0,-1-1 0,-15 9 0,-6 0 0,1-1 0,-60 20 0,68-28 0,0-1 0,-26 2 0,34-6 0,0 1 0,0 0 0,0 1 0,0 0 0,0 1 0,1 1 0,-1 0 0,-14 9 0,26-14 0,1 0 0,-1 0 0,1 1 0,-1-1 0,1 0 0,-1 0 0,1 1 0,-1-1 0,1 0 0,0 1 0,-1-1 0,1 1 0,0-1 0,-1 0 0,1 1 0,0-1 0,0 1 0,-1-1 0,1 1 0,0-1 0,0 1 0,0-1 0,0 1 0,0-1 0,-1 1 0,1-1 0,0 1 0,0-1 0,0 1 0,0-1 0,1 1 0,-1-1 0,0 2 0,1-1 0,0 0 0,0 1 0,0-1 0,0 0 0,0 0 0,0 0 0,0 0 0,1 0 0,-1 0 0,0 0 0,3 1 0,47 16 0,-45-16 0,82 21 0,25 8 0,-94-25 0,0 2 0,-1 0 0,31 18 0,-28-9-1365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31.78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 96 24575,'5'-4'0,"0"0"0,0 0 0,0 1 0,1 0 0,-1 0 0,1 0 0,10-3 0,47-10 0,-41 11 0,76-12 0,0 4 0,190-2 0,-288 15 0,6 0 0,0 0 0,0 0 0,-1 1 0,1-1 0,0 1 0,6 2 0,-11-2 0,1-1 0,-1 1 0,1 0 0,-1 0 0,1 0 0,-1 0 0,0 0 0,0 0 0,1 1 0,-1-1 0,0 0 0,0 0 0,0 1 0,0-1 0,0 1 0,-1-1 0,1 1 0,0-1 0,-1 1 0,1 0 0,-1-1 0,1 1 0,-1 0 0,0 2 0,3 21 0,-1 0 0,-2 0 0,-1 1 0,-5 33 0,-27 102 0,-168 485-675,96-326 440,-213 760 235,301-1003-33,12-50 95,-2 0-1,-12 34 1,12-49-821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3.92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9 24575,'0'0'0,"1"-1"0,-1 1 0,0-1 0,1 1 0,-1-1 0,1 1 0,-1-1 0,1 1 0,-1 0 0,1-1 0,0 1 0,-1 0 0,1-1 0,-1 1 0,1 0 0,0 0 0,-1 0 0,1-1 0,-1 1 0,1 0 0,0 0 0,-1 0 0,1 0 0,0 0 0,24-1 0,-19 1 0,156 1 0,64 12 0,174 13-164,209 9-655,217 5-164,191 2 0,146-1 0,4747 91-3932,-4936-122 3932,-76 2 0,-62 5 0,1164 49-897,-9 21-392,-958-40 1837,1561 15 925,-7-63 408,-1489-3-602,-957 4 1355,-56 0 3206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4.48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364 1 24575,'32'26'0,"161"72"0,-132-71 0,103 64 0,-162-89 0,0-1 0,1 1 0,-1 0 0,0 0 0,0 0 0,1 0 0,-2 0 0,1 0 0,0 0 0,0 1 0,1 2 0,-3-3 0,1-1 0,-1 0 0,0 0 0,0 0 0,0 0 0,0 1 0,0-1 0,0 0 0,-1 0 0,1 0 0,0 1 0,0-1 0,-1 0 0,1 0 0,-1 0 0,1 0 0,-1 0 0,1 0 0,-1 0 0,0 0 0,0 0 0,1 0 0,-1 0 0,0-1 0,0 1 0,0 0 0,0 0 0,-2 0 0,-36 28 0,-66 37 0,48-33 0,-521 296-1365,531-306-5461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5.23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25 1 24575,'0'1'0,"0"4"0,0 4 0,0 7 0,0 8 0,0 7 0,0 5 0,0 3 0,0 0 0,0 0 0,0 1 0,-2 0 0,0-1 0,-3 2 0,1 1 0,-2-3 0,0-6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6.42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236 2 24575,'-10'0'0,"6"-1"0,0 1 0,1 0 0,-1 0 0,0 0 0,1 0 0,-1 1 0,0-1 0,1 1 0,-1 0 0,0 0 0,1 0 0,0 0 0,-1 1 0,1 0 0,0-1 0,0 1 0,-1 1 0,-3 2 0,-11 13 0,0 2 0,2-1 0,0 2 0,-18 30 0,26-36 0,1-1 0,0 1 0,2 1 0,0-1 0,0 1 0,2 0 0,0 0 0,-2 19 0,4-23 0,-2 31 0,3 54 0,0-86 0,1 0 0,0-1 0,1 1 0,0 0 0,1-1 0,0 1 0,1-1 0,0 0 0,1 0 0,8 14 0,-9-19 0,0-1 0,1 1 0,0-1 0,-1 0 0,1 0 0,0 0 0,1-1 0,-1 0 0,1 0 0,-1 0 0,1 0 0,0-1 0,0 0 0,0-1 0,0 1 0,10 0 0,10 1 0,0-2 0,45-2 0,-32-1 0,-30 2 0,4 0 0,0 0 0,-1-1 0,1-1 0,23-5 0,-32 5 0,0 1 0,0-1 0,0 0 0,0 0 0,0-1 0,0 1 0,-1-1 0,1 0 0,-1 0 0,0 0 0,0 0 0,0 0 0,0-1 0,-1 0 0,1 1 0,-1-1 0,3-8 0,7-15 0,-2-1 0,0 0 0,-2-1 0,-2 0 0,0 0 0,-2-1 0,-1 1 0,-1-1 0,-5-58 0,1 81 0,1 0 0,-1 1 0,0-1 0,-1 1 0,0 0 0,0 0 0,0 0 0,-1 0 0,1 0 0,-2 0 0,1 1 0,-7-7 0,-2 0 0,0 0 0,-1 1 0,-25-16 0,36 25-136,0 1-1,0-1 1,0 1-1,-1 0 1,1 0-1,-1 0 1,1 1-1,-1-1 0,-6 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8.100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36 0 24575,'-2'0'0,"-2"0"0,-2 2 0,2 3 0,0 4 0,2 7 0,1 8 0,0 10 0,1 12 0,0 9 0,0 7 0,-2 4 0,0-4 0,-1-7 0,1-8 0,-1-11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8.88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12 1 24575,'0'6'0,"0"11"0,0 12 0,0 12 0,-2 9 0,0 2 0,-1-2 0,1-3 0,1-6 0,0-6 0,0-7 0,1-6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9.270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48 1 24575,'0'4'0,"0"7"0,0 10 0,0 3 0,0 4 0,0 2 0,-4 9 0,-2 5 0,-1 6 0,1 1 0,-2 3 0,2-3 0,1-5 0,1-9 0,2-15 0,6-16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39.68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24575,'0'2'0,"0"5"0,0 6 0,0 10 0,0 11 0,0 7 0,0 1 0,0-1 0,0 0 0,0-4 0,0-7 0,0-7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0.29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217 1 24575,'14'0'0,"123"4"0,-114-2 0,0 1 0,0 1 0,42 13 0,-62-15 0,1 0 0,-1-1 0,1 1 0,-1 1 0,0-1 0,1 0 0,-1 1 0,0 0 0,-1-1 0,1 1 0,0 0 0,-1 1 0,0-1 0,1 0 0,-1 1 0,-1-1 0,1 1 0,0 0 0,-1-1 0,0 1 0,0 0 0,0 0 0,0 0 0,-1 0 0,0 0 0,1 5 0,-1 2 0,-1 0 0,1-1 0,-2 1 0,1 0 0,-2-1 0,1 1 0,-1-1 0,-9 19 0,3-12 0,-1 0 0,-1-1 0,-1 0 0,0-1 0,-1 0 0,-1 0 0,-27 21 0,-117 75 0,140-99 0,-186 119 0,174-107 0,30-24 0,0 1 0,-1-1 0,1 0 0,0 0 0,0 1 0,-1-1 0,1 0 0,0 1 0,0-1 0,-1 1 0,1-1 0,0 0 0,0 1 0,0-1 0,0 0 0,0 1 0,0-1 0,0 1 0,0-1 0,0 0 0,0 1 0,0-1 0,0 1 0,0-1 0,0 0 0,0 1 0,0-1 0,0 1 0,0-1 0,0 0 0,1 1 0,-1-1 0,0 0 0,0 1 0,0-1 0,1 0 0,-1 1 0,0-1 0,1 0 0,-1 1 0,0-1 0,0 0 0,1 0 0,-1 0 0,0 1 0,1-1 0,-1 0 0,1 0 0,11 5 0,0 0 0,0-1 0,0-1 0,0 0 0,1-1 0,20 2 0,10 2 0,681 126-164,-693-126-66,-2 0-556,35 3 0,-42-10 12,-21 1 702,-1-1-1,1 1 1,-1 0-1,1 0 1,0-1 0,-1 1-1,1 0 1,0-1-1,-1 1 1,1-1 0,-1 1-1,1-1 1,-1 1-1,0-1 1,1 1-1,-1-1 1,1 0 0,-1 1-1,0-1 1,1 1-1,-1-1 1,0 0 0,1 0-1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0.72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17 1 24575,'0'2'0,"0"5"0,0 4 0,0 4 0,0 2 0,0 0 0,0 8 0,0 7 0,0 10 0,0 12 0,0 9 0,-2 5 0,-3 1 0,0-7 0,1-14-8191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1.35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190 1 24575,'6'1'0,"-1"0"0,1 0 0,-1 1 0,1 0 0,-1 0 0,0 1 0,0-1 0,9 7 0,5 2 0,8 2 0,-1 1 0,0 1 0,32 25 0,-51-34 0,0 0 0,0 0 0,-1 1 0,0-1 0,0 2 0,-1-1 0,0 0 0,-1 1 0,1 0 0,-1 0 0,-1 1 0,1-1 0,-2 1 0,1-1 0,2 16 0,-4-13 0,-1-1 0,0 0 0,-1 0 0,0 0 0,0 0 0,-1 0 0,0 0 0,-1 0 0,0-1 0,0 1 0,-1-1 0,-1 0 0,1 0 0,-2 0 0,1 0 0,-1-1 0,0 0 0,-1 0 0,-12 11 0,4-6 0,0 0 0,-1-1 0,-1-1 0,0 0 0,0-1 0,-1-1 0,0-1 0,0-1 0,-24 7 0,36-13 0,-20 7 0,26-8 0,-1 1 0,1-1 0,0 0 0,-1 0 0,1 0 0,0 0 0,0 0 0,-1 1 0,1-1 0,0 0 0,-1 0 0,1 0 0,0 1 0,0-1 0,0 0 0,-1 0 0,1 1 0,0-1 0,0 0 0,0 1 0,0-1 0,0 0 0,-1 0 0,1 1 0,0-1 0,0 0 0,0 1 0,0-1 0,0 0 0,0 1 0,0-1 0,0 0 0,0 1 0,0-1 0,0 0 0,0 1 0,0-1 0,1 0 0,-1 1 0,0-1 0,0 0 0,0 1 0,0-1 0,0 0 0,1 0 0,-1 1 0,0-1 0,0 0 0,1 0 0,-1 0 0,0 1 0,0-1 0,1 0 0,-1 0 0,0 0 0,0 1 0,1-1 0,-1 0 0,0 0 0,1 0 0,-1 0 0,1 0 0,27 16 0,50 19 0,5 2 0,-57-23 0,-1 1 0,30 22 0,-49-33 0,0 1 0,0 1 0,0-1 0,0 1 0,-1 0 0,0 0 0,0 0 0,-1 1 0,0 0 0,0 0 0,0 0 0,-1 0 0,4 13 0,-7-17 0,1 1 0,-1 0 0,0 0 0,0 0 0,-1 0 0,1 0 0,-1 0 0,0 0 0,1-1 0,-2 1 0,1 0 0,0-1 0,-1 1 0,0 0 0,0-1 0,0 0 0,0 0 0,0 1 0,-1-1 0,1 0 0,-7 4 0,-3 4 0,-2 0 0,1-1 0,-26 13 0,-47 23 0,-3-4 0,-131 43 0,179-72-1365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1.76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1 24575,'2'6'0,"1"10"0,-1 12 0,0 7 0,2 4 0,1 7 0,1 6 0,1 1 0,-1-2 0,-2-1 0,0-6 0,-2-8 0,-1-9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2.30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1340 1 24575,'-37'21'0,"-16"12"0,-3-3 0,-97 40 0,100-49 0,-635 279 0,644-278 0,-7 3 0,2 3 0,-84 60 0,130-86 0,1 0 0,-1 0 0,1 0 0,0 0 0,0 0 0,0 1 0,0-1 0,-2 5 0,4-6 0,-1 0 0,1 0 0,0 0 0,0 0 0,0 0 0,0-1 0,0 1 0,0 0 0,0 0 0,1 0 0,-1 0 0,0 0 0,0 0 0,1-1 0,-1 1 0,0 0 0,1 0 0,-1 0 0,1-1 0,-1 1 0,1 0 0,-1-1 0,1 1 0,0 0 0,-1-1 0,1 1 0,0-1 0,-1 1 0,1-1 0,0 1 0,0-1 0,-1 0 0,3 1 0,13 7 0,0-1 0,0 0 0,1-2 0,17 5 0,-26-8 0,397 84 0,7-33 0,-393-51 0,131 8 0,-131-11 0,1 0 0,-1-1 0,0 0 0,0-2 0,31-9 0,37-23-1365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2.61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228 0 24575,'-3'3'0,"2"0"0,-1 1 0,0-1 0,1 0 0,-1 1 0,1-1 0,0 1 0,0 0 0,1-1 0,-1 1 0,0 4 0,-1 9 0,-109 566-464,83-457 372,-36 184 92,62-300-98,0-1 142,1 0 1,0-1-1,0 1 0,1 14 1,0-22-79,0 0 1,0 0 0,1 0 0,-1 0-1,0 0 1,0 0 0,1 0 0,-1 0-1,1 0 1,-1 1 0,1-2 0,-1 1-1,1 0 1,-1 0 0,1 0 0,0 0-1,0 0 1,-1 0 0,1-1 0,0 1-1,0 0 1,0-1 0,0 1 0,0 0-1,0-1 1,0 1 0,0-1 0,0 0-1,0 1 1,0-1 0,0 0 0,0 0-1,1 1 1,-1-1 0,0 0 0,0 0-1,0 0 1,0-1 0,0 1 0,0 0-1,2 0 1,31-10-6329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2.97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13 1 24575,'0'4'0,"0"5"0,0 5 0,0 7 0,0 6 0,0 10 0,0 6 0,0 5 0,0 3 0,-2 3 0,-3 2 0,0-9-8191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3.730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116 25 24575,'60'12'0,"0"-3"0,0-2 0,90-3 0,-104-3 0,22 1 0,284-3 0,-338 1 0,-11 0 0,0 0 0,1 1 0,-1-2 0,1 1 0,-1 0 0,0-1 0,0 1 0,1-1 0,-1 0 0,0 0 0,0 0 0,0 0 0,0-1 0,4-2 0,-7 4 0,0-1 0,0 1 0,0-1 0,0 1 0,0-1 0,0 1 0,0-1 0,0 1 0,0 0 0,0-1 0,0 1 0,-1-1 0,1 1 0,0-1 0,0 1 0,0 0 0,-1-1 0,1 1 0,0 0 0,-1-1 0,1 1 0,0 0 0,-1-1 0,1 1 0,0 0 0,-1 0 0,1-1 0,-1 1 0,1 0 0,0 0 0,-1 0 0,1-1 0,-1 1 0,1 0 0,-1 0 0,-19-8 0,19 8 0,-27-7 0,0 0 0,-1 2 0,0 1 0,-1 2 0,-42 0 0,66 3 0,1 0 0,-1 0 0,0 1 0,1 0 0,-1 0 0,1 0 0,-1 0 0,1 1 0,0 0 0,0 0 0,0 0 0,1 1 0,-1-1 0,1 1 0,-5 5 0,-3 4 0,1 0 0,1 1 0,-16 27 0,21-33 3,1 1 0,0 0-1,0 0 1,1 1 0,0-1 0,0 1-1,1-1 1,1 1 0,0 0 0,0 0-1,1 0 1,0-1 0,0 1-1,4 16 1,0-8-32,1 0 0,1-1-1,1 1 1,0-1 0,1-1 0,19 30-1,53 67-1665,-43-63-371,39 68 1,-66-101 2304,-2 1 1,0 0-1,0 1 1,-2-1-1,0 2 1,-2-1-1,0 0 1,1 23-1,-3-23 122,-2 1-1,0-1 1,-1 0-1,-1 0 1,-6 27 0,6-38-263,-1-1 0,1 0 1,-1 0-1,0 0 0,-1 0 1,1-1-1,-1 1 0,-1-1 1,1 0-1,-1 0 0,0-1 1,-1 1-1,1-1 0,-1 0 1,0-1-1,-12 8 0,6-6-98,-1 0 0,0-1 0,0-1 0,0 0 0,-1-1 0,0 0 0,-14 0 0,-100 0 0,73-5-195,1-2 0,0-3 0,0-2 0,0-2 0,1-3 0,-96-39 0,88 23-6631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4.21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0 24575,'2'2'0,"0"5"0,3 6 0,-1 8 0,0 8 0,-1 5 0,-1 3 0,-1 0 0,0-1 0,-1-3 0,0-4 0,-1 0 0,1 1 0,0 3 0,0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4.84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1347 1 24575,'-3'0'0,"1"1"0,0 0 0,0-1 0,0 1 0,0 0 0,0 0 0,-1 0 0,2 0 0,-1 0 0,-3 3 0,-3 1 0,-355 209 0,28-19 0,235-131 0,-112 95 0,180-132 0,2 2 0,0 1 0,2 1 0,2 2 0,-29 44 0,40-52 0,1 1 0,1 0 0,2 1 0,0 1 0,2 0 0,1 0 0,1 0 0,-4 37 0,10-55 0,0 0 0,1 0 0,0 0 0,1 0 0,0 0 0,0-1 0,1 1 0,1 0 0,-1-1 0,2 1 0,7 16 0,-5-16 0,0 0 0,1-1 0,0 1 0,1-1 0,0-1 0,0 0 0,1 0 0,0 0 0,16 10 0,-2-5 0,0 0 0,1-2 0,0 0 0,0-2 0,2-1 0,-1-1 0,1-1 0,-1-1 0,2-1 0,26 0 0,-27-3 0,1-1 0,-1-1 0,0-1 0,1-2 0,-1 0 0,0-2 0,-1-1 0,0-1 0,48-22 0,-59 22 0,0 0 0,-1-1 0,0 0 0,-1-1 0,0 0 0,0-1 0,-1-1 0,-1 1 0,0-2 0,0 1 0,14-28 0,-15 21 0,-1 0 0,0-1 0,-2 1 0,0-2 0,-1 1 0,-1 0 0,-1-1 0,0-32 0,-2 33 0,-1 0 0,-1 0 0,-1 0 0,0 0 0,-6-20 0,6 32 0,-1 0 0,0 0 0,-1 1 0,1-1 0,-1 1 0,-1 0 0,1 0 0,-1 0 0,0 0 0,-1 1 0,0 0 0,0 0 0,0 1 0,-12-8 0,6 5 0,-1 1 0,0 1 0,0 0 0,-1 0 0,0 2 0,0 0 0,0 0 0,0 1 0,0 1 0,-1 1 0,0 0 0,1 0 0,-1 2 0,-25 3 0,31-1-1365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6.44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0 24575,'93'5'0,"0"4"0,112 25 0,-189-32 0,-6 0 0,-1-1 0,1 1 0,-1 1 0,11 4 0,-18-6 0,0-1 0,0 1 0,0 0 0,-1 0 0,1 0 0,-1 0 0,1 1 0,-1-1 0,1 0 0,-1 1 0,1-1 0,-1 1 0,0-1 0,0 1 0,0 0 0,0-1 0,0 1 0,0 0 0,-1 0 0,1 0 0,0-1 0,-1 1 0,0 0 0,1 0 0,-1 0 0,0 3 0,-1 12 0,-1 1 0,-1 0 0,0-1 0,-1 0 0,-1 0 0,-1 0 0,0-1 0,-1 1 0,-12 18 0,-12 17 0,-53 64 0,57-80 0,-54 74 0,-125 220 0,199-314 342,7-16-384,0 0 0,-1 0 1,1 1-1,0-1 0,0 0 1,0 0-1,0 1 1,0-1-1,-1 0 0,1 0 1,0 1-1,0-1 0,0 0 1,0 1-1,0-1 1,0 0-1,0 0 0,0 1 1,0-1-1,0 0 0,0 1 1,0-1-1,0 0 1,0 0-1,1 1 0,-1-1 1,0 0-1,0 1 0,0-1 1,0 0-1,0 0 1,1 1-1,-1-1 0,0 0 1,0 0-1,0 0 0,1 1 1,-1-1-1,0 0 1,1 0-1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6.93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48 0 24575,'-1'23'0,"-9"46"0,2-16 0,-1 21 157,-1 4-918,0 85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5:48.31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950 200 24575,'-1'-5'0,"0"0"0,-1 0 0,0-1 0,0 1 0,0 0 0,-1 1 0,1-1 0,-1 0 0,0 1 0,-4-5 0,5 6 0,-8-9 0,0-1 0,-1 1 0,0 1 0,-1 0 0,0 1 0,-1 0 0,0 1 0,0 0 0,-1 1 0,0 1 0,-1 0 0,0 1 0,-16-5 0,24 10 0,0 0 0,0 0 0,0 1 0,-1 0 0,1 1 0,0-1 0,0 1 0,0 1 0,0-1 0,0 1 0,0 1 0,1-1 0,-1 1 0,0 0 0,1 0 0,0 1 0,0 0 0,-8 6 0,-9 9 0,0 1 0,-37 44 0,54-57 0,-5 5 0,0 1 0,1 0 0,0 0 0,1 1 0,1 1 0,1-1 0,-9 22 0,14-28 0,-1 0 0,2 1 0,-1-1 0,1 1 0,0-1 0,1 1 0,0-1 0,0 1 0,1 0 0,0-1 0,1 1 0,-1-1 0,2 1 0,-1-1 0,8 15 0,22 40 0,54 77 0,-21-38 0,-37-54 0,25 56 0,-45-86 0,-2 1 0,1 0 0,-2 1 0,-1-1 0,0 1 0,1 30 0,-5-33 0,0 0 0,0 0 0,-2 0 0,0 0 0,-9 31 0,7-36 0,-1 0 0,0 0 0,-1 0 0,0-1 0,-1 0 0,0 0 0,-1-1 0,-12 13 0,4-5 0,-2-2 0,0 0 0,-1-1 0,0 0 0,-1-2 0,-27 14 0,36-21 0,0-1 0,-1 0 0,1-1 0,-1 0 0,0-1 0,0-1 0,-1 1 0,1-2 0,0 0 0,-1 0 0,1-1 0,-1-1 0,-23-4 0,30 3 0,-1 0 0,0-1 0,1 0 0,-1-1 0,1 1 0,0-1 0,0-1 0,0 1 0,1-1 0,-1 0 0,1 0 0,1 0 0,-1-1 0,-5-8 0,-5-9 0,1-2 0,-14-32 0,-52-137 0,69 160 0,1-1 0,2 0 0,-7-66 0,14 90 0,-1-55 0,2 60 0,1-1 0,-1 1 0,1 0 0,0 0 0,1 0 0,-1 0 0,1 0 0,3-6 0,-2 8 0,0 1 0,0-1 0,0 1 0,0-1 0,0 1 0,1 0 0,-1 0 0,1 1 0,0-1 0,0 1 0,0 0 0,0 0 0,0 0 0,0 0 0,6-1 0,9-2 0,0 1 0,22-2 0,-40 6 0,365-34 0,-351 32 0,1-1 0,-1 0 0,0-1 0,0-1 0,-1 0 0,1-2 0,-1 1 0,14-10 0,19-8 0,-39 20 0,0 0 0,0-1 0,0 0 0,-1-1 0,1 1 0,-1-1 0,-1-1 0,1 0 0,-1 1 0,0-2 0,-1 1 0,0-1 0,0 0 0,7-16 0,-7 14 0,-1 0 0,0-1 0,-1 0 0,0 0 0,-1 0 0,0 0 0,-1 0 0,0 0 0,-1 0 0,-1-16 0,1-12 174,0 16-559,0 1 0,-1 0 1,-5-27-1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39.48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24575,'36'1'0,"46"7"0,-23 0 0,145 15 0,124 11-164,122 12-655,96 8-164,3140 252-6881,-3243-277 6816,-3-23 5085,-181-9 2804,-252 2-7036,-1 1 0,1-1 0,-1 0 0,1-1 0,-1 0 0,11-4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40.08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24575,'2'0'0,"1"1"0,-1 0 0,1 0 0,-1 0 0,1 0 0,-1 0 0,0 0 0,0 0 0,0 1 0,1-1 0,1 3 0,8 4 0,138 80 0,211 127 0,-347-206 0,-8-6 0,0 1 0,1 0 0,-1 1 0,-1-1 0,1 1 0,-1 0 0,9 10 0,-13-13 0,-1-1 0,1 0 0,-1 1 0,0-1 0,1 0 0,-1 1 0,0-1 0,0 0 0,1 1 0,-1-1 0,0 1 0,0-1 0,-1 0 0,1 1 0,0-1 0,0 0 0,-1 1 0,1-1 0,-1 0 0,1 1 0,-1-1 0,0 0 0,1 0 0,-1 1 0,0-1 0,0 0 0,0 0 0,0 0 0,-1 1 0,-5 5 0,0 0 0,0-1 0,-9 7 0,10-9 0,-201 139 241,91-65-1847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53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24575,'0'-1'0,"1"0"0,-1 0 0,0 0 0,0 0 0,1 0 0,-1 0 0,1 0 0,-1 0 0,1 0 0,-1 0 0,1 0 0,0 1 0,-1-1 0,1 0 0,0 0 0,0 1 0,-1-1 0,1 0 0,0 1 0,0-1 0,0 1 0,0-1 0,0 1 0,0-1 0,0 1 0,0 0 0,0 0 0,0-1 0,0 1 0,1 0 0,43-4 0,-30 4 0,1107-54-973,-141 9 180,204 18 2559,-1149 28-1766,-1 1 0,66 15 0,67 28 0,-158-43 46,0 0 1,1-1-1,0 0 0,-1 0 0,1-1 0,10-2 0,-8 1-608,1 1-1,24 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54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569 144 24575,'0'-6'0,"0"1"0,0-1 0,-1 1 0,1-1 0,-1 1 0,-3-11 0,2 13 0,0 0 0,1 0 0,-1 0 0,0 1 0,0-1 0,0 1 0,-1-1 0,1 1 0,0 0 0,-1 0 0,0 0 0,0 0 0,-2-2 0,-11-4 0,1-1 0,-1 2 0,-1 0 0,1 1 0,-1 1 0,0 0 0,-1 1 0,-31-3 0,42 7 0,0 0 0,-1 0 0,1 1 0,0 0 0,-1 0 0,1 0 0,0 1 0,0 0 0,0 1 0,-10 4 0,13-4 0,-1 0 0,1 0 0,0 0 0,0 1 0,0 0 0,0-1 0,1 1 0,-1 1 0,1-1 0,0 0 0,0 1 0,1-1 0,-1 1 0,1 0 0,-3 10 0,1 4 0,1 1 0,1 0 0,1 0 0,0 0 0,2 0 0,4 31 0,-5-47 0,1 0 0,0 1 0,1-1 0,-1 0 0,1 1 0,0-1 0,0 0 0,0 0 0,0-1 0,1 1 0,-1 0 0,1-1 0,0 1 0,0-1 0,1 0 0,5 5 0,7 3 0,0-1 0,30 15 0,-10-7 0,103 50 0,-5-4 0,-127-59 0,1 0 0,-2 1 0,1 0 0,0 0 0,-1 0 0,0 0 0,-1 1 0,1 0 0,-1 1 0,-1-1 0,1 1 0,-1 0 0,-1 0 0,0 0 0,0 0 0,0 0 0,-1 1 0,2 17 0,-2-17 0,-1 0 0,-1 0 0,0 0 0,0 0 0,0 1 0,-1-1 0,-1 0 0,0 0 0,0-1 0,-1 1 0,0 0 0,0-1 0,-1 1 0,0-1 0,0 0 0,-1 0 0,0-1 0,-7 9 0,3-7 0,-1 1 0,-1-1 0,1 0 0,-1-1 0,-18 9 0,21-13 0,0 0 0,0-1 0,0 0 0,0 0 0,0-1 0,-1 0 0,1-1 0,-1 0 0,-16 0 0,-201-5 0,215 3 0,0 0 0,-1-1 0,1 0 0,0-1 0,0 0 0,1-1 0,-1 0 0,1-1 0,-1 0 0,2-1 0,-1 0 0,-9-8 0,-5-5 0,2-1 0,0-1 0,-24-32 0,39 46-1365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09:57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24575,'1698'0'0,"-1529"-7"0,268-45 0,-345 40-682,167 1-1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09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1888 538 24575,'-1'0'0,"-1"0"0,1-1 0,0 1 0,0-1 0,-1 1 0,1-1 0,0 0 0,0 1 0,0-1 0,0 0 0,0 0 0,0 0 0,0 0 0,0 0 0,0 0 0,0 0 0,1 0 0,-1 0 0,0-1 0,1 1 0,-1 0 0,0 0 0,0-3 0,-11-37 0,9 29 0,-3-8 0,-1 0 0,-1 0 0,0 0 0,-2 1 0,0 0 0,-1 1 0,-1 0 0,-1 0 0,-1 2 0,0 0 0,-1 0 0,0 1 0,-1 1 0,-19-12 0,1 3 0,-1 1 0,-1 1 0,-1 3 0,-1 1 0,0 1 0,-44-11 0,31 15 0,0 1 0,-1 3 0,0 2 0,-73 0 0,53 9 0,-1 3 0,1 3 0,0 3 0,1 3 0,0 3 0,2 4 0,-81 35 0,108-38 0,0 2 0,2 1 0,-47 34 0,72-45 0,1 0 0,0 1 0,1 1 0,0 0 0,1 0 0,0 2 0,1-1 0,1 2 0,1-1 0,0 1 0,-8 20 0,14-28 0,1-1 0,-1 1 0,2 0 0,-1 0 0,1 1 0,0-1 0,1 0 0,0 0 0,0 1 0,1-1 0,0 0 0,0 0 0,5 13 0,-2-10 0,0-1 0,1 1 0,1-1 0,0 0 0,0 0 0,1 0 0,0-1 0,1 0 0,10 9 0,13 9 6,0-1-1,2-2 1,1-1 0,44 23-1,156 64-104,-200-95 57,155 67-452,145 65 419,-325-142 99,13 4-39,-2 2-1,1 0 1,-1 1 0,18 15-1,-33-23 46,0 0 0,-1 1-1,0-1 1,0 1-1,0 0 1,0 0-1,-1 0 1,0 0 0,0 1-1,0-1 1,-1 1-1,1 0 1,-1 0 0,-1 0-1,1 0 1,-1 0-1,0 0 1,-1 0-1,1 0 1,-1 7 0,-2 0-22,0 0 1,-1 0 0,0 0 0,-1 0 0,0-1 0,-1 0 0,-1 0 0,0 0 0,0 0-1,-1-1 1,-1 0 0,1-1 0,-2 1 0,0-2 0,-12 12 0,-5 2-15,-1-1 0,-1-1 1,-1-1-1,-50 25 0,39-26 6,-2-1 0,0-3 0,-84 20 0,41-18 0,-92 4 0,173-21 0,-46 5 0,0-2 0,-97-7 0,137 2-273,0 0 0,0-1 0,0 0 0,-15-6 0,0-4-6553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0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977 1 24575,'0'0'0,"0"0"0,0 0 0,1 0 0,-1 0 0,0 0 0,0 0 0,1 0 0,-1 0 0,0 0 0,0 1 0,1-1 0,-1 0 0,0 0 0,0 0 0,0 0 0,1 1 0,-1-1 0,0 0 0,0 0 0,0 1 0,0-1 0,0 0 0,1 0 0,-1 0 0,0 1 0,0-1 0,0 0 0,0 1 0,0-1 0,0 0 0,0 0 0,0 1 0,0-1 0,0 0 0,0 0 0,0 1 0,0-1 0,0 0 0,0 0 0,0 1 0,0-1 0,-1 0 0,1 0 0,0 1 0,0-1 0,0 0 0,0 0 0,0 1 0,-1-1 0,1 0 0,-9 16 0,-9 6 0,-1 0 0,0-1 0,-36 28 0,-77 51 0,92-71 0,3-2 0,-557 415 0,585-435 0,4-3 0,0-1 0,0 1 0,1 0 0,-1 1 0,1-1 0,0 1 0,0 0 0,-5 7 0,9-11 0,-1 0 0,1 0 0,0 0 0,-1 0 0,1 0 0,0 0 0,0 0 0,0 0 0,0 0 0,0 0 0,0 0 0,0 0 0,0 0 0,0 0 0,0 0 0,1 0 0,-1 0 0,0 0 0,1 0 0,-1 0 0,1 0 0,-1 0 0,1 0 0,-1-1 0,1 1 0,-1 0 0,1 0 0,0 0 0,0-1 0,0 2 0,30 16 0,-27-16 0,132 61 0,-50-25 0,100 61 0,47 40 0,-198-115-1365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1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447 1 24575,'0'7'0,"-1"0"0,-1 1 0,1-1 0,-1 0 0,0 0 0,-1 0 0,0 0 0,-7 11 0,1 2 0,3-7 0,-179 429 0,110-215 0,-48 245 0,119-453 0,-3 10 0,2 0 0,1 0 0,1 0 0,2 57 0,1-83 0,1 1 0,-1 0 0,1-1 0,0 1 0,1-1 0,-1 1 0,0-1 0,1 0 0,0 0 0,0 0 0,0 1 0,0-2 0,0 1 0,1 0 0,3 3 0,-1-2 0,0-1 0,0 1 0,0-1 0,0 0 0,1-1 0,-1 1 0,1-1 0,9 2 0,6 0 0,1-1 0,-1-1 0,1-1 0,24-2 0,-24 0 0,1 0 0,-1-2 0,0-1 0,0-1 0,0-1 0,-1 0 0,0-2 0,0 0 0,25-15 0,-42 21 20,-1 0 0,0-1 0,0 1 1,0 0-1,0-1 0,-1 0 0,1 0 0,-1 1 0,1-1 0,-1-1 0,0 1 0,0 0 0,-1-1 0,1 1 0,-1-1 0,2-6 1,-1-1-363,0 0 1,-1 0 0,0 0-1,-2-15 1,1 9-6485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1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 24575,'-2'-2'0,"5"0"0,15-1 0,11 1 0,13 0 0,15 2 0,18 1 0,14 3 0,3 6 0,-3-1 0,-12 0 0,-14-3 0,-14-1 0,-14-3 0,-4-1 0,-8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2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0 24575,'-1'5'0,"0"-1"0,-1 1 0,0-1 0,0 0 0,0 0 0,0 0 0,0 0 0,-1 0 0,0-1 0,0 1 0,0-1 0,-4 4 0,-7 11 0,-5 9 0,2 1 0,2 0 0,0 2 0,2 0 0,1 0 0,-12 47 0,15-40 0,2 1 0,1 0 0,2 0 0,2 0 0,3 47 0,-1-80 0,1 0 0,-1-1 0,1 1 0,0 0 0,0-1 0,0 1 0,1-1 0,0 1 0,-1-1 0,2 0 0,-1 1 0,0-1 0,1 0 0,0-1 0,0 1 0,4 4 0,-2-5 0,-1 0 0,1 0 0,-1 0 0,1-1 0,0 1 0,0-1 0,0 0 0,0-1 0,0 1 0,0-1 0,1 0 0,-1 0 0,0-1 0,7 0 0,-4 0 0,-1 0 0,1-1 0,0 0 0,-1 0 0,0 0 0,1-1 0,-1 0 0,0-1 0,0 0 0,0 0 0,9-6 0,-7 3 0,0-1 0,0 0 0,-1 0 0,0-1 0,0 0 0,-1 0 0,7-10 0,1-5 0,-2 0 0,-1 0 0,-1-1 0,-1-1 0,13-45 0,-18 52 0,-1 1 0,0-2 0,-2 1 0,2-31 0,-5 40 0,1 1 0,-1-1 0,-1 1 0,1 0 0,-1-1 0,-1 1 0,1 0 0,-2 0 0,1 1 0,-1-1 0,0 1 0,-7-11 0,-1 4-85,0 0 0,-2 1-1,1 0 1,-1 1 0,-1 0-1,0 1 1,-1 1 0,0 0-1,-1 1 1,0 1 0,0 1-1,0 0 1,-1 1 0,0 1-1,-34-5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2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0 24575,'1'0'0,"0"1"0,0-1 0,0 1 0,0-1 0,0 1 0,0-1 0,0 1 0,0-1 0,-1 1 0,1 0 0,0 0 0,0-1 0,0 1 0,-1 0 0,1 0 0,0 0 0,-1 0 0,1 0 0,-1 0 0,1 0 0,-1 0 0,1 0 0,-1 0 0,0 0 0,0 0 0,1 0 0,-1 0 0,0 1 0,0-1 0,0 0 0,0 1 0,0 43 0,0-41 0,-9 71-2899,-29 127 0,20-120 1952,3-15 1355,-29 163-1240,31-114 2469,11 2 3857,2-115-5490,0 1 0,0 0 0,1 0 0,-1-1 0,1 1 0,0 0 0,0-1 0,0 1 0,1-1 0,-1 1 0,3 3 0,-2-5-5,-1-1 1,0 1 0,1-1-1,0 0 1,-1 0-1,1 1 1,0-1-1,0 0 1,-1 0-1,1 0 1,0-1 0,0 1-1,0 0 1,0-1-1,0 1 1,0-1-1,0 0 1,0 0 0,1 0-1,-1 0 1,2 0-1,13 0 1,-1-1 0,1-1 0,0 0 0,-1-2 0,0 0 0,0 0 0,0-2 0,0 0 0,-1 0 0,0-2 0,0 0 0,-1 0 0,0-2 0,0 1 0,-1-2 0,19-19 0,-16 14 0,-1 0 0,0-2 0,-2 0 0,0-1 0,0 0 0,-2-1 0,14-32 0,-20 25-1365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3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24575,'0'-2'0,"8"0"0,7-1 0,8 1 0,19 2 0,13 6 0,12 3 0,0 3 0,-7 0 0,-14-1-8191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5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1304 24575,'4674'0'0,"-4977"1"-43,-663-11-432,657-7 304,-339-62-1,330 9 172,268 56 0,1-3 0,1-2 0,1-2 0,-58-34 0,83 41 54,1-2 0,1 0 0,1-1-1,0 0 1,1-2 0,1 0 0,-15-22 0,22 26-15,0 0 0,1-1 0,0 0 0,2-1 0,-1 1 1,2-1-1,1-1 0,0 1 0,1-1 0,-3-30 0,7 40-39,0 0 0,1 0 0,0 1 0,0-1 0,1 1 0,0-1 0,0 1 0,1-1 0,0 1 0,0 0 0,1 0 0,0 1 0,0-1 0,0 1 0,1 0 0,9-10 0,4-1 0,0 0 0,1 2 0,1 0 0,27-15 0,22-8-218,3 2-1,0 3 0,141-41 1,243-35-657,23 28 875,3 46 0,-433 35 0,-1 2 0,1 2 0,94 21 0,-120-18 0,0 0 0,0 1 0,-1 2 0,0 0 0,0 1 0,-1 1 0,-1 1 0,0 1 0,33 31 0,-31-22 103,-1 1 0,-1 2 0,-2 0 0,0 1 0,-2 0 0,0 2-1,-3 0 1,0 0 0,-2 1 0,0 1 0,-3 0 0,0 0 0,-3 1 0,0-1-1,-2 1 1,-2 63 0,-2-81-103,-2 0 0,0 1 0,-1-1 0,0 0 0,-1-1 0,0 1 0,-2-1 0,1 0 0,-1 0 0,-17 21 0,-9 7 0,-61 60 0,85-92 0,-84 81 0,-132 99 0,160-142 0,-3-2 0,-1-3 0,-92 40 0,151-78 14,-75 30 310,77-32-495,1 0 1,-1 0 0,1-1 0,-1 0-1,0 0 1,0-1 0,0 0 0,1 0-1,-10-2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6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3742 24575,'3'-2'0,"0"0"0,1 0 0,-1 0 0,0 0 0,1 0 0,-1 1 0,1-1 0,5 0 0,12-6 0,3-8 0,0-1 0,-1 0 0,-1-2 0,0 0 0,23-29 0,-18 20 0,348-396-1376,-29-25-661,368-611 1631,-518 721-27,192-455 1,-368 747 410,56-141-205,-59 141 678,19-94 0,-35 137-560,0-3 337,0 1 1,0-1 0,-1 0 0,0-8 0,0 15-191,0-1 0,0 0 0,0 1 0,0-1-1,0 0 1,0 0 0,0 1 0,0-1 0,0 0 0,-1 1 0,1-1 0,0 1 0,-1-1 0,1 0 0,0 1 0,-1-1 0,1 1 0,-1-1 0,1 1 0,-1-1 0,1 1 0,-1-1 0,1 1-1,-1-1 1,1 1 0,-1 0 0,0-1 0,1 1 0,-1 0 0,1 0 0,-1-1 0,0 1 0,0 0 0,1 0 0,-1 0 0,0 0 0,1 0 0,-1 0 0,0 0 0,1 0 0,-1 0-1,0 0 1,1 0 0,-1 0 0,0 1 0,1-1 0,-1 0 0,0 0 0,1 1 0,-1-1 0,0 1 0,-14 6 153,1 1-1,0 1 1,0 0-1,-16 16 1,6-6-121,-1568 1084-2222,1308-943 2152,259-148 0,-27 9 0,48-19 0,-1-1 0,0 1 0,1-1 0,-1-1 0,-6 1 0,11 0 0,-1-1 0,1 0 0,-1 0 0,1-1 0,-1 1 0,1 0 0,-1 0 0,1 0 0,-1 0 0,1 0 0,-1-1 0,1 1 0,-1 0 0,1 0 0,-1-1 0,1 1 0,0 0 0,-1 0 0,1-1 0,-1 1 0,1-1 0,-1 0 0,1 0 0,0 1 0,0-1 0,0 0 0,0 0 0,0 1 0,0-1 0,0 0 0,0 1 0,0-1 0,0 0 0,0 0 0,1 1 0,-1-1 0,0 0 0,0 1 0,1-1 0,-1 0 0,1 0 0,8-12 0,0 1 0,1 0 0,0 1 0,0 0 0,2 1 0,-1 0 0,18-11 0,-12 9 0,280-197 230,18 13-137,-171 108-346,25-15-813,226-144 262,-18-20 478,-301 202 2195,-75 64-1812,0 0 0,1 1 0,-1-1 0,0 0 0,0 1 0,1 0 0,-1-1 0,0 1 0,1 0 0,-1 0 0,1 0 0,-1 0 0,0 0 0,1 0 0,-1 0 0,0 0 0,1 0 0,-1 1 0,0-1 0,1 0 1,-1 1-1,0-1 0,0 1 0,1 0 0,0 0 0,2 2 75,1-1 0,-1 1 1,0 0-1,0 0 1,-1 1-1,4 3 0,23 31-132,-3 2 0,-1 0 0,40 86 0,-33-60 0,332 605-1432,21-7-782,-213-369 1795,-72-114-335,-78-132-2618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18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24575,'3376'0'-1797,"-2509"20"2026,-773-16-30,399 21-92,28 1-128,128-8-218,157 6-92,-320-12 861,-393-7 30,44 1 203,-3-6-2128,-100 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01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24575,'845'-44'0,"-682"31"0,109 10 0,-144 5 0,38-2-1365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02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24575,'-2'0'0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03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1439 1759 24575,'-246'12'0,"195"-13"0,-1-3 0,1-2 0,-65-16 0,38 1 0,-105-43 0,27 9 0,-46-19 0,188 67 0,0-1 0,0-1 0,1 0 0,0-1 0,-14-13 0,-55-61 0,61 61 0,9 9 0,1-1 0,0 0 0,1-1 0,1 0 0,0 0 0,2-1 0,-1 0 0,2-1 0,0 1 0,2-1 0,0 0 0,0-1 0,2 1 0,0-1 0,1 1 0,3-32 0,1 21 0,1 0 0,1 0 0,2 1 0,0 0 0,2 0 0,2 1 0,0 0 0,1 0 0,2 2 0,17-26 0,1 8 0,1 2 0,2 1 0,2 2 0,64-52 0,-25 33 0,138-82 0,-136 95 0,2 3 0,2 3 0,2 4 0,136-36 0,-178 61 0,1 2 0,0 1 0,0 3 0,0 1 0,0 3 0,58 7 0,-80-4 0,1 1 0,-1 1 0,0 1 0,0 0 0,-1 2 0,0 1 0,-1 0 0,0 2 0,27 19 0,-19-9 0,-1 1 0,-1 1 0,-1 1 0,-1 2 0,26 36 0,-22-23 0,-2 2 0,-2 0 0,24 58 0,-37-71 0,-1-1 0,-1 1 0,-1 0 0,-1 1 0,-2 0 0,1 45 0,-5-45 0,-1 0 0,-1 0 0,-2-1 0,-1 1 0,-1-1 0,-1 0 0,-2-1 0,-1 0 0,-1 0 0,-1-1 0,-2-1 0,-28 44 0,17-37 0,-2 0 0,-1-2 0,-1-1 0,-2-1 0,-1-2 0,-1-1 0,-1-2 0,-48 27 0,72-47 12,0 0 0,-1-1-1,1 0 1,-1 0-1,1-1 1,-1-1 0,0 0-1,-15 0 1,-19 2-1482,19 1-5356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06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24575,'0'0'0,"0"0"0,0 0 0,0 0 0,0 0 0,0-1 0,0 1 0,0 0 0,0 0 0,-1 0 0,1 0 0,0 0 0,0 0 0,0 0 0,0-1 0,0 1 0,0 0 0,0 0 0,0 0 0,0 0 0,0 0 0,0 0 0,0-1 0,0 1 0,0 0 0,0 0 0,0 0 0,0 0 0,0 0 0,0 0 0,0-1 0,0 1 0,1 0 0,-1 0 0,0 0 0,0 0 0,0 0 0,0 0 0,0 0 0,0 0 0,0-1 0,0 1 0,0 0 0,0 0 0,1 0 0,-1 0 0,0 0 0,0 0 0,0 0 0,0 0 0,0 0 0,1 0 0,11-3 0,13 0 0,438 0 0,-256 5 0,900 22-799,-27 13 799,1837-39-1112,-1904 2-3884,-500-25 11903,-495 24-6907,179-9 0,-164 9-1365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08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1320 1933 24575,'-115'2'0,"-149"-6"0,227-1 0,-1-2 0,1-1 0,-45-16 0,-104-48 0,152 58 0,-167-79 0,178 80 0,1-1 0,1 0 0,0-2 0,1-1 0,0 0 0,-24-30 0,27 26 0,1-1 0,2-1 0,0 0 0,1-1 0,1 0 0,-13-41 0,14 27 0,2 1 0,1-1 0,3 0 0,-2-39 0,4 22 0,3 0 0,8-74 0,-4 101 0,2 0 0,0 0 0,2 0 0,1 1 0,1 0 0,18-34 0,-10 31 0,0 0 0,2 1 0,1 1 0,2 1 0,0 1 0,2 1 0,28-23 0,-16 20 0,1 1 0,2 2 0,0 1 0,78-31 0,0 10 0,1 6 0,179-35 0,256-7 0,-289 56 0,471 17 0,-652 14 0,-2 3 0,1 3 0,-2 4 0,91 31 0,-28 1 0,225 109 0,-357-151 0,-1 0 0,-1 1 0,1 1 0,-1 0 0,0 0 0,-1 1 0,0 0 0,0 1 0,-1 0 0,0 0 0,-1 0 0,0 1 0,-1 1 0,0-1 0,0 1 0,-2 0 0,6 16 0,-1 5 0,0 1 0,-2 0 0,5 61 0,-12 108 0,-1-188 0,-1 1 0,-1-1 0,0 0 0,-1 1 0,-1-1 0,0-1 0,-1 1 0,-9 16 0,3-10 0,-1-1 0,-1 0 0,-1-2 0,-30 31 0,1-10 0,-2-2 0,-1-2 0,-79 44 0,11-14 0,-3-5 0,-130 45 0,157-73 0,0-4 0,-2-4 0,-149 19 0,85-32 0,135-10 0,1-2 0,-1-1 0,1 0 0,-1-2 0,-24-7 0,41 10-91,0-1 0,1 1 0,-1-1 0,1 0 0,-1 0 0,1 0 0,0-1 0,-1 0 0,2 0 0,-1 0 0,0 0 0,0 0 0,1-1 0,-6-7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26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24575,'310'22'0,"-142"-5"0,585 15-1033,4-31-482,-453-2 1307,2059-1 861,-2344 2-6741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27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24575,'39'12'0,"2"-2"0,70 10 0,88-5 0,-159-12 0,679 20-938,4-22-429,-439-2 1187,948-1-1275,-1179 2-2796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33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1674 1638 24575,'-78'0'0,"0"-3"0,-83-15 0,-521-156 0,659 166 0,-244-83 0,233 77 0,1-2 0,0-1 0,1-2 0,1-1 0,-46-39 0,64 47 0,-1-2 0,2 1 0,0-2 0,1 1 0,0-2 0,1 0 0,1 0 0,0 0 0,1-1 0,-9-30 0,12 28 0,0-1 0,2 0 0,0 0 0,2-1 0,0 1 0,1 0 0,1-1 0,1 1 0,7-32 0,-3 25 0,2 1 0,1-1 0,0 2 0,2 0 0,1 0 0,2 1 0,24-35 0,-16 30 0,1 2 0,2 0 0,0 2 0,2 0 0,35-24 0,-6 12 0,3 2 0,0 3 0,3 2 0,0 3 0,116-34 0,-46 25 0,2 6 0,1 6 0,1 6 0,200-2 0,-309 20 0,0 1 0,-1 1 0,1 2 0,0 0 0,-1 2 0,0 1 0,0 1 0,-1 1 0,49 25 0,-71-33 0,57 31 0,-1 3 0,90 70 0,-134-93 0,0 1 0,-1 1 0,-1 1 0,0 0 0,0 0 0,-2 1 0,0 1 0,-1 0 0,-1 0 0,0 1 0,-1 0 0,-1 1 0,-1 0 0,4 19 0,-3 15 0,-1 0 0,-3 1 0,-2-1 0,-3 1 0,-2-1 0,-16 80 0,6-71 0,-4-1 0,-1-1 0,-4 0 0,-2-2 0,-3-1 0,-2-1 0,-2-1 0,-76 96 0,86-124 0,-2-1 0,-34 28 0,49-46 0,-1-1 0,0 0 0,0 0 0,0-1 0,-1 0 0,0-1 0,0 0 0,-1-1 0,1 0 0,-15 3 0,1-5 60,-1-1 0,-43-3 0,14-1-1605,17 3-5281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35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1375 61 24575,'-6'-6'0,"0"1"0,0-1 0,0 1 0,-1 1 0,0-1 0,0 1 0,0 0 0,0 1 0,-1-1 0,0 2 0,1-1 0,-1 1 0,0 0 0,0 1 0,0 0 0,-12-1 0,5 1 0,0 1 0,0 0 0,-27 4 0,35-2 0,0 0 0,0 0 0,0 1 0,1-1 0,-1 1 0,1 1 0,-1-1 0,1 1 0,0 0 0,-6 6 0,-20 19 0,0 1 0,3 1 0,0 2 0,2 1 0,1 1 0,2 1 0,2 1 0,1 1 0,2 1 0,2 0 0,1 2 0,-10 42 0,4 23-1130,5 1-1,4 0 0,6 1 1,3 0-1,15 134 0,38 85 3463,-7-75 630,-35-187-2217,-1 123 0,-6-180-745,-1-1 0,0 0 0,0 1 0,0-1 0,-1 0 0,0 1 0,0-1 0,-1 0 0,0-1 0,0 1 0,-1 0 0,0-1 0,0 0 0,0 0 0,-1 0 0,0 0 0,0-1 0,0 0 0,-1 0 0,0 0 0,0-1 0,0 0 0,0 0 0,-1 0 0,1-1 0,-1 0 0,0 0 0,-9 2 0,-5 1 0,0-1 0,0 0 0,0-2 0,-25 1 0,-87-3 0,100-2 0,-49-4 0,-122-24 0,143 19 0,60 9 0,0 1 0,0 0 0,-1 0 0,1-1 0,0 1 0,0 0 0,0 0 0,0 0 0,0 0 0,-1 0 0,1 0 0,0 1 0,0-1 0,0 0 0,0 1 0,0-1 0,0 0 0,0 1 0,0-1 0,0 1 0,0 0 0,0-1 0,0 1 0,0 0 0,0-1 0,0 1 0,1 0 0,-1 0 0,0 0 0,1 0 0,-1 0 0,0 0 0,1 0 0,-1 0 0,1 0 0,0 0 0,-1 0 0,1 2 0,-1 3 0,1 1 0,-1 0 0,2-1 0,-1 1 0,3 11 0,-1-2 0,27 224 0,17 208 0,-7 59 0,-26-362 0,-8-95 0,17 71 0,-17-98 0,2-1 0,1 1 0,1-1 0,0 0 0,16 24 0,-16-34 0,0 0 0,0-1 0,1 0 0,0 0 0,1-1 0,13 8 0,76 48 0,99 29 166,-108-55-1697,-58-25-5295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39.460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2061 1838 24575,'-263'1'0,"-486"-11"0,706 7 0,-1-1 0,1-2 0,0-2 0,-80-27 0,70 15 0,1-3 0,1-1 0,1-4 0,-49-34 0,66 37 0,1-1 0,1-1 0,1-2 0,2-1 0,1-1 0,-31-46 0,13 6 0,3-2 0,-40-99 0,74 154 0,1-1 0,1 0 0,1 0 0,0-1 0,2 1 0,0-1 0,0-28 0,4 34 0,0-1 0,0 1 0,2 0 0,0-1 0,0 1 0,1 1 0,1-1 0,0 0 0,1 1 0,1 0 0,8-12 0,7-7 0,2 2 0,1 0 0,1 2 0,1 1 0,59-45 0,-19 24 0,129-68 0,-96 66-203,3 5 0,190-57 1,-162 68-103,259-32 1,-381 65 304,170-12 0,-155 13 0,0 1 0,0 1 0,0 1 0,-1 2 0,30 8 0,-41-8 1,0 0 1,0 0-1,-1 1 1,0 1 0,0 0-1,0 0 1,-1 1-1,-1 1 1,1 0-1,-1 0 1,-1 0-1,11 16 1,6 12 230,-1 2-1,21 50 1,-7-15 231,25 39-422,-14-29-42,59 141 0,-100-203 1,-1 1 0,0 0 0,-2 1 0,-1-1 0,0 1 0,-2 0 0,-1 0 0,-1 0 0,-4 32 0,0-30 0,-1 0 0,-2-1 0,0 0 0,-2 0 0,-1 0 0,-1-1 0,0-1 0,-22 31 0,1-8 0,-2-1 0,-2-2 0,-1-2 0,-72 61 0,56-59 0,-2-3 0,-1-2 0,-90 45 0,111-66 171,-52 17 0,69-28-456,1-1 1,-1-1-1,0-1 1,0-1-1,-22 1 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40.69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24575,'16'1'0,"0"0"0,0 2 0,0 0 0,19 6 0,18 4 0,135 18 0,293 11 0,196-38 0,-590-4 0,708-2-1365,-741 2-5461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42.15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1 24575,'49'2'0,"0"2"0,0 3 0,76 20 0,-37-10 0,0-2 0,105 2 0,184-13 0,-265-4 0,-16 0 0,11 2 0,172-21 0,-220 13 6,118 4-1,-99 3-1381,-40-1-5450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43.69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2400 1481 24575,'-55'2'0,"-1"4"0,-56 12 0,-33 4 0,-266-2 0,295-18 0,7 3 0,-53 1 0,40-5 0,-120-3 0,210-1 0,0-2 0,1-1 0,0-1 0,0-2 0,-56-23 0,-139-83 0,170 85 0,2-2 0,-62-50 0,101 70 0,1-1 0,0 0 0,1-1 0,0 0 0,1-1 0,1 0 0,1-1 0,0-1 0,1 1 0,0-1 0,2-1 0,-7-19 0,8 11 0,0 0 0,2-1 0,0 1 0,2-1 0,1 0 0,2 0 0,0 0 0,2 1 0,0-1 0,9-27 0,-6 31 0,1 1 0,1 0 0,1 1 0,1-1 0,1 2 0,1-1 0,1 2 0,0 0 0,1 0 0,2 1 0,32-29 0,-16 21 5,1 3 0,1 1 0,1 1-1,1 2 1,1 1 0,52-17 0,238-54-172,471-42-500,-572 106 1067,279 4 0,-490 22-400,0 1 0,0 0 0,-1 1 0,1 0 0,-1 1 0,1 1 0,14 7 0,95 54 0,-53-26 0,-55-30-297,0 0 1,-1 1-1,19 18 0,-33-28 119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44.72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11 24575,'3'-1'0,"-1"-1"0,0 1 0,0 0 0,1 0 0,-1 0 0,0 1 0,1-1 0,-1 0 0,1 1 0,-1 0 0,1 0 0,-1-1 0,1 2 0,2-1 0,5 0 0,50-2 0,1 3 0,-1 3 0,73 14 0,-32 3 0,103 34 0,-162-41 0,0 1 0,-1 1 0,47 28 0,-73-35 0,-1 0 0,0 1 0,0 0 0,-1 1 0,-1 1 0,1 0 0,-2 1 0,0 0 0,-1 1 0,0 0 0,11 21 0,-10-10 0,-1 0 0,0 1 0,-2 0 0,-1 1 0,5 38 0,-10-46 0,0 1 0,-1 0 0,-1 0 0,-1-1 0,0 1 0,-2 0 0,0-1 0,-8 25 0,3-26 0,0 1 0,-1-2 0,-1 1 0,-1-1 0,0-1 0,-1 0 0,-1 0 0,0-1 0,-30 25 0,3-8 0,-2-1 0,-73 41 0,76-49 0,7-4 0,0-1 0,-56 22 0,80-38-210,-1 0 0,0-1 1,0 0-1,0 0 0,-15-1 0,23 0 104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45.96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174 1685 24575,'244'11'0,"630"17"-929,109 1-323,-476-26 760,-5-28 2448,-410 17-1811,719-88 58,-619 56 37,-161 31-214,0-1 0,-1-1 0,0-1-1,28-18 1,-51 27-26,-1-2 0,1 1 0,-1-1 0,1 0 0,-1 0 0,5-7 0,-9 9 0,1 0 0,-1 0 0,0-1 0,0 1 0,-1-1 0,1 1 0,0-1 0,-1 0 0,0 0 0,0 1 0,0-1 0,-1 0 0,1 0 0,-1-5 0,-1-18 0,-1 0 0,-1 0 0,-1 0 0,-14-45 0,-45-100 0,52 145 0,-1 0 0,0 2 0,-2-1 0,-1 1 0,-2 1 0,0 1 0,-1 1 0,-1 0 0,-1 1 0,-1 1 0,-1 1 0,-33-22 0,-45-21-80,-3 5 0,-139-57 0,-238-53-367,78 60-281,-574-76 0,422 131 728,535 51 36,-1 2 1,-36 5-1,49-5 33,0 1 0,0 0-1,1 0 1,-1 1 0,1 0-1,-1 0 1,1 0 0,0 1 0,0 0-1,1 0 1,-7 7 0,-78 89 711,10-10-351,-348 288-429,173-163 0,219-183 0,-22 18 0,2 2 0,-83 101 0,125-133 0,1 1 0,0 0 0,2 1 0,1 0 0,0 0 0,2 1 0,0 1 0,-7 43 0,12-46 0,0 0 0,2-1 0,0 2 0,2-1 0,0 0 0,1-1 0,2 1 0,0 0 0,1-1 0,11 30 0,-6-25 0,2-1 0,0 0 0,19 25 0,-21-36 0,0 0 0,1 0 0,0-1 0,1 0 0,0-1 0,18 13 0,-24-21 34,0 0 0,0 0-1,0 0 1,0-1 0,0 0 0,0 0-1,1 0 1,9 0 0,55 1-487,-37-2-763,28 1-5610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50.63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0 24575,'206'1'0,"30"5"0,174 11-164,228 15-655,252 9-164,255 9 0,225 4 0,165-1 0,4407 105-2949,-4875-142 2949,-208-7 0,-192-6 0,-164-3 0,-129-1 111,-93-1 496,-110 0 585,261-1 2593,-147 2 4782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51.13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432 1 24575,'34'15'0,"1"0"0,38 9 0,-8-3 0,192 66 0,106 38 0,-342-118 0,45 19 0,-60-23 0,-1 0 0,1 0 0,-1 0 0,0 1 0,0 0 0,0 0 0,-1 0 0,7 8 0,-10-11 0,-1-1 0,1 1 0,-1 0 0,1 0 0,-1 0 0,1-1 0,-1 1 0,0 0 0,0 0 0,1 0 0,-1 0 0,0 0 0,0-1 0,0 1 0,0 0 0,0 0 0,0 0 0,0 0 0,0 0 0,-1 0 0,1 0 0,0-1 0,0 1 0,-1 0 0,1 0 0,0 0 0,-1-1 0,1 1 0,-1 0 0,1 0 0,-1-1 0,0 1 0,1 0 0,-1-1 0,1 1 0,-1-1 0,0 1 0,-1 0 0,-3 3 0,-1 0 0,0-1 0,0 0 0,-8 3 0,9-4 0,-180 68 0,177-67 0,-181 61 0,-83 23-164,-73 19-1692,-5-2-4315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52.02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31 0 24575,'-2'0'0,"-1"4"0,1 10 0,0 13 0,0 15 0,-1 14 0,0 5 0,-1 2 0,-1-5 0,1-9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52.61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111 0 24575,'-7'6'0,"1"-1"0,-1 1 0,1 0 0,0 0 0,1 1 0,-1-1 0,1 1 0,0 1 0,1-1 0,-6 13 0,3-4 0,1 1 0,0 1 0,1-1 0,1 1 0,0 0 0,0 23 0,0 113 0,4-101 0,-1 18 0,-1-16 0,2 0 0,14 103 0,-13-152 0,0 0 0,1 0 0,-1 0 0,1-1 0,0 1 0,1 0 0,-1-1 0,1 0 0,0 1 0,1-1 0,-1 0 0,1-1 0,0 1 0,0-1 0,0 1 0,1-1 0,-1-1 0,1 1 0,0-1 0,0 1 0,1-1 0,-1-1 0,1 1 0,-1-1 0,1 0 0,0 0 0,0-1 0,-1 1 0,1-1 0,0-1 0,1 1 0,-1-1 0,11-1 0,-4 0 0,-1 0 0,0 0 0,0-2 0,0 1 0,-1-2 0,1 1 0,-1-2 0,0 1 0,0-2 0,0 1 0,0-2 0,16-12 0,-19 13 0,-1-1 0,0 1 0,-1-1 0,0-1 0,0 1 0,0-1 0,-1-1 0,0 1 0,0 0 0,-1-1 0,0 0 0,-1 0 0,0 0 0,0-1 0,-1 1 0,1-16 0,-2 4 0,-1 0 0,0 0 0,-2 0 0,-1 0 0,0 0 0,-2 1 0,0-1 0,-2 1 0,-9-22 0,2 11 0,-2 0 0,-1 1 0,-2 0 0,-39-47 0,40 58-60,-1 1-1,-1 1 1,-1 0-1,0 2 1,-29-16 0,21 12-943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0:53.510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1116 483 24575,'0'-21'0,"-1"1"0,-1 0 0,-1-1 0,0 1 0,-9-24 0,7 29 0,0 1 0,-2 1 0,1-1 0,-2 1 0,0 0 0,0 1 0,-20-22 0,9 15 0,0 1 0,-1 1 0,-2 0 0,1 2 0,-2 1 0,-38-19 0,28 18 0,-1 1 0,0 2 0,-1 1 0,-48-8 0,74 18 0,0-1 0,0 1 0,-1 1 0,1 0 0,0 0 0,-1 1 0,-14 2 0,17-1 0,1 1 0,-1-1 0,0 1 0,1 0 0,0 1 0,0 0 0,0-1 0,0 2 0,1-1 0,-9 9 0,-13 16 0,1 1 0,-34 51 0,-35 75 0,45-67 0,-64 158 0,97-201 0,2 1 0,2 0 0,2 1 0,2 0 0,-4 80 0,12-99 0,1 1 0,2-1 0,9 53 0,-8-69 0,1 0 0,1 0 0,-1 0 0,2 0 0,0-1 0,0 0 0,2 0 0,-1-1 0,1 0 0,13 14 0,4 0 0,1-1 0,2-2 0,0 0 0,1-2 0,62 32 0,-28-22 0,3-3 0,67 19 0,-30-18 0,2-5 0,0-4 0,0-5 0,160 0 0,54-10-1365,-153-2-5461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2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481 193 24575,'1'-28'0,"-1"14"0,1 1 0,-2 0 0,0 0 0,-4-23 0,4 32 0,-1 0 0,1 0 0,-1 1 0,0-1 0,0 0 0,0 1 0,0-1 0,0 1 0,-1 0 0,0 0 0,0 0 0,0 0 0,0 0 0,0 1 0,0-1 0,0 1 0,-1 0 0,0 0 0,-6-3 0,5 3 0,-1 0 0,0 0 0,-1 0 0,1 1 0,0 0 0,0 0 0,-1 1 0,1-1 0,0 1 0,-1 1 0,1-1 0,0 1 0,0 0 0,-1 1 0,1 0 0,0 0 0,0 0 0,1 0 0,-1 1 0,0 0 0,1 0 0,0 1 0,-1-1 0,1 1 0,1 0 0,-1 1 0,-7 8 0,-4 8 0,1 1 0,1 0 0,-18 40 0,-25 77 0,54-131 0,-31 87 0,-32 146 0,63-229 0,1-3 0,0 0 0,1 0 0,-1 1 0,1 16 0,2-24 0,-1 1 0,0-1 0,1 1 0,-1-1 0,1 1 0,0-1 0,0 1 0,0-1 0,0 0 0,0 1 0,1-1 0,-1 0 0,1 0 0,-1 0 0,1 0 0,0 0 0,-1 0 0,1-1 0,0 1 0,1 0 0,-1-1 0,3 2 0,14 6 0,1 0 0,0-1 0,1-2 0,35 8 0,91 9 0,-135-22 0,74 10 0,0-4 0,91-5 0,-165-2 114,0-2 0,22-4 0,-30 5-246,0 0 1,-1 0 0,1-1-1,0 1 1,-1-1 0,0 0 0,1 0-1,-1 0 1,0-1 0,0 1 0,0-1-1,3-4 1,6-12-6695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373 7 24575,'0'0'0,"0"-1"0,0 1 0,0 0 0,0 0 0,0-1 0,0 1 0,0 0 0,0 0 0,0 0 0,0-1 0,0 1 0,0 0 0,0 0 0,0 0 0,0-1 0,0 1 0,0 0 0,-1 0 0,1 0 0,0-1 0,0 1 0,0 0 0,0 0 0,0 0 0,0 0 0,-1-1 0,1 1 0,0 0 0,0 0 0,0 0 0,-1 0 0,1 0 0,0 0 0,0 0 0,0 0 0,-1-1 0,1 1 0,0 0 0,-10 4 0,-6 12 0,-74 122 0,49-72 0,-18 30 0,-93 134 0,218-328-3276,25-10-157,-30 48 3395,131-100 1,-182 153-58,22-16 1420,-28 21-523,0 0 1,1-1 0,-1 1-1,1 1 1,7-3 0,-11 4-779,0 0-1,0-1 1,0 1-1,-1 0 1,1 0 0,0 0-1,0 0 1,0 1-1,0-1 1,-1 0 0,1 0-1,0 0 1,0 1 0,0-1-1,-1 0 1,1 1-1,0-1 1,0 0 0,-1 1-1,1-1 1,0 1-1,-1 0 1,1-1 0,-1 1-1,1-1 1,0 1-1,-1 0 1,0-1 0,1 1-1,-1 0 1,1 0 0,-1 0-1,8 30-41,-7-21-5,6 34 23,0 86 0,-7-87 0,2 0 0,10 48 0,-12-89 8,0 0-1,1 0 1,-1 0-1,1 1 0,0-1 1,-1 0-1,1-1 1,0 1-1,0 0 0,1 0 1,-1 0-1,0 0 1,1-1-1,-1 1 1,1-1-1,-1 1 0,1-1 1,0 0-1,-1 1 1,1-1-1,0 0 0,2 1 1,-1-1 5,1 0 0,-1-1 0,1 1 0,-1-1 1,1 1-1,-1-1 0,1 0 0,-1-1 0,1 1 0,-1-1 0,1 1 0,4-2 1,2-2-204,-1 1 0,1-1 1,-1-1-1,0 1 0,0-2 1,0 1-1,-1-1 1,11-10-1,0-4-6636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3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0 24575,'-2'58'-767,"-2"-1"0,-13 62 0,-34 109-2890,22-101 2831,22-98 930,-17 77 3236,-16 167 0,39-271-3340,1 0 0,0-1 0,0 1 0,0 0 0,0-1 0,0 1 0,0 0 0,0-1 0,1 1 0,-1 0 0,1-1 0,-1 1 0,1 0 0,0-1 0,-1 1 0,1-1 0,0 1 0,0-1 0,2 3 0,-1-3 0,1 0 0,-1 1 0,0-1 0,1 0 0,-1 0 0,1-1 0,0 1 0,-1-1 0,1 1 0,-1-1 0,1 0 0,4 0 0,41 1 0,50-5 0,-78 2 0,0-1 0,0-1 0,-1 0 0,1-2 0,23-10 0,-38 14-76,0 0 1,0-1-1,-1 1 0,1-1 0,-1-1 0,1 1 0,-1 0 0,0-1 1,0 0-1,-1 0 0,1 0 0,-1-1 0,0 1 0,0-1 1,0 0-1,-1 0 0,3-6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4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24575,'2'0'0,"4"0"0,10 0 0,17 0 0,14 0 0,12 0 0,16 0 0,19 0 0,9 0 0,-2 0 0,-13 0 0,-18 0 0,-18 0 0,-16 0 0,-11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8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438 1 24575,'-2'67'-70,"-3"-1"-1,-3 0 1,-20 83-1,-70 187-453,-74 145 365,89-258 156,74-197 3,1-4 0,-13 26 0,18-42-4,2-8-23,3-9-1146,4-8-4846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8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1 24575,'64'-1'0,"115"5"0,-158-2 0,0 1 0,-1 1 0,1 1 0,-1 0 0,-1 2 0,28 12 0,-41-15 0,1 0 0,-1 0 0,0 1 0,-1-1 0,1 1 0,-1 1 0,0-1 0,0 1 0,-1 0 0,1 0 0,-1 0 0,-1 1 0,1-1 0,-1 1 0,0 0 0,-1 0 0,0 0 0,0 0 0,0 1 0,0 11 0,0-4 0,-1-1 0,-1 0 0,0 1 0,-1-1 0,-1 0 0,0 0 0,-1 1 0,-1-2 0,-9 28 0,5-25 0,-1-1 0,0 0 0,-1 0 0,0 0 0,-1-1 0,-1-1 0,0 0 0,-1-1 0,-18 14 0,-17 9 0,-73 40 0,97-61 0,-18 10-455,0-2 0,-70 26 0,89-41-6371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9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 24575,'0'0'0,"1"0"0,0 0 0,-1 1 0,1-1 0,-1 0 0,1 1 0,-1-1 0,1 0 0,-1 1 0,1-1 0,-1 1 0,0-1 0,1 1 0,-1-1 0,0 1 0,1-1 0,-1 1 0,0-1 0,1 1 0,-1-1 0,0 1 0,0 0 0,0-1 0,0 1 0,1-1 0,-1 1 0,0 0 0,0 0 0,1 22 0,0-20 0,-1 7 0,-1-1 0,0 1 0,0 0 0,-1-1 0,0 1 0,-5 14 0,-27 53 0,26-61 0,0 0 0,1 1 0,1 0 0,0 0 0,-5 33 0,10-47 0,1 0 0,0-1 0,-1 1 0,1 0 0,0 0 0,1 0 0,-1-1 0,0 1 0,1 0 0,0 0 0,-1-1 0,3 5 0,-2-6 0,0 0 0,0 1 0,1-1 0,-1 0 0,0 0 0,1 0 0,-1 0 0,1 0 0,-1 0 0,1-1 0,0 1 0,-1 0 0,1-1 0,0 1 0,0-1 0,-1 0 0,1 1 0,0-1 0,0 0 0,2 0 0,64 0 0,-63-1 0,1 1 0,0-1 0,0 0 0,0-1 0,-1 1 0,1-1 0,0 0 0,-1 0 0,7-5 0,-10 6-97,0 0-1,-1-1 1,0 1-1,1 0 1,-1-1-1,0 0 1,0 1-1,0-1 1,0 1-1,0-1 1,0 0-1,0 0 0,0-3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29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24575,'2'0'0,"0"2"0,3 3 0,1 2 0,5 6 0,2 5 0,0 3 0,1 2 0,-2-2-8191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0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493 223 24575,'-1'-6'0,"0"0"0,0-1 0,-1 1 0,0 0 0,0 0 0,-4-8 0,-2-5 0,4 7 0,0 0 0,-1 1 0,-1 0 0,0 0 0,0 0 0,-1 0 0,-13-14 0,16 20 0,-1 1 0,0-1 0,-1 1 0,1 0 0,-1 1 0,1-1 0,-1 1 0,0 0 0,-1 1 0,1-1 0,0 1 0,-1 0 0,1 1 0,-1 0 0,-12-1 0,10 2 0,0 0 0,0 1 0,0 1 0,0-1 0,1 1 0,-1 1 0,1 0 0,-1 0 0,1 1 0,0 0 0,0 0 0,0 0 0,1 1 0,-13 11 0,6-3 0,0 0 0,1 0 0,0 1 0,2 1 0,-1 0 0,-10 19 0,11-13 0,2 0 0,0 0 0,1 1 0,1 0 0,1 0 0,-5 34 0,7-24 0,1 0 0,2 0 0,1 1 0,5 33 0,-4-57 0,0 0 0,1-1 0,0 1 0,0 0 0,1-1 0,0 0 0,1 1 0,-1-1 0,7 8 0,-7-12 0,0 1 0,1-2 0,-1 1 0,1 0 0,0-1 0,0 0 0,0 0 0,1 0 0,-1 0 0,1-1 0,0 1 0,0-1 0,-1-1 0,1 1 0,0-1 0,0 1 0,7-1 0,41 5-569,73-1-1,-121-5 344,31 0-6600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1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24575,'1'0'0,"0"1"0,0-1 0,0 1 0,-1-1 0,1 1 0,0-1 0,-1 1 0,1 0 0,0-1 0,-1 1 0,1 0 0,-1 0 0,1-1 0,-1 1 0,1 0 0,-1 0 0,1 0 0,-1 0 0,0 0 0,0 0 0,1-1 0,-1 3 0,5 24 0,-4-25 0,1 13 0,-1 0 0,0 1 0,-1-1 0,-1 0 0,0 0 0,-1 0 0,0 0 0,-7 19 0,-3 2 0,-2 0 0,-21 36 0,32-66 0,1 0 0,-1 0 0,1 0 0,0 0 0,0 1 0,1-1 0,0 0 0,-1 12 0,2-16 0,0 0 0,1 0 0,-1 0 0,0 0 0,1 0 0,-1 0 0,1 0 0,0 0 0,0 0 0,-1 0 0,1 0 0,0 0 0,1-1 0,-1 1 0,0 0 0,0-1 0,1 1 0,-1-1 0,1 1 0,-1-1 0,1 0 0,0 0 0,0 0 0,-1 0 0,1 0 0,0 0 0,0 0 0,0 0 0,0-1 0,3 2 0,15 1 0,-1 0 0,1-1 0,0-1 0,-1-1 0,28-3 0,-45 3 14,-1 0 0,1 0 1,0 0-1,-1 0 0,1-1 0,-1 1 0,1-1 0,-1 1 0,1-1 0,-1 0 1,1 1-1,-1-1 0,0 0 0,1 0 0,-1 0 0,0 0 0,0 0 0,1 0 1,-1-1-1,0 1 0,1-3 0,0 1-82,-1-1-1,0 0 1,0 1-1,0-1 1,0 0-1,-1 0 1,1-4 0,1-10-1061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1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24575,'2'0'0,"1"2"0,2 5 0,1 5 0,3 4 0,-1 4 0,-2 0 0,1 1 0,-2 1 0,-1 0 0,-1-3-8191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16.9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1112 2117 24575,'0'1'0,"-1"0"0,1-1 0,0 1 0,0 0 0,-1-1 0,1 1 0,0 0 0,-1-1 0,1 1 0,0-1 0,-1 1 0,1-1 0,-1 1 0,1-1 0,-1 1 0,1-1 0,-1 0 0,1 1 0,-1-1 0,0 0 0,1 1 0,-1-1 0,-1 1 0,-18 5 0,14-4 0,-419 111 0,374-104 0,0-2 0,-1-3 0,0-1 0,-88-9 0,132 5 0,0-1 0,1 0 0,0-1 0,0 0 0,0 0 0,0-1 0,0 1 0,0-1 0,1-1 0,0 1 0,0-1 0,0-1 0,-9-9 0,-6-9 0,-33-52 0,36 47 0,1-2 0,2 0 0,1-1 0,2-1 0,0 0 0,3 0 0,1-1 0,1 0 0,2-1 0,1 1 0,2-43 0,3 15 0,3 1 0,3 0 0,2 0 0,3 0 0,30-88 0,-10 59 0,4 1 0,3 2 0,5 2 0,3 2 0,4 2 0,3 2 0,4 3 0,2 2 0,98-90 0,-117 128 0,1 1 0,1 3 0,2 2 0,77-40 0,-83 51 0,1 3 0,1 1 0,1 2 0,-1 2 0,2 2 0,52-5 0,-32 8 0,0 4 0,-1 2 0,1 3 0,0 3 0,-1 2 0,0 3 0,-1 3 0,96 34 0,-130-36 0,-1 0 0,0 2 0,0 1 0,-2 1 0,0 1 0,-1 1 0,0 1 0,-2 2 0,0 0 0,-2 0 0,0 2 0,-1 1 0,15 27 0,-3-1 0,-1 2 0,-4 1 0,-1 1 0,-3 1 0,-2 1 0,13 68 0,-25-85 0,-1 1 0,-2 0 0,-1 0 0,-3 0 0,-1 0 0,-2 1 0,-2-1 0,-1-1 0,-23 78 0,6-58 0,-2 0 0,-3-2 0,-2-1 0,-2-2 0,-46 59 0,4-20 0,-155 152 0,14-55 0,159-147 0,-2-3 0,-65 35 0,112-69-273,-1 0 0,0-1 0,-1-1 0,-14 4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13:36.0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49,'26'-8,"40"3,83 4,-68 2,1436-13,-787-1,357 3,-890 10,-157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13:39.8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1,'5'3,"0"0,0-1,0 0,0 1,0-1,0-1,0 1,1-1,-1 0,1 0,5 0,9 2,217 33,256 7,243-29,-637-14,1094-1,-1157 3,-1 2,1 1,43 12,-21-3,213 42,-224-46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13:43.7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0,'0'9,"0"-8,0 1,-1 0,1 0,0 0,0-1,0 1,0 0,0 0,1-1,-1 1,1 0,-1 0,1-1,-1 1,1-1,0 1,0 0,0-1,0 1,0-1,0 0,0 1,0-1,0 0,1 0,-1 0,1 0,-1 0,1 0,-1 0,3 1,27 8,0-1,0-2,1-1,52 3,-37-4,584 39,6-33,-293-8,-281-3,-24-1,54 7,-155 5,-495 32,-3-28,112-5,427-10,13 0,1 0,-1 0,1 0,-1 1,1 0,0 1,-13 4,20-6,0 0,0 0,0 0,0 0,0 0,1 0,-1 0,0 0,0 0,0 0,0 0,0 0,0 0,1 0,-1 0,0 0,0 1,0-1,0 0,0 0,0 0,0 0,0 0,1 0,-1 0,0 0,0 1,0-1,0 0,0 0,0 0,0 0,0 0,0 0,0 1,0-1,0 0,0 0,0 0,0 0,0 0,0 1,0-1,0 0,0 0,0 0,0 0,0 0,0 0,0 1,0-1,-1 0,1 0,0 0,0 0,0 0,0 0,0 0,0 0,0 1,0-1,-1 0,1 0,0 0,0 0,0 0,0 0,-1 0,10 3,-1-1,1 0,0 0,-1-1,1 0,17-1,12 1,111 7,94 3,102 2,89 2,-31 0,1287 53,-1487-58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13:47.3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1 118,'1994'-21,"-493"1,-138 17,384-4,-1402 2,853-41,-1149 44,1075-11,-741 14,-158-2,250 3,-2 46,-92-3,-350-44,-21-1,-1 0,1 0,12 3,-13-1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50.23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15 24575,'0'-1'0,"0"1"0,1-1 0,-1 1 0,0-1 0,1 1 0,-1-1 0,1 1 0,-1-1 0,1 1 0,-1-1 0,1 1 0,0 0 0,-1-1 0,1 1 0,-1 0 0,1-1 0,0 1 0,-1 0 0,1 0 0,0 0 0,-1 0 0,1 0 0,0 0 0,0 0 0,22-3 0,-21 3 0,336-3 0,-188 5 0,1616 10 0,-650-12-1365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4:07.70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566 4 24575,'-7'1'0,"0"-1"0,1 1 0,-1 1 0,0-1 0,1 1 0,-1 0 0,1 1 0,-7 3 0,-50 30 0,36-18 0,-230 145 0,172-107 0,21-21 0,63-35 0,1 0 0,0 0 0,0 0 0,0 0 0,0 0 0,-1 1 0,1-1 0,0 0 0,0 0 0,0 0 0,0 0 0,-1 0 0,1 1 0,0-1 0,0 0 0,0 0 0,0 0 0,0 0 0,0 1 0,-1-1 0,1 0 0,0 0 0,0 0 0,0 1 0,0-1 0,0 0 0,0 0 0,0 1 0,0-1 0,0 0 0,0 0 0,0 0 0,0 1 0,0-1 0,0 0 0,0 0 0,0 0 0,0 1 0,1-1 0,-1 0 0,9 9 0,18 5 0,-25-13 0,113 46 0,2-4 0,131 28 0,-191-57 0,129 37 0,-186-51 0,1 0 0,-1 1 0,0-1 0,1 0 0,-1 0 0,0 0 0,1 0 0,-1 0 0,0 0 0,1 0 0,-1 0 0,1 0 0,-1 0 0,0 0 0,1 0 0,-1 0 0,0 0 0,1 0 0,-1 0 0,0 0 0,1 0 0,-1 0 0,0-1 0,1 1 0,-1 0 0,0 0 0,1 0 0,-1-1 0,0 1 0,0 0 0,1 0 0,-1-1 0,0 1 0,0 0 0,1-1 0,-1 1 0,0-1 0,1-18 0,-12-26 0,10 41 0,-146-418 0,139 404-341,0 1 0,-1-1-1,-16-21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1:25.41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1693 1686 24575,'0'2'0,"-1"0"0,1 0 0,-1 0 0,1 0 0,-1 0 0,0 0 0,0 0 0,0 0 0,0 0 0,0 0 0,0 0 0,0-1 0,-1 1 0,1 0 0,-1-1 0,1 1 0,-1-1 0,0 0 0,1 1 0,-1-1 0,0 0 0,0 0 0,0 0 0,0 0 0,-3 1 0,-6 1 0,1 1 0,-1-1 0,-21 2 0,-50 3 0,-87-5 0,108-2 0,-278-7 0,228-2 0,-116-22 0,193 22 0,-1-1 0,2-2 0,-1-1 0,1-2 0,1-1 0,-36-23 0,19 6 0,1-2 0,-81-76 0,115 98 0,1-1 0,1-1 0,0 0 0,-12-20 0,19 25 0,1 0 0,-1 0 0,2 0 0,-1-1 0,1 1 0,1-1 0,0 0 0,0 0 0,-1-15 0,2-32-387,3 0 1,1 0-1,4 1 0,1-1 0,4 2 1,20-63-1,-11 54-248,4 2 0,2 1 0,3 1 0,70-106 0,-76 133 479,2 1 0,0 0 0,2 2 0,2 2 0,36-29 0,-42 40 160,0 0-1,0 2 1,2 1 0,0 1 0,1 1 0,0 1 0,0 2-1,31-7 1,-4 6 383,1 3 0,78-1 0,112 13 1646,-131-1-1295,43-1-221,180 7 987,-226-2-1089,112 24 1,-210-29-416,221 47 0,-174-35 0,107 44 0,-153-52 0,1 0 0,-2 1 0,1 0 0,-1 1 0,0 0 0,0 1 0,-1 1 0,-1 0 0,17 21 0,-17-16 0,-1-1 0,0 2 0,-2-1 0,0 1 0,0 1 0,-2-1 0,8 35 0,-4-9 0,-3 0 0,-2 1 0,-1-1 0,-3 1 0,-1 0 0,-12 83 0,6-93 0,-1-1 0,-2-1 0,-1 1 0,-1-1 0,-2-1 0,-2-1 0,0 0 0,-2 0 0,-33 42 0,16-32 0,-1-2 0,-3-1 0,0-2 0,-79 54 0,24-29 0,-122 58 0,159-92 0,-1-2 0,-110 28 0,-125 5 0,211-48-682,-143-5-1,184-5-6143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1:28.32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1 129 24575,'276'-16'0,"-122"5"0,65-3-164,58-2-655,2630-56-641,-2580 73 2538,-280-1-7904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1:30.74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5 173 24575,'-1'0'0,"1"0"0,0-1 0,-1 1 0,1-1 0,0 1 0,0 0 0,-1-1 0,1 1 0,0-1 0,0 1 0,-1-1 0,1 1 0,0-1 0,0 0 0,0 1 0,0-1 0,0 1 0,0-1 0,0 1 0,0-1 0,0 1 0,0-1 0,0 1 0,0-1 0,0 1 0,1-1 0,-1 1 0,0-1 0,0 1 0,1-1 0,-1 1 0,0-1 0,0 1 0,1-1 0,-1 1 0,1-1 0,-1 1 0,0 0 0,1-1 0,-1 1 0,1 0 0,-1-1 0,1 1 0,-1 0 0,1-1 0,28-11 0,-29 12 0,26-8 0,0 2 0,45-5 0,-65 10 0,141-16 0,95-2-132,111-3-398,106 1 234,80 4-523,1108-1-1999,15 72 491,-1625-50 2437,-26-3 11,1 0-1,-1 0 0,0-1 0,14-1 0,9-2 3536,-32 3-3847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1:42.47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0 219 24575,'0'-2'0,"4"-3"0,6 0 0,12-3 0,26-3 0,46-3 0,61-3 0,80-7 0,59-3-983,26-5 0,-15 1 436,-44 6 547,-68 7-5678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1:43.86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0 277 24575,'606'-27'-386,"-5"-34"-51,-545 55 432,464-57 45,117-12-284,1 31-208,630 83 452,-1050-20-21,980 80-573,1-34 116,-585-51 478,301 11 0,964 3-1373,-1805-29-2868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4.30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11 24575,'0'0'0,"0"-1"0,1 0 0,-1 1 0,0-1 0,1 1 0,-1-1 0,0 0 0,1 1 0,-1-1 0,1 1 0,-1 0 0,1-1 0,0 1 0,-1-1 0,1 1 0,-1 0 0,1-1 0,0 1 0,-1 0 0,1 0 0,-1-1 0,1 1 0,0 0 0,-1 0 0,1 0 0,0 0 0,0 0 0,-1 0 0,1 0 0,0 0 0,-1 0 0,1 0 0,0 0 0,0 1 0,27 4 0,-19-1 0,1 0 0,-1 1 0,-1 0 0,1 0 0,14 13 0,-21-16 0,153 122 0,-114-90 0,138 116-164,59 55-655,-145-125 492,585 511-1853,-17 15-135,-473-422 1788,-157-153 403,224 242-457,-223-231-573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6.05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572 168 24575,'0'-7'0,"-1"0"0,0 0 0,-1 0 0,0 0 0,0 1 0,0-1 0,-1 0 0,0 1 0,0 0 0,-8-12 0,5 9 0,0 1 0,-1-1 0,0 2 0,-1-1 0,0 0 0,-13-8 0,17 13 0,-1 1 0,1 0 0,-1 0 0,0 0 0,0 0 0,0 1 0,0 0 0,0 0 0,0 1 0,-1-1 0,1 1 0,0 0 0,0 0 0,0 1 0,0 0 0,0-1 0,-9 4 0,-8 3 0,0 1 0,-34 18 0,33-15 0,-4 1 0,-44 23 0,63-31 0,0 1 0,0 1 0,1-1 0,-1 1 0,1 0 0,-6 8 0,6-3 0,0 0 0,1 0 0,1 1 0,-1 0 0,2 0 0,-4 14 0,2-8 0,-8 33 0,2 1 0,2 0 0,2 0 0,3 1 0,3 95 0,2-141 0,0 1 0,1-1 0,0 1 0,1-1 0,0 1 0,0-1 0,0 0 0,1 1 0,0-1 0,0-1 0,1 1 0,0 0 0,0-1 0,1 0 0,-1 0 0,1 0 0,1-1 0,-1 1 0,1-1 0,0 0 0,0-1 0,0 0 0,1 0 0,-1 0 0,1-1 0,0 1 0,8 1 0,8 2-170,0 0-1,0-2 0,1 0 1,0-2-1,0 0 0,0-2 1,46-3-1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6.59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36 0 24575,'0'4'0,"0"3"0,0 5 0,0 4 0,0 5 0,0 5 0,0 8 0,-2 6 0,0 7-983,-3 2 0,-2 2 0,1-3 0,0-3 0,2-5 0,2-8 97,1-9-521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6.89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24575,'2'0'0,"2"0"0,1 2 0,2 3 0,-1 2 0,-1 2 0,-2 1 0,-1 2 0,2 0 0,-1 2 0,-1 3 0,0 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3.67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48 24575,'0'-1'0,"1"0"0,-1 0 0,0 0 0,0 0 0,0 0 0,1 0 0,-1 1 0,1-1 0,-1 0 0,0 0 0,1 0 0,-1 1 0,1-1 0,0 0 0,-1 1 0,1-1 0,-1 0 0,1 1 0,0-1 0,0 1 0,-1-1 0,1 1 0,0 0 0,0-1 0,0 1 0,0 0 0,-1-1 0,1 1 0,1 0 0,33-5 0,-24 5 0,474-13 0,-223 12 0,70-9-1365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4.61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352 144 24575,'2'-3'0,"0"1"0,0-1 0,0 0 0,0 1 0,-1-1 0,0 0 0,1 0 0,-1 0 0,1-5 0,-1 5 0,-1 0 0,1 0 0,0 1 0,1-1 0,-1 0 0,1 0 0,-1 0 0,1 1 0,0-1 0,0 1 0,4-5 0,3 1 0,-5 3 0,0 0 0,0 0 0,0-1 0,0 1 0,5-8 0,-9 10 0,1 1 0,-1-1 0,0 1 0,1-1 0,-1 0 0,0 1 0,0-1 0,1 0 0,-1 1 0,0-1 0,0 0 0,0 1 0,0-1 0,0 0 0,0 1 0,0-1 0,0 0 0,0 1 0,-1-2 0,1 1 0,-1 0 0,0 0 0,1 0 0,-1 0 0,0 0 0,0 0 0,1 0 0,-1 1 0,0-1 0,0 0 0,0 1 0,0-1 0,0 0 0,0 1 0,-2-1 0,-5-2 0,0 0 0,1 1 0,-1 0 0,0 1 0,0 0 0,0 0 0,-1 0 0,1 1 0,0 0 0,0 1 0,0 0 0,0 0 0,0 1 0,0 0 0,0 0 0,1 1 0,-1 0 0,1 0 0,-1 1 0,1 0 0,0 0 0,1 0 0,-1 1 0,1 0 0,0 1 0,0 0 0,0-1 0,1 2 0,0-1 0,-7 13 0,-2 11 0,2 0 0,1 1 0,1 0 0,-8 56 0,11-57 0,-18 85 0,-45 225 0,64-308 0,1-1 0,1 1 0,2-1 0,3 52 0,0-79 0,0 1 0,0-2 0,0 1 0,1 0 0,-1 0 0,1 0 0,0-1 0,0 1 0,1-1 0,-1 1 0,1-1 0,-1 0 0,1 0 0,0 0 0,0 0 0,0-1 0,1 1 0,-1-1 0,5 3 0,8 3 0,0 0 0,0-1 0,20 5 0,-27-8 0,32 9 0,0-1 0,0-2 0,1-2 0,0-2 0,0-2 0,1-1 0,53-4 0,-85-1-227,-1 1-1,1-1 1,0-1-1,-1 0 1,20-9-1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5.30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167 0 24575,'-1'45'0,"-2"0"0,-2 0 0,-2-1 0,-2 0 0,-19 56 0,24-86 0,-15 48 0,-53 116 0,64-167 0,7-11 0,1 0 0,0 0 0,0 0 0,0 0 0,0 0 0,0 0 0,-1 0 0,1 0 0,0 0 0,0 0 0,0 0 0,0 0 0,0 0 0,-1 0 0,1 0 0,0 0 0,0 0 0,0 0 0,0 0 0,-1 0 0,1 0 0,0 0 0,0 0 0,0 0 0,0 0 0,0 0 0,0 0 0,-1 0 0,1 0 0,0-1 0,0 1 0,0 0 0,0 0 0,0 0 0,0 0 0,0 0 0,-1 0 0,1-1 0,0 1 0,-4-24 0,4 1 0,1-1 0,0 0 0,2 1 0,1 0 0,1-1 0,1 1 0,1 1 0,13-31 0,-7 26 0,0 0 0,2 1 0,1 0 0,1 1 0,1 1 0,26-27 0,2 9 0,-42 39 0,1 0 0,-1 0 0,1 1 0,-1-1 0,1 1 0,0 0 0,0 0 0,0 1 0,8-2 0,-12 3 0,1 0 0,0 0 0,0 0 0,-1 0 0,1 1 0,0-1 0,0 0 0,-1 1 0,1 0 0,-1-1 0,1 1 0,0 0 0,-1 0 0,1 0 0,-1 0 0,0 0 0,1 0 0,-1 0 0,0 1 0,0-1 0,1 0 0,-1 1 0,0-1 0,0 1 0,1 2 0,2 5 0,0-1 0,0 1 0,3 13 0,-6-17 0,70 303 0,-67-288 0,-1-5 0,1 1 0,0-1 0,1 0 0,1 0 0,0 0 0,1-1 0,0 0 0,13 17 0,-14-22 0,2-1 0,-1 1 0,1-1 0,1-1 0,-1 0 0,1 0 0,0-1 0,1 0 0,-1 0 0,1-1 0,1 0 0,15 4 0,-10-4 114,0 0 0,20 2 0,-31-6-246,-1-1 1,1 1 0,0-1-1,-1 0 1,1 0 0,0-1 0,-1 1-1,1-1 1,0 0 0,-1 0 0,1-1-1,6-3 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5.98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270 0 24575,'-3'28'0,"-1"-1"0,-1 1 0,-1-1 0,-2 0 0,-13 33 0,-7 25 0,-64 313 0,25 7 0,57-343 0,0-3 0,2 0 0,1 84 0,7-141 0,0-1 0,0 1 0,1-1 0,-1 1 0,0-1 0,1 0 0,-1 1 0,1-1 0,0 1 0,-1-1 0,1 0 0,0 0 0,0 1 0,0-1 0,0 0 0,0 0 0,0 0 0,0 0 0,0 0 0,0 0 0,0 0 0,1-1 0,-1 1 0,0 0 0,1-1 0,-1 1 0,0-1 0,1 1 0,-1-1 0,1 0 0,-1 1 0,1-1 0,-1 0 0,1 0 0,-1 0 0,1 0 0,1-1 0,8 1 0,0-1 0,1-1 0,19-5 0,-23 5 0,6-2 0,1-1 0,-1-1 0,0 0 0,0-1 0,-1 0 0,0-2 0,0 1 0,14-13 0,13-15 0,35-41 0,-29 29 0,16-17-1365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6.41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13 24575,'0'-2'0,"2"-1"0,9 1 0,6-1 0,12 2 0,25 0 0,35 1 0,39-1 0,24 5 0,6 2 0,-15-1 0,-28-1 0,-32-1 0,-30-1-8191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4.7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625 0 24575,'-20'1'0,"0"0"0,-1 1 0,1 1 0,0 1 0,1 1 0,-1 1 0,1 1 0,0 0 0,0 1 0,-22 14 0,12-4 0,1 0 0,1 2 0,1 1 0,0 1 0,2 1 0,1 1 0,1 2 0,1 0 0,1 1 0,-29 51 0,35-50 0,0 0 0,2 1 0,1 1 0,1 0 0,2 0 0,1 1 0,1 0 0,1 0 0,2 0 0,2 1 0,3 54 0,3-60 0,0 0 0,1 0 0,2 0 0,1-1 0,0 0 0,2-1 0,1 0 0,1 0 0,1-2 0,25 33 0,5-2 0,3-1 0,96 82 0,169 103-1365,-271-211-5461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5.66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429 0 24575,'-1'0'0,"1"1"0,-1-1 0,1 0 0,-1 0 0,1 1 0,0-1 0,-1 0 0,1 1 0,0-1 0,-1 0 0,1 1 0,0-1 0,-1 1 0,1-1 0,0 0 0,0 1 0,-1-1 0,1 1 0,0-1 0,0 1 0,0-1 0,0 1 0,0-1 0,0 1 0,0 0 0,-3 16 0,3-15 0,-1 19 0,1 0 0,1 0 0,0 0 0,2 0 0,4 21 0,34 101 0,-21-78 0,57 233 0,-63-224 0,-4 1 0,2 82 0,-11-117 0,-7 70 0,3-92 0,-1-1 0,0 1 0,-1-1 0,-1 1 0,-1-1 0,-10 19 0,6-16 0,-1-1 0,0-1 0,-1 0 0,-1-1 0,-1 0 0,-1-1 0,0-1 0,-1-1 0,0 0 0,-1-1 0,-1-1 0,-34 17 0,-182 66-1258,232-94 1151,-78 28-6719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6.52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597 1 24575,'-5'0'0,"0"2"0,-1-1 0,2 0 0,-1 1 0,0 0 0,0 0 0,0 1 0,1-1 0,0 1 0,-5 4 0,-7 3 0,-65 42 0,-127 109 0,113-83 0,61-49-253,2 3 1,-31 36-1,52-56-354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7.0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24575,'3'0'0,"0"0"0,0 1 0,-1-1 0,1 1 0,0 0 0,0 0 0,-1 0 0,1 0 0,0 0 0,-1 0 0,0 1 0,1 0 0,3 2 0,27 30 0,-22-22 0,157 203 0,-60-73 0,-70-88-1365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8.61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751 1 24575,'-1'13'0,"0"0"0,-1 1 0,0-1 0,-1 0 0,-1 0 0,-5 15 0,-39 75 0,28-61 0,-222 430-4753,98-199 2659,-125 271 5371,263-534-768,7-14-1496,6-17-2330,5-5-5509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9.3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383 11 24575,'2'-2'0,"-1"1"0,1 0 0,0 0 0,0 0 0,0 0 0,0 0 0,-1 1 0,1-1 0,0 1 0,0-1 0,0 1 0,1 0 0,-1-1 0,0 1 0,0 0 0,0 0 0,0 1 0,0-1 0,0 0 0,0 1 0,0-1 0,2 2 0,7 2 0,0 0 0,17 9 0,-22-10 0,9 5 0,-1-1 0,0 2 0,0 0 0,-1 1 0,-1 0 0,13 12 0,-20-16 0,0 0 0,0 0 0,0 1 0,-1 0 0,0-1 0,0 1 0,-1 1 0,0-1 0,0 0 0,-1 1 0,0-1 0,0 1 0,-1 0 0,1 12 0,-1-11 0,-1 0 0,0 0 0,-1 1 0,0-1 0,-3 12 0,2-16 0,1 0 0,-1 0 0,-1 0 0,1 0 0,-1 0 0,0-1 0,0 1 0,0-1 0,-1 0 0,-6 7 0,-6 3 0,-2 0 0,0 0 0,-36 18 0,-66 27 0,95-48 0,-278 110-1365,255-107-5461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59.9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98 0 24575,'0'37'0,"1"-8"0,-7 53 0,5-71 0,-1-1 0,-1 0 0,0 0 0,0-1 0,-1 1 0,0-1 0,-1 0 0,-11 17 0,8-13 0,-1-1 0,2 1 0,-9 17 0,14-25 0,0 1 0,0 0 0,1-1 0,0 1 0,0 0 0,0-1 0,0 1 0,1 0 0,0 0 0,0 0 0,2 9 0,-1-12 0,0 0 0,0 0 0,1 0 0,-1 0 0,1 0 0,0 0 0,0-1 0,0 1 0,0 0 0,0-1 0,1 0 0,-1 1 0,1-1 0,-1 0 0,1 0 0,0-1 0,0 1 0,0-1 0,0 1 0,0-1 0,0 0 0,0 0 0,0 0 0,1 0 0,3 0 0,7 1 0,0 0 0,0-1 0,0 0 0,23-3 0,-34 2-52,0 0-1,0-1 1,0 0-1,0 0 1,0 0-1,0 0 1,0 0-1,0 0 1,0-1-1,-1 1 1,1-1-1,0 0 1,-1 0-1,1 0 1,-1 0-1,0 0 1,0-1-1,0 1 1,0-1-1,0 1 0,0-1 1,-1 0-1,1 1 1,-1-1-1,2-5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00.25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24575,'2'0'0,"0"2"0,3 2 0,2 5 0,1 5 0,0 4 0,1 3 0,-2-1 0,-1-1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0.73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24575,'0'0'0,"0"0"0,0 1 0,0-1 0,0 0 0,0 0 0,-1 0 0,1 0 0,0 0 0,0 0 0,0 0 0,0 1 0,0-1 0,0 0 0,0 0 0,0 0 0,0 0 0,0 0 0,0 0 0,0 0 0,0 1 0,0-1 0,0 0 0,0 0 0,0 0 0,0 0 0,0 0 0,0 0 0,0 1 0,1-1 0,-1 0 0,0 0 0,0 0 0,0 0 0,0 0 0,0 0 0,0 0 0,0 0 0,0 0 0,0 1 0,0-1 0,0 0 0,1 0 0,-1 0 0,0 0 0,0 0 0,0 0 0,0 0 0,0 0 0,0 0 0,0 0 0,1 0 0,10 4 0,15 0 0,-26-4 0,723 46 0,2-44 0,-425-4 0,-216 2 0,1159-28 0,-1151 23 0,538-22 0,-154 28-1365,-443-1-5461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2.93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1756 1239 24575,'-1'8'0,"0"0"0,0-1 0,0 1 0,-1-1 0,-1 1 0,1-1 0,-1 0 0,0 0 0,-1 0 0,1 0 0,-1-1 0,-9 11 0,-4 3 0,0 0 0,-28 22 0,21-21 0,0-1 0,-1-1 0,-2-2 0,0 0 0,0-2 0,-1-1 0,-1-1 0,-1-1 0,1-2 0,-2-1 0,1-1 0,-1-2 0,-57 4 0,-373-10 0,333-3 0,72 2 0,0-3 0,-84-17 0,118 16 0,0 0 0,0-2 0,0-1 0,1-1 0,0 0 0,1-2 0,0 0 0,1-1 0,-20-17 0,31 22 0,0-1 0,1-1 0,0 1 0,0-1 0,1 0 0,0-1 0,1 0 0,-6-13 0,-2-9 0,-10-44 0,18 59 0,1 0 0,1-1 0,1 0 0,1 1 0,0-1 0,1 0 0,1 0 0,1 0 0,0 0 0,1 1 0,1-1 0,9-22 0,-5 19 0,1 1 0,1 0 0,2 0 0,-1 1 0,2 0 0,1 1 0,0 0 0,1 1 0,25-21 0,7 0 0,1 2 0,1 2 0,100-50 0,174-58 0,-57 41-261,373-88-1,295 21-261,-898 164 523,52-7 0,136 0 0,-212 12-5,1 0 0,0 1 0,0 0 0,-1 1 1,1 0-1,-1 1 0,0 0 0,17 9 0,-5 1 310,-1 1 1,38 31-1,-19-13-204,-3-2-63,-1 1 1,35 39-1,-62-59-42,-1 1 1,0 0-1,-1 1 0,0 0 0,-1 0 0,-1 1 1,0 0-1,-1 0 0,-1 0 0,5 23 0,-5-8 4,-1 0 0,-1-1 0,-2 1 0,0 1 0,-3-1 0,0 0 0,-2-1 0,-13 50 0,10-54 0,-2 0 0,0-1 0,-2 0 0,-1-1 0,0 0 0,-2-1 0,0-1 0,-2 0 0,0-1 0,-26 25 0,9-16-54,0-3 0,-1 0 1,-2-2-1,0-2 0,-55 25 0,1-9-246,-124 35-1,-283 48-1146,-8-37 1026,264-53 228,-332 2 1,463-38 16,81 0-4662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39.67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0 985 24575,'0'-1'0,"0"-1"0,0 1 0,1-1 0,-1 1 0,0 0 0,0-1 0,1 1 0,-1-1 0,1 1 0,-1-1 0,1 1 0,-1 0 0,1-1 0,0 1 0,1-2 0,21-14 0,-21 16 0,36-20 0,71-29 0,45-8 0,72-20-164,69-18-655,305-90-773,501-167-2371,-1084 348 3909,127-51-49,-138 53 49,21-12 508,-26 15-388,-1 0 1,1-1 0,-1 1-1,1-1 1,-1 1-1,1-1 1,-1 1-1,1-1 1,-1 1 0,0-1-1,1 1 1,-1-1-1,0 0 1,0 1 0,1-1-1,-1 1 1,0-1-1,0 0 1,0 1 0,0-1-1,0 0 1,0 1-1,0-1 1,0 0-1,0 1 1,0-1 0,0 1-1,0-1 1,0 0-1,0 1 1,-1-1 0,1 0-1,0 1 1,0-1-1,-1 1 1,0-2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1.19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673 134 24575,'0'-3'0,"-1"-1"0,0 1 0,0-1 0,0 1 0,0 0 0,0 0 0,0 0 0,-1-1 0,0 1 0,1 1 0,-1-1 0,0 0 0,-1 0 0,1 1 0,0-1 0,-1 1 0,1 0 0,-1-1 0,0 1 0,-4-2 0,-8-5 0,0 1 0,-28-12 0,34 16 0,-8-2 0,1 0 0,-1 1 0,-23-4 0,31 7 0,-1 1 0,0 0 0,0 1 0,0 0 0,0 0 0,1 1 0,-15 3 0,19-2 0,0 0 0,1 0 0,-1 0 0,0 0 0,1 1 0,0 0 0,0 0 0,0 0 0,0 1 0,0-1 0,1 1 0,-6 6 0,-3 7 0,-18 33 0,16-26 0,-21 35 0,-21 33 0,-57 129 0,102-195 0,2 0 0,1 0 0,-6 38 0,12-47 0,0 0 0,0 0 0,2 0 0,0 0 0,1 0 0,5 26 0,-4-39 0,-1 0 0,0 0 0,1 0 0,0 0 0,0 0 0,0 0 0,0-1 0,1 1 0,-1-1 0,1 1 0,0-1 0,0 0 0,0 0 0,0-1 0,1 1 0,-1-1 0,1 1 0,-1-1 0,1 0 0,0 0 0,0-1 0,6 2 0,7 2 0,1 0 0,-1-2 0,35 2 0,-48-4 0,95 4 0,178-13 0,-261 6-455,-1 0 0,21-5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1.86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174 0 24575,'-1'33'0,"-2"-1"0,-1 0 0,-2 0 0,-1 0 0,-15 43 0,-70 145 0,87-210 0,3-4 0,-1 1 0,-1 0 0,1-1 0,-1 0 0,-6 8 0,10-14 0,0 0 0,0 0 0,0 0 0,0 1 0,0-1 0,0 0 0,-1 0 0,1 0 0,0 0 0,0 0 0,0 1 0,0-1 0,0 0 0,0 0 0,0 0 0,0 0 0,0 0 0,-1 0 0,1 1 0,0-1 0,0 0 0,0 0 0,0 0 0,0 0 0,-1 0 0,1 0 0,0 0 0,0 0 0,0 0 0,0 0 0,-1 0 0,1 0 0,0 0 0,0 0 0,0 0 0,0 0 0,-1 0 0,1 0 0,0 0 0,0 0 0,0 0 0,0 0 0,0 0 0,-1 0 0,1 0 0,0 0 0,0 0 0,0 0 0,0 0 0,0-1 0,-1 1 0,1 0 0,0 0 0,0 0 0,0 0 0,0 0 0,0 0 0,0-1 0,0 1 0,0 0 0,-1 0 0,1 0 0,0 0 0,2-13 0,2 0 0,1 1 0,1 0 0,0 0 0,0 0 0,15-18 0,48-52 0,-43 55 0,1 1 0,1 1 0,35-23 0,-49 39 0,0 0 0,0 0 0,1 2 0,0 0 0,0 1 0,1 0 0,0 1 0,0 1 0,25-4 0,-38 8 0,-1 0 0,1-1 0,-1 1 0,1 0 0,-1 0 0,1 0 0,-1 1 0,1-1 0,-1 0 0,1 1 0,-1 0 0,0-1 0,1 1 0,-1 0 0,0 0 0,0 1 0,1-1 0,-1 0 0,0 1 0,0-1 0,0 1 0,-1 0 0,1 0 0,0-1 0,-1 1 0,1 0 0,-1 0 0,1 1 0,-1-1 0,0 0 0,0 0 0,0 1 0,0-1 0,-1 0 0,1 1 0,-1-1 0,1 1 0,-1 3 0,5 39 0,-2 0 0,-4 81 0,-2-45 0,2-42 0,-1-24 0,2 0 0,0 1 0,0-1 0,2 0 0,4 20 0,-6-33 16,1 0-1,0-1 0,0 1 1,-1-1-1,1 1 0,0-1 1,0 1-1,1-1 0,-1 0 1,0 1-1,0-1 0,1 0 1,-1 0-1,1 0 0,-1 0 1,1 0-1,-1 0 0,1 0 1,0-1-1,-1 1 0,3 0 1,39 5-1251,-38-5 767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2.51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412 0 24575,'-1'14'0,"-1"0"0,-1 0 0,0 0 0,-1 0 0,0-1 0,-1 0 0,-13 24 0,1 1 0,-294 795 0,301-802 0,1 1 0,1 0 0,2 0 0,1 1 0,0 54 0,5-85 0,0 0 0,0-1 0,0 1 0,0-1 0,1 1 0,-1 0 0,0-1 0,1 1 0,0-1 0,-1 1 0,1-1 0,0 0 0,-1 1 0,1-1 0,0 0 0,0 1 0,0-1 0,0 0 0,1 0 0,-1 0 0,0 0 0,0 0 0,1 0 0,-1 0 0,0 0 0,1-1 0,-1 1 0,1 0 0,-1-1 0,1 1 0,-1-1 0,1 0 0,0 0 0,-1 1 0,1-1 0,1 0 0,7 0 0,0-1 0,0 0 0,-1 0 0,18-6 0,-15 4 0,10-1 0,-1-1 0,0-1 0,0-1 0,-1-1 0,0-1 0,0 0 0,-1-2 0,-1 0 0,1-1 0,29-26 0,-31 22 0,15-14 0,-2 0 0,30-39 0,-52 57-1365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2:42.94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24575,'2'0'0,"8"0"0,7 0 0,10 2 0,19 6 0,21 9 0,17 6 0,8 6 0,-2 2 0,-10-3 0,-14-4 0,-16-6 0,-13-4 0,-11-4 0,-11-2 0,-5-3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4.93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857 308 24575,'1'0'0,"-1"-1"0,1 1 0,0-1 0,0 1 0,0-1 0,-1 0 0,1 1 0,0-1 0,-1 0 0,1 0 0,-1 1 0,1-1 0,-1 0 0,1 0 0,-1 0 0,1 0 0,-1 0 0,0 0 0,1 0 0,-1 0 0,0-1 0,6-23 0,-6 25 0,1-8 0,1 0 0,-2 1 0,1-1 0,-1 0 0,0 0 0,-1 0 0,0 0 0,0 0 0,-1 0 0,0 1 0,0-1 0,-4-8 0,2 8 0,-1 0 0,0 0 0,0 0 0,0 1 0,-1 0 0,-1 0 0,1 1 0,-1 0 0,0 0 0,-10-7 0,3 4 0,-1 0 0,0 1 0,-1 0 0,0 1 0,0 1 0,-1 0 0,1 1 0,-1 1 0,0 1 0,-1 1 0,1 0 0,0 1 0,-1 0 0,1 2 0,0 0 0,-1 1 0,1 1 0,-26 7 0,20-3 0,0 1 0,0 1 0,1 2 0,0 0 0,1 1 0,1 0 0,-1 2 0,2 1 0,0 0 0,1 2 0,1 0 0,-27 33 0,25-22 0,1 0 0,2 1 0,0 0 0,2 1 0,1 1 0,2 0 0,1 1 0,1 0 0,-6 54 0,5 9 0,4 0 0,7 100 0,0-191 0,-1 18 0,1 1 0,1 0 0,1-1 0,8 33 0,-9-49 0,0-1 0,0 1 0,0 0 0,1-1 0,0 1 0,0-1 0,1 0 0,0 0 0,-1 0 0,1-1 0,1 1 0,-1-1 0,1 0 0,0 0 0,0 0 0,0-1 0,0 0 0,1 0 0,-1 0 0,1-1 0,8 3 0,12 2 0,-1-2 0,1-1 0,0-1 0,28 0 0,107-7 0,-133 3 0,215-22-1365,-224 21-5461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5.36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70 1 24575,'1'0'0,"1"0"0,-1 1 0,0-1 0,1 1 0,-1-1 0,0 1 0,1 0 0,-1 0 0,0-1 0,0 1 0,0 0 0,0 0 0,0 0 0,0 0 0,0 0 0,0 0 0,0 0 0,0 1 0,0-1 0,-1 0 0,1 0 0,0 1 0,-1-1 0,1 0 0,-1 1 0,0-1 0,1 1 0,-1 2 0,6 46 0,-5-44 0,0 18 0,-2 44 0,0-60 0,0 1 0,-1 0 0,0-1 0,0 1 0,-1-1 0,0 0 0,-1 0 0,-6 11 0,-14 17 0,16-26 0,1 1 0,0 0 0,1 0 0,0 0 0,0 1 0,-4 15 0,10-26 0,0-1 0,-1 1 0,1 0 0,0 0 0,0 0 0,0 0 0,0-1 0,0 1 0,0 0 0,0 0 0,0 0 0,0 0 0,0-1 0,1 1 0,-1 0 0,0 0 0,1 0 0,-1-1 0,0 1 0,1 0 0,-1-1 0,1 1 0,-1 0 0,1-1 0,-1 1 0,1 0 0,0 0 0,1 0 0,0 0 0,0 0 0,0 0 0,0-1 0,0 1 0,0 0 0,0-1 0,1 1 0,-1-1 0,3 0 0,5 0 0,0 0 0,0-1 0,17-4 0,-8 0-455,-1-1 0,29-13 0,-6-1-6371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5.60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8 24575,'2'-3'0,"3"1"0,2-1 0,2 3 0,2 5 0,1 6 0,-1 5 0,0 4 0,-2 2 0,-1-3-8191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6.75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4176 24575,'47'-3'0,"1"-2"0,-1-2 0,48-14 0,-30 7 0,278-61-449,110-23-733,147-12 688,202-42 15,-15-65 296,-594 144-882,-3-9 0,-4-8 0,-4-8 0,-4-7 0,235-186 0,-277 179 1021,-6-7 0,214-249 0,156-326 71,-215 183-444,-234 398 630,-5-2 1,52-206-1,-56 126 1475,-6 23 2176,-31 157-1291,-7 32-1639,-5 4-934,0-1 0,-1 1 0,-1-2 0,-11 20 0,-54 76 0,17-37 0,-4-2 0,-3-3 0,-3-2 0,-3-4 0,-3-3 0,-3-2 0,-2-5 0,-3-3 0,-2-3 0,-2-4 0,-124 49 0,203-94 37,2 0-177,0 0 0,0 0 0,-1-1-1,1 0 1,-1 0 0,1 0 0,-1 0-1,1-1 1,-8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7.1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24575,'1'0'0,"0"1"0,1-1 0,-1 0 0,0 1 0,1-1 0,-1 1 0,0-1 0,0 1 0,1-1 0,-1 1 0,0 0 0,0 0 0,0 0 0,0-1 0,0 1 0,0 0 0,1 2 0,16 22 0,-11-13 0,51 76 0,-4 3 0,-5 1 0,-3 3 0,-5 2 0,48 165 0,-64-158 342,-23-89-684,1 1 1,-2 0 0,0 0-1,-3 24 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3:29.7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24575,'144'1'0,"25"3"0,123 8-546,160 6-1953,188 7 694,209 6 1490,206 3-231,191 9-1809,154 3 580,3450 96-2034,18-40 1076,-3853-87 2733,-90-3 0,-90-3 0,-95 1 0,-109-2 79,-121-2 240,-121-2 8,-115-2 661,5 0 1759,-218-3 2584,-103-3-3032,-68-14 0,-1-2-305,-371-13-7572,305 25 4224,-124-8 569,-63-3 599,-59-2-301,13 0-1070,-905-50 581,-6-21 766,1270 87 1180,-250-23 3283,105 2 1636,180 22-5868,16 4-21,0 0 0,0 0 1,-1 0-1,1 0 0,0 0 0,0 0 0,0 0 0,0 0 0,0 0 0,0 0 0,0 0 0,0 0 0,0-1 1,-1 1-1,1 0 0,0 0 0,0 0 0,0 0 0,0 0 0,0 0 0,0 0 0,0 0 0,0 0 0,0 0 0,0 0 1,0 0-1,-1 0 0,1 0 0,0 0 0,0-1 0,0 1 0,0 0 0,0 0 0,0 0 0,0 0 0,0 0 1,0 0-1,0 0 0,0 0 0,0-1 0,0 1 0,0 0 0,0 0 0,0 0 0,0 0 0,0 0 0,0 0 1,0 0-1,0 0 0,0 0 0,0-1 0,0 1 0,0 0 0,0 0 0,1 0 0,-1 0 0,0 0 0,0 0 1,3-1-2,1 0 0,0 0 0,0 0 1,-1 1-1,1-1 0,7 1 0,171-2 1,-4 4 0,74 6-495,70 11-1486,65 14 940,328 40-1928,243 23 2636,-5-24-176,-743-64 407,-167-7 471,-31 2 931,-15 3-346,-22 9 767,18-12-951,-411 233-90,-326 174-389,-29-66-398,736-331 176,14-3-239,1-2-1,-1 0 1,0-2 0,-1-1-1,0 0 1,-29 1 0,39-7-5446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4:33.62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1006 1295 24575,'-6'6'0,"2"-1"0,1-1 0,-1 0 0,0 0 0,0-1 0,-1 1 0,1-1 0,-1 0 0,1 0 0,-1 0 0,0-1 0,0 0 0,-6 2 0,-14 1 0,0-1 0,-1-1 0,1-2 0,-1 0 0,-32-4 0,-6 0 0,14 2 0,0-3 0,1-3 0,0-1 0,1-2 0,0-3 0,-74-29 0,101 33 0,1-1 0,0-1 0,0 0 0,1-2 0,1 0 0,0-1 0,-19-19 0,28 23 0,-1 0 0,2 0 0,-1-1 0,2 0 0,-1 0 0,2-1 0,-1 0 0,2 0 0,-1 0 0,2-1 0,0 0 0,0 0 0,-2-18 0,0-67 0,9-132 0,-2 228 0,0-15 0,0-1 0,2 1 0,0 0 0,1 0 0,1 0 0,0 1 0,1-1 0,1 1 0,18-29 0,-12 25 0,1 1 0,2 0 0,0 1 0,0 0 0,2 2 0,27-21 0,-7 10 0,2 1 0,62-29 0,84-25 0,-121 54 0,2 2 0,0 3 0,97-16 0,-146 36 0,1 0 0,-1 1 0,0 1 0,1 0 0,-1 2 0,0 0 0,0 1 0,0 1 0,-1 0 0,1 2 0,28 14 0,-16-5 0,-1 2 0,0 1 0,-1 2 0,-1 0 0,33 35 0,-42-38 0,-1 0 0,-1 1 0,-1 1 0,0 0 0,-2 1 0,0 1 0,-2 0 0,0 0 0,-1 1 0,-2 0 0,0 1 0,-1 0 0,-2 0 0,0 1 0,1 35 0,-5-20 0,-1-1 0,-2 1 0,-2-1 0,-15 66 0,14-86 0,-2 0 0,0-1 0,0 1 0,-2-1 0,0-1 0,-1 0 0,-1 0 0,0-1 0,-2-1 0,1 1 0,-21 16 0,-14 8 0,-102 66 0,-61 16 0,152-91-682,-94 37-1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4:49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3895 2092 24575,'-410'-5'93,"-2"-26"-558,99-16-1023,-206-58-427,-768-258 0,1026 269 927,8-8 449,15-16 372,207 101 502,-56-44 0,79 55-214,0-1 1,1 0-1,0 0 0,0-1 0,0 0 1,1 0-1,1-1 0,-1 0 0,1 0 1,1 0-1,-5-11 0,8 16 21,0-1-1,0 1 1,0 0 0,1-1-1,0 1 1,-1-1 0,1 1-1,1 0 1,-1-1 0,1 1-1,1-7 1,1 3 41,0-1 0,1 1 0,0 0 0,9-15 0,-2 6-183,1 1 0,0 1 0,2 0 0,-1 1 0,19-15 0,-1 5 0,0 2 0,40-22 0,4 5 0,114-43 0,225-52-546,157-2-1734,119 11 804,1425-88-2378,-1588 211 3555,-122 33-897,-312-18 1004,112 32 0,-160-32 200,-1 1 1,-1 3-1,0 1 1,-2 3-1,58 36 1,-73-38 322,0 0 1,-2 2 0,0 0-1,-1 2 1,-2 1-1,0 0 1,-2 2 0,24 39-1,-27-36 488,-1 1-1,-1 1 1,-1 0-1,-2 1 1,-1 1 0,5 36-1,-11-50-533,-2 1-1,0 1 0,-1-1 1,-1 0-1,-1 0 1,-1 0-1,-1 0 1,0 0-1,-2 0 1,0-1-1,-12 29 1,4-23-230,0-1 1,-2 0-1,-1-1 1,-1 0-1,-1-1 1,0-2-1,-2 1 1,-38 29-1,2-8-154,-2-3 0,-91 47 0,-88 27-1094,-63 7 387,-117 22-40,-6-18 0,-574 92-1,698-173 632,50-20-992,52-12-726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4:50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24575,'1'4'0,"8"15"0,13 23 0,19 29 0,23 32 0,19 31 0,17 23 0,10 9-1085,3-3 1085,-7-16 0,-16-26 0,-23-32 0,-22-32-7106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4:50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1653 5 24575,'0'-2'0,"-2"0"0,-4 1 0,-12 12 0,-22 21 0,-30 25 0,-30 27 0,-30 20 0,-31 20 0,-34 9-1278,-30 6 1278,-19-3 0,-7-14-1974,41-28-2965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4:51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24575,'2'0'0,"19"6"0,43 11 0,72 16 0,114 11 0,145 9-3276,145 1 1707,108-3 1569,58-10 0,-19-12 0,-85-11-3277,-123-8 3044,-130-7 233,-116-3 0,-98-1 164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09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448 1424 24575,'-6'0'0,"1"-2"0,0 1 0,0 0 0,0-1 0,0 0 0,0 0 0,0 0 0,1-1 0,-1 0 0,1 1 0,0-2 0,-8-6 0,-12-7 0,-2 0 0,-2 1 0,0-2 0,2-2 0,-43-38 0,48 36 0,2-1 0,0 0 0,2-2 0,-18-31 0,25 37 0,1-1 0,0 0 0,2-1 0,1 1 0,0-1 0,-4-35 0,6 18 0,1 0 0,2 0 0,6-64 0,-3 81 0,2 0 0,0 0 0,2 1 0,0 0 0,1 0 0,1 1 0,1-1 0,15-22 0,13-10 0,3 1 0,2 2 0,91-82 0,-106 107 0,2 1 0,0 1 0,2 1 0,0 2 0,1 1 0,1 1 0,41-14 0,-45 22 0,0 0 0,0 3 0,1 0 0,0 2 0,0 1 0,1 1 0,-1 2 0,0 0 0,35 7 0,-27-1 0,1 1 0,-1 2 0,47 18 0,-68-20 0,-1 0 0,-1 1 0,1 0 0,-1 1 0,0 1 0,-1 1 0,-1 0 0,1 0 0,19 24 0,-6 0 0,-1 1 0,-1 1 0,-2 2 0,33 78 0,-47-91 0,-1 1 0,-1 0 0,-2 0 0,-1 0 0,1 31 0,-6 139 0,0-182 0,0-1 0,-2 1 0,1 0 0,-2-1 0,0 1 0,-1-1 0,0 0 0,-1-1 0,-1 1 0,-10 15 0,6-12 0,-2-1 0,0-1 0,0 0 0,-2 0 0,1-2 0,-2 0 0,-17 12 0,-14 5 0,-88 42 0,-58 10 0,98-43 0,33-17 0,0-2 0,-2-4 0,-95 13 0,130-25-1365,4 0-5461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12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3625 24575,'-1'0'0,"1"0"0,-1-1 0,1 1 0,-1 0 0,1 0 0,-1 0 0,1 0 0,-1 0 0,1 0 0,-1 1 0,1-1 0,-1 0 0,1 0 0,-1 0 0,1 0 0,-1 0 0,1 1 0,-1-1 0,1 0 0,-1 0 0,1 1 0,0-1 0,-1 0 0,1 1 0,0-1 0,-1 1 0,1-1 0,0 0 0,-1 1 0,1-1 0,0 1 0,0-1 0,-1 1 0,1-1 0,0 1 0,0-1 0,0 1 0,0-1 0,0 1 0,0-1 0,0 1 0,0-1 0,0 1 0,0-1 0,0 1 0,0-1 0,0 1 0,0-1 0,0 1 0,0-1 0,1 0 0,-1 1 0,0-1 0,1 1 0,16 28 0,11 3 45,2-2 1,50 43-1,75 43-585,-140-105 398,217 143-5253,13-22 4134,-164-95 1315,2-4 0,1-3 0,1-4 0,109 19 0,-156-39-39,-1-1-1,1-2 1,0-2 0,0-2 0,48-6 0,-55 2 782,-1-2 0,1-1-1,54-22 1,-27 3 383,-1-2 0,84-59 0,94-90-1286,-154 111 106,-3-3 0,-3-4 0,-3-3 0,90-125 0,259-462-39,-357 558-347,62-102 278,424-713 86,-281 435-29,-19 33 5,-246 446 47,189-354 872,-178 323-873,-11 28 0,0-1 0,1 0 0,0 1 0,1 0 0,10-15 0,125-159 0,-140 183 0,1 0 0,-1 0 0,0-1 0,0 1 0,0-1 0,0 1 0,0-1 0,-1 0 0,1 1 0,0-1 0,-1 0 0,1 1 0,0-4 0,-2 4 0,1 1 0,0 0 0,0-1 0,-1 1 0,1 0 0,0-1 0,-1 1 0,1 0 0,0-1 0,-1 1 0,1 0 0,0 0 0,-1 0 0,1-1 0,-1 1 0,1 0 0,0 0 0,-1 0 0,1 0 0,-1 0 0,1 0 0,-1 0 0,1 0 0,0 0 0,-1 0 0,1 0 0,-1 0 0,1 0 0,0 0 0,-1 0 0,1 0 0,-1 0 0,0 1 0,-8 2 0,0 0 0,0 1 0,0 0 0,-9 5 0,-355 230 0,178-108 0,119-81 0,-116 69 0,185-117 0,9-6 0,15-13 0,215-161 0,17 18 0,-124 81 0,-98 61 0,30-18 0,-52 33 0,0 1 0,0-1 0,1 1 0,0 0 0,-1 1 0,1-1 0,0 1 0,8-1 0,-12 2 0,0 0 0,0 1 0,-1-1 0,1 0 0,0 0 0,0 1 0,0-1 0,0 1 0,-1 0 0,1-1 0,0 1 0,-1 0 0,1 0 0,-1 0 0,1 0 0,-1 0 0,3 3 0,18 28 0,-16-20 0,51 93 171,76 198 0,3 127-1878,-130-409-5119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16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3887 213 24575,'-679'-25'0,"-659"8"0,788 69 0,127 48-6575,382-89 6405,-149 50 991,158-48 2122,-55 32 0,73-36-2931,-22 13 6,-36 28 0,60-41-19,2 1-1,-1 0 1,1 0 0,1 1 0,0 0 0,1 1-1,-9 14 1,-8 27 1,-31 92 0,33-78 0,-29 69 0,-38 109 0,20 6 0,61-196 0,-5 113 0,19 55 0,-5-209 0,1 1 0,1-1 0,1 0 0,0 0 0,0-1 0,1 1 0,1 0 0,1-1 0,0 0 0,0-1 0,1 1 0,1-1 0,0 0 0,1-1 0,0 0 0,0-1 0,1 1 0,1-2 0,14 12 0,12 3 0,1-2 0,1-1 0,0-2 0,48 16 0,172 44 0,-243-75 0,129 32 0,198 24 0,-137-27 0,-105-15 0,199 10 0,607-30 0,-754-4 0,58 1 0,-202 6 0,0 0 0,0 1 0,0 0 0,0 1 0,0 0 0,-1 1 0,1-1 0,-1 1 0,0 1 0,14 10 0,5 6 0,38 38 0,-41-36 0,-20-19 0,-1 1 0,1 0 0,-1 0 0,1 0 0,-2 0 0,1 0 0,0 1 0,-1-1 0,0 1 0,0 0 0,-1-1 0,0 1 0,1 12 0,0 8 0,-3 50 0,-1-52 0,0 4 0,-1 0 0,-2-1 0,0 1 0,-11 28 0,-45 103 0,16-44 0,-46 149 0,22 7 0,45-147 0,-36 267 0,37-155 0,-3 28 0,22-177 0,7 90 0,-2-173 0,0 1 0,1-1 0,-1 0 0,1 0 0,0 0 0,0 0 0,0 0 0,0 0 0,1-1 0,-1 1 0,1-1 0,0 1 0,0-1 0,0 0 0,8 5 0,5 4 0,37 20 0,-50-30 0,14 7 0,1-1 0,0-1 0,1-1 0,-1 0 0,37 5 0,104 4 0,-120-12 0,1233 41-718,-1252-44 790,-1-1-1,1 0 1,-1-2 0,22-5 0,-31 5-36,-1 0 0,1-1 0,-1 0 0,0 0 0,0-1 0,-1-1-1,1 1 1,-1-1 0,12-12 0,-8 6-36,-1-1 0,0 0 0,-1-1 0,-1 0 0,0-1 0,12-26 0,-3-4 0,14-51 0,-15 30 0,15-136 0,-11 46 0,94-400 0,-103 504 0,39-146 0,-39 164 0,0-1 0,3 2 0,28-51 0,2 6 0,-15 26 0,52-70 0,-76 117 0,-1 0 0,1 1 0,0 0 0,0 1 0,0-1 0,0 1 0,1 0 0,-1 1 0,1 0 0,0 0 0,9-2 0,14-5 0,436-128 0,44 25 0,-383 86 0,12-7 0,-1-7 0,187-80 0,-288 101 0,0 0 0,64-48 0,-9 4 0,-74 54 0,-1-2 0,0 0 0,-1-2 0,0 1 0,-1-2 0,0 0 0,15-20 0,88-136 0,-90 129 0,-2-2 0,-1 0 0,-3-2 0,-1-1 0,-3 0 0,-1-1 0,12-59 0,-21 66 0,-1-1 0,1-55 0,-6-83 0,-2 137 0,-3-15 0,-1 1 0,-3-1 0,-21-80 0,5 57 0,-56-132 0,62 175 0,-2 1 0,-2 1 0,-1 0 0,-1 2 0,-3 1 0,0 1 0,-2 1 0,-1 1 0,-1 2 0,-63-45 0,-18-1 0,-3 4 0,-3 5 0,-3 5 0,-175-59 0,108 58 0,-2 9 0,-261-37 0,240 58 0,-333-6 0,431 38 0,0 6 0,-147 27 0,-210 79-3507,221-51 6591,124-32-2661,112-29-248,10-2-303,-1 1-1,1-1 1,-1 1 0,1-1-1,0 1 1,-1 0 0,1 0-1,0 0 1,-1 0 0,1 1-1,-3 1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26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1041 36 24575,'-5'0'0,"-1"-1"0,1 0 0,-1-1 0,1 1 0,0-1 0,-6-3 0,-10-2 0,6 2-337,-1 1 0,0 1-1,-1 1 1,1 0 0,0 1 0,-1 1-1,1 1 1,-1 0 0,1 1-1,0 0 1,0 2 0,0 0 0,0 0-1,0 2 1,1 0 0,0 1 0,1 0-1,-1 1 1,-18 14 0,14-8-352,1 0 1,0 1-1,1 1 1,1 0 0,-21 28-1,28-32 691,1 1-1,0 1 0,-8 21 1,11-22 773,0-1 0,2 1 1,0 1-1,-3 19 0,4 0-44,1 0 0,1 1 0,2-1 0,11 61 0,47 128 2608,-25-104-3339,22 138 0,-45-177 0,-3 1 0,-4 146 0,-8-183 0,-3 1 0,-1-1 0,-2-1 0,-2 1 0,-2-2 0,-2 1 0,-31 61 0,20-54 0,-3 0 0,-1-2 0,-3-1 0,-2-2 0,-57 57 0,80-88 0,-2-1 0,1 0 0,-2-1 0,1 0 0,-1-1 0,-1-1 0,0-1 0,-19 8 0,33-16 0,-1 1 0,0 0 0,0-1 0,1 0 0,-1 0 0,0 0 0,0 0 0,0 0 0,0 0 0,1-1 0,-1 1 0,0-1 0,0 0 0,-3-2 0,-35-21 0,20 10 0,21 13 0,-1 1 0,0-1 0,1 1 0,-1-1 0,1 1 0,-1 0 0,0-1 0,1 1 0,-1 0 0,0 0 0,1 0 0,-1-1 0,0 1 0,0 0 0,1 0 0,-1 0 0,0 0 0,0 0 0,1 0 0,-1 0 0,0 0 0,1 1 0,-1-1 0,0 0 0,0 0 0,1 1 0,-1-1 0,1 0 0,-1 1 0,0-1 0,1 0 0,-2 2 0,1-1 0,0 1 0,0 0 0,0 0 0,0 0 0,0 0 0,0 0 0,1 0 0,-1 0 0,1 0 0,0 0 0,-1 3 0,0 9 0,1 0 0,3 21 0,24 118 0,-4-28 0,14 187 0,-1-10 0,23 55 0,8 68 0,-60-374 0,12 50 0,-13-81 0,0-1 0,1 0 0,0 0 0,2-1 0,17 27 0,-20-34 0,1-1 0,1-1 0,0 0 0,0 0 0,0 0 0,20 14 0,-20-18 0,0 0 0,1-1 0,0 0 0,0 0 0,0-1 0,0 0 0,0 0 0,1-1 0,12 1 0,148 5-1365,-114-8-5461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36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673 4 24575,'0'0'0,"0"0"0,0 0 0,0 0 0,0 0 0,-1 0 0,1 0 0,0 0 0,0 0 0,0 0 0,0 0 0,0 0 0,0 0 0,0 0 0,0 0 0,0 0 0,0 0 0,0 0 0,0 0 0,0 0 0,0 0 0,0 0 0,-1 0 0,1 0 0,0 0 0,0 0 0,0-1 0,0 1 0,0 0 0,0 0 0,0 0 0,0 0 0,0 0 0,0 0 0,0 0 0,0 0 0,0 0 0,0 0 0,0 0 0,0 0 0,0 0 0,0-1 0,0 1 0,0 0 0,0 0 0,0 0 0,0 0 0,0 0 0,0 0 0,0 0 0,0 0 0,0 0 0,0 0 0,0 0 0,0 0 0,1 0 0,-1 0 0,0 0 0,0-1 0,0 1 0,0 0 0,0 0 0,0 0 0,0 0 0,-10 2 0,-13 4 0,-31 15 0,-218 95 0,241-100 0,-1 1 0,2 2 0,0 1 0,-51 47 0,21-18 0,21-18 0,38-30 0,0 0 0,0 0 0,1-1 0,-1 1 0,0 0 0,0 0 0,1 0 0,-1 0 0,1 0 0,-1 0 0,1 0 0,0 1 0,-1-1 0,1 0 0,0 0 0,-1 0 0,1 0 0,0 0 0,0 1 0,0-1 0,0 0 0,0 0 0,1 0 0,-1 0 0,0 0 0,0 1 0,1-1 0,-1 0 0,1 0 0,-1 0 0,1 0 0,-1 0 0,1 0 0,0 0 0,-1 0 0,1 0 0,0-1 0,0 1 0,1 1 0,5 5 0,0 0 0,1-1 0,14 10 0,-16-12 0,32 23 0,1-3 0,1-1 0,1-2 0,81 29 0,85 15 0,-144-48 0,86 11 0,-147-28 0,-1 0 0,0 1 0,1-1 0,-1 0 0,1 0 0,-1 0 0,1 0 0,-1 0 0,1 0 0,-1-1 0,0 1 0,1 0 0,-1-1 0,0 1 0,1-1 0,-1 0 0,0 1 0,1-1 0,-1 0 0,0 0 0,0 0 0,0 1 0,1-3 0,-1 2 0,0-1 0,0 0 0,0 1 0,-1-1 0,1 0 0,-1 0 0,1 1 0,-1-1 0,0 0 0,0 0 0,0 0 0,0 0 0,0 0 0,0 1 0,-1-4 0,-2-7 0,0 0 0,-1 0 0,0 0 0,-7-12 0,10 21 0,-31-65 0,-74-180 0,92 208 0,1-1 0,3-1 0,-9-66 0,16 86-1365,0 6-5461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03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24575,'0'-1'0,"0"1"0,0-1 0,1 1 0,-1-1 0,0 1 0,1-1 0,-1 1 0,0-1 0,1 1 0,-1-1 0,1 1 0,-1 0 0,1-1 0,-1 1 0,1 0 0,-1-1 0,1 1 0,-1 0 0,1 0 0,0-1 0,-1 1 0,1 0 0,-1 0 0,1 0 0,0 0 0,-1 0 0,2 0 0,21-2 0,-19 2 0,440-2 0,-231 4 0,-83-2-21,1357 15-1072,-81-5 1990,-850-12-680,-45 2-1582,-457 0-5461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04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1140 56 24575,'-3'1'0,"1"0"0,-1 0 0,0 0 0,1 1 0,-1-1 0,1 1 0,-1 0 0,-3 3 0,-2 1 0,-413 245 0,379-228 0,-465 234-6485,443-225 6225,47-25 234,13-5 25,-1-1 0,1 1 0,0 0 0,0 1 0,0-1 0,0 0 0,0 1 0,0 0 0,1 0-1,-1 0 1,-4 7 0,7-9 1,1-1 0,0 0 0,0 1 0,0-1 0,0 1 0,0-1 0,0 1 0,-1-1 0,1 1 0,0-1 0,0 0 0,0 1 0,0-1 0,1 1 0,-1-1 0,0 1 0,0-1 0,0 0 0,0 1 0,0-1 0,0 1 0,1-1 0,-1 1 0,0-1 0,0 0 0,1 1 0,-1-1 0,0 0 0,1 1 0,-1-1 0,0 0 0,1 0 0,-1 1 0,0-1 0,1 0 0,-1 0 0,1 1 0,-1-1 0,1 0 0,20 6 0,-20-5 0,80 13 1509,98 6 0,85-9 2152,-224-10-3556,529 2-105,-569-3 0,1 0 0,-1 1 0,1-1 0,-1 0 0,1 0 0,-1 0 0,1-1 0,-1 1 0,1 0 0,0 0 0,-1 0 0,1 0 0,-1 0 0,1-1 0,-1 1 0,1 0 0,-1 0 0,0-1 0,1 1 0,-1 0 0,1-1 0,-1 1 0,1 0 0,-1-1 0,0 1 0,1-1 0,-1 1 0,0-1 0,0 1 0,1 0 0,-1-1 0,0 1 0,0-1 0,0 0 0,1 1 0,-1-1 0,0 1 0,0-1 0,0 1 0,0-1 0,0 1 0,0-1 0,0 1 0,0-1 0,0 1 0,0-1 0,-1 0 0,-12-29 0,9 23 0,-15-29 0,3-2 0,1 0 0,2 0 0,1-2 0,-11-70 0,14 34 0,4 0 0,4-91 0,1 84-1365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5:46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1155 78 24575,'-14'1'0,"1"1"0,-1 1 0,1 0 0,-1 1 0,1 0 0,0 1 0,1 1 0,-1 0 0,-16 10 0,-17 8 0,-147 62 0,-206 109 0,370-175 0,0 2 0,2 1 0,0 2 0,-39 46 0,-16 15 0,51-58 0,19-19 0,1 1 0,0 0 0,0 1 0,1 0 0,-10 15 0,20-25 0,-1 0 0,1 0 0,0 0 0,0-1 0,-1 1 0,1 0 0,0 0 0,0 0 0,0 0 0,0 0 0,0 0 0,0 0 0,0 0 0,0 0 0,0-1 0,0 1 0,1 0 0,-1 0 0,0 0 0,1 0 0,-1 0 0,1-1 0,-1 1 0,1 0 0,-1 0 0,1-1 0,-1 1 0,1 0 0,0-1 0,-1 1 0,1 0 0,0-1 0,-1 1 0,1-1 0,0 0 0,0 1 0,0-1 0,-1 1 0,1-1 0,2 0 0,5 4 0,1-1 0,0 0 0,11 2 0,-12-3 0,165 42 0,388 85 0,-534-123 0,-10-3 0,0 1 0,1-2 0,-1 0 0,27-2 0,-42 0 0,-1 0 0,1-1 0,-1 1 0,0-1 0,0 0 0,1 1 0,-1-1 0,0 0 0,0 0 0,0 0 0,0 0 0,0 0 0,0 0 0,0 0 0,0 0 0,0 0 0,0 0 0,0 0 0,-1 0 0,1-1 0,-1 1 0,1 0 0,-1-1 0,1 1 0,0-3 0,6-44 0,-5 28 0,12-65 0,23-110 0,-21 131-1511,-2-1-1,-3 0 1,4-104 0,-16-8 675,-1 90 2883,2 68-5404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16:01.2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0 330,'845'-34,"-21"-39,-817 72,1929-215,-1910 213,-1 2,1 0,31 3,-45-1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16:04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1 542,'0'0,"0"0,0 0,0 0,0 0,0 0,0-1,0 1,0 0,0 0,0 0,0 0,0 0,0 0,0-1,0 1,0 0,0 0,0 0,0 0,0 0,0 0,0-1,0 1,0 0,0 0,0 0,0 0,0 0,0 0,0 0,0-1,0 1,1 0,-1 0,0 0,0 0,0 0,0 0,0 0,0 0,0 0,1 0,-1 0,0 0,0 0,0-1,0 1,0 0,0 0,1 0,12-3,17-1,620-34,-260 19,3-6,60-9,55-6,1992-208,-2196 212,306-27,-5 37,900 31,-1465-5,-10-1,-1 2,35 4,-62-5,-1 1,1-1,0 0,-1 1,1-1,-1 1,1-1,0 1,-1 0,0-1,1 1,-1 0,1 0,-1 0,0 0,2 3,-2-3,-1 0,1 0,-1 0,0 0,1 0,-1 0,0 0,0 0,0 0,0 0,0 0,0 0,0 0,0 0,0 0,-1 0,1 0,0 0,-1 2,-3 3,0 1,0-1,0 0,-1 0,-8 8,12-12,-41 38,31-31,1 1,0 0,1 0,0 1,0 0,1 1,-8 14,9-13,-1 0,0-1,-1 0,-1-1,0 0,0 0,-1-1,-1 0,1-1,-1 0,-1-1,0 0,-15 6,-24 9,-1-2,-57 15,104-35,-89 25,-1-5,-169 15,-206-16,174-16,-63-5,-67-4,-68-6,-951-57,-205-6,1354 70,-60 12,328-6,21-3,1 1,-1 0,0 1,0 0,1 0,-1 1,1 0,-1 0,1 1,-8 3,15-6,0 0,0 0,0 0,0 0,0 0,0 0,-1 0,1 1,0-1,0 0,0 0,0 0,0 0,0 0,0 0,0 1,-1-1,1 0,0 0,0 0,0 0,0 1,0-1,0 0,0 0,0 0,0 0,0 0,0 1,0-1,0 0,0 0,0 0,0 0,0 1,0-1,1 0,-1 0,0 0,10 7,17 1,0-1,0 0,52 4,-29-5,204 23,141 2,156 0,151-3,123-7,3435 4,-4055-27,-101 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6:14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2032 1465 24575,'3'1'0,"1"1"0,0 0 0,0 1 0,1-1 0,-2 1 0,8 6 0,-10-8 0,-1-1 0,1 1 0,-1 0 0,1-1 0,-1 1 0,1 0 0,-1-1 0,0 1 0,0 0 0,1 0 0,-1-1 0,0 1 0,0 0 0,0 0 0,0 0 0,0-1 0,0 1 0,0 0 0,0 0 0,0 0 0,0-1 0,0 1 0,0 0 0,-1 0 0,1-1 0,0 1 0,-1 0 0,1 0 0,0-1 0,-1 1 0,1 0 0,-1-1 0,1 1 0,-1-1 0,1 1 0,-1-1 0,0 1 0,1-1 0,-1 1 0,0-1 0,1 1 0,-1-1 0,0 0 0,-1 1 0,-5 3 0,0 0 0,-1 0 0,1-1 0,-1 0 0,0-1 0,-11 3 0,-52 6 0,45-8 0,-351 24 0,-1-27 0,161-2 0,190 1 0,1-2 0,-1-1 0,1-1 0,0-1 0,0-1 0,1-1 0,-47-22 0,-10-9 0,1-4 0,3-4 0,1-2 0,3-4 0,-89-82 0,146 120 0,1-1 0,-27-34 0,38 44 0,1-1 0,0 0 0,0 0 0,0 0 0,1 0 0,0-1 0,0 1 0,1-1 0,0 0 0,1 0 0,-2-14 0,3 9 0,0-1 0,1 1 0,0-1 0,1 1 0,1 0 0,0 0 0,0 0 0,2 0 0,-1 1 0,2-1 0,0 1 0,0 0 0,1 1 0,13-18 0,7-4 0,2 2 0,1 0 0,1 2 0,38-27 0,151-89 0,-106 82-129,3 5 0,154-53-1,259-41-258,-450 135 388,0 3 0,1 4 0,163 0 0,-213 11 17,133 8 405,-132-5-338,1 1 1,-1 1-1,31 11 0,-56-14-84,-1 0 0,0 0 0,1 0 0,-1 1 0,-1 0 0,1 0 0,0 1 0,-1-1 0,0 1 0,0 0 0,0 1 0,-1-1 0,0 1 0,0 0 0,0 0 0,2 7 0,5 11 0,-1 0 0,12 50 0,-20-66 0,7 27 0,-2-1 0,-1 2 0,-2-1 0,-1 0 0,-2 1 0,-2 0 0,0-1 0,-3 1 0,-1-1 0,-2 0 0,-1-1 0,-1 1 0,-15 32 0,-9 8 0,-3-2 0,-3-1 0,-4-2 0,-2-2 0,-3-2 0,-4-3 0,-1-1 0,-4-3 0,-2-3 0,-100 75 0,125-106 0,-1-3 0,-1 0 0,-1-3 0,-1-1 0,0-1 0,-1-3 0,-1-1 0,-48 10 0,14-9-1365,40-8-5461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6:17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5987 2223 24575,'-1'1'0,"1"0"0,-1 0 0,1 0 0,-1 0 0,1 0 0,-1 0 0,0 0 0,0 0 0,1 0 0,-1-1 0,0 1 0,0 0 0,0 0 0,0-1 0,0 1 0,0 0 0,0-1 0,0 1 0,0-1 0,-2 1 0,-24 9 0,27-10 0,-74 18 0,0-3 0,-84 6 0,122-17 0,-1095 72 0,-6-72 0,602-6 0,39 3 0,-549-2 0,1012 1 0,0-2 0,0 0 0,0-2 0,1-2 0,0-1 0,0-1 0,-41-17 0,-24-22 0,2-4 0,-156-111 0,216 136 0,2-2 0,1-1 0,1-2 0,1-1 0,2-1 0,2-1 0,1-2 0,-32-58 0,40 56 0,2 0 0,1 0 0,-14-68 0,13 49 0,-31-125 0,-25-198 0,67 349 0,2-1 0,0 1 0,5-48 0,-1 66 0,0 0 0,0 0 0,1 0 0,1 0 0,0 1 0,1-1 0,1 1 0,-1 0 0,2 1 0,0-1 0,10-12 0,-1 7 0,1 1 0,0 0 0,1 1 0,1 1 0,0 1 0,1 1 0,0 1 0,28-12 0,128-45 0,74-2-546,77 3-1659,274-26 692,3 27 1,623 12-1,-683 73 541,-8 57 448,119 84 2811,-392-91-1353,-31-10-549,218 56-564,-11 18 1861,-406-122-1475,113 43-153,-125-44 108,-1 0 0,0 1-1,-1 0 1,29 24-1,-37-24-72,0-1-1,-1 1 1,-1 1 0,0 0-1,0 1 1,-1-1-1,-1 2 1,0-1-1,0 1 1,-2 0-1,0 0 1,0 0 0,-1 1-1,-1 0 1,2 18-1,-2 12 210,-1 0-1,-3-1 1,-10 83-1,2-67-869,-2 0-1,-2 0 0,-4-1 0,-1 0 1,-38 77-1,34-92 143,-2 0 1,-2-2-1,-2-1 1,-2-1-1,-1-1 1,-2-2-1,-45 39 1,15-23 429,-3-3 0,-2-2 0,-128 65 0,89-61 0,-223 73 0,316-120 31,-16 5 55,-1 0 0,-1-3-1,1 0 1,-1-2 0,-36 1 0,37-10 4063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5:06.93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24575,'55'6'0,"-10"-1"0,386 7-40,-310-12-353,2326-8-5078,-2116 5 5550,-208 3 2151,182 21 0,-273-16-9056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7:25.05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15 37 24575,'-12'-12'0,"11"12"0,1 0 0,0-1 0,0 1 0,0 0 0,0 0 0,-1-1 0,1 1 0,0 0 0,0-1 0,0 1 0,0 0 0,0-1 0,0 1 0,0 0 0,0 0 0,0-1 0,0 1 0,0 0 0,0-1 0,0 1 0,0 0 0,0-1 0,0 1 0,0 0 0,1 0 0,-1-1 0,0 1 0,0 0 0,0-1 0,2 0 0,1 0 0,-1-1 0,0 1 0,0 0 0,1 1 0,-1-1 0,1 0 0,-1 1 0,1-1 0,-1 1 0,1 0 0,4 0 0,194-5 0,-107 5 0,271-1-546,187 0-2029,180 2 466,140-1 1718,3757 59-8187,-3816-32 7108,-67 2 1076,-100-1 281,-127-5 438,-136-5 1087,-127-8-1059,-106-7 629,-69-5 3931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7:25.45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966 0 24575,'30'16'0,"57"39"0,-33-20 0,287 172 0,61 39 0,-389-237 0,-6-5 0,0 0 0,0 1 0,0 0 0,-1 1 0,10 9 0,-16-14 0,1-1 0,-1 1 0,0-1 0,1 1 0,-1-1 0,0 1 0,1-1 0,-1 1 0,0-1 0,0 1 0,1-1 0,-1 1 0,0 0 0,0-1 0,0 1 0,0 0 0,0-1 0,0 1 0,0-1 0,0 1 0,0 0 0,0-1 0,0 1 0,0-1 0,0 1 0,-1 0 0,1-1 0,0 1 0,0-1 0,-1 1 0,0 0 0,-18 13 0,-76 29 0,54-26 0,-601 264-809,70-29-489,272-125-1077,25-10-1334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7:26.85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507 287 24575,'0'0'0,"0"0"0,1-1 0,-1 1 0,0 0 0,1 0 0,-1 0 0,0 0 0,1-1 0,-1 1 0,0 0 0,1 0 0,-1-1 0,0 1 0,1 0 0,-1-1 0,0 1 0,0 0 0,0 0 0,1-1 0,-1 1 0,0-1 0,0 1 0,0 0 0,0-1 0,1 1 0,-1 0 0,0-1 0,0 1 0,0-1 0,0 1 0,0 0 0,0-1 0,0 1 0,0-1 0,0 1 0,0 0 0,-1-1 0,1 1 0,0 0 0,0-1 0,0 1 0,0-1 0,-1 1 0,1 0 0,0-1 0,0 1 0,-1-1 0,-10-21 0,10 20 0,-76-118 0,66 105 0,-1 0 0,0 1 0,-1 1 0,-1 0 0,-25-18 0,32 27 0,1 0 0,0 1 0,-1 0 0,0 1 0,1 0 0,-1 0 0,0 0 0,0 1 0,-1-1 0,1 2 0,0-1 0,0 1 0,0 0 0,0 1 0,-1 0 0,1 0 0,0 0 0,0 1 0,0 0 0,0 0 0,1 1 0,-1 0 0,1 0 0,-1 1 0,1-1 0,0 1 0,1 1 0,-1-1 0,1 1 0,-1 0 0,1 0 0,1 1 0,-1-1 0,1 1 0,-5 8 0,-4 11 0,1-1 0,1 2 0,1 0 0,1 0 0,1 0 0,2 1 0,1 0 0,-3 41 0,3 22 0,9 111 0,-4-187 0,1-1 0,1 0 0,0 0 0,1-1 0,8 25 0,-8-30 0,0-1 0,1 0 0,-1 0 0,1 0 0,0 0 0,1 0 0,0-1 0,-1 0 0,2 0 0,-1 0 0,0-1 0,11 7 0,1-2 0,1 0 0,0 0 0,1-2 0,0-1 0,0 0 0,0-1 0,0-1 0,30 2 0,18-2 0,79-5 0,-60-2 0,-59 3-1365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7:47.44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1365 13 24575,'0'-1'0,"0"1"0,0 0 0,0 0 0,0 0 0,0 0 0,-1 0 0,1 0 0,0 0 0,0 0 0,0-1 0,0 1 0,0 0 0,0 0 0,0 0 0,0 0 0,0 0 0,0-1 0,0 1 0,0 0 0,0 0 0,0 0 0,0 0 0,0 0 0,0-1 0,0 1 0,0 0 0,0 0 0,0 0 0,0 0 0,0 0 0,0-1 0,0 1 0,0 0 0,0 0 0,0 0 0,0 0 0,0 0 0,0 0 0,0-1 0,0 1 0,1 0 0,-1 0 0,0 0 0,0 0 0,0 0 0,0 0 0,0 0 0,11-4 0,12 2 0,313 1 0,-163 2 0,-119 1 0,-1 3 0,0 2 0,-1 2 0,88 27 0,-120-31 0,-12-3 0,0 0 0,-1 0 0,1 0 0,-1 1 0,0 0 0,0 0 0,0 1 0,0 0 0,-1 0 0,1 1 0,-1 0 0,0 0 0,9 10 0,3 7 0,-1 2 0,-1-1 0,0 2 0,-2 0 0,-1 1 0,-2 0 0,0 1 0,-1 0 0,-2 1 0,-1 0 0,-1 0 0,-2 0 0,0 1 0,-1 32 0,-3-29 0,-5 82 0,4-100 0,-2 0 0,0 0 0,0 0 0,-1 0 0,-12 25 0,3-14 0,5-6 0,-1-2 0,0 1 0,-2-1 0,-22 27 0,6-15 0,-1-1 0,-2-2 0,-1-1 0,-1-2 0,-1-1 0,-1-1 0,0-2 0,-61 24 0,54-26 0,-125 45 0,134-52 0,0-1 0,-1-2 0,-44 3 0,-270 47 0,113-14 0,175-35 0,-121 0 0,159-10 0,0 0 0,0-1 0,0-2 0,1 0 0,-21-8 0,-94-45 0,86 32 0,2-1 0,1-3 0,1-1 0,-47-44 0,19 7 0,-88-106 0,139 145 0,17 22 0,0 0 0,0 0 0,0 0 0,-1 1 0,0 0 0,0 0 0,-14-9 0,20 15 0,0-1 0,0 1 0,-1 0 0,1 0 0,0 0 0,0 0 0,0 0 0,0 0 0,-1 0 0,1 0 0,0 0 0,0 0 0,0 0 0,0 0 0,-1 0 0,1 0 0,0 0 0,0 0 0,0 0 0,0 1 0,0-1 0,-1 0 0,1 0 0,0 0 0,0 0 0,0 0 0,0 0 0,0 0 0,-1 0 0,1 1 0,0-1 0,0 0 0,0 0 0,0 0 0,0 0 0,0 0 0,0 1 0,0-1 0,0 0 0,0 0 0,0 0 0,-1 1 0,-1 11 0,3 13 0,26 113 0,-11-66 0,-11-46 0,42 177 0,-47-202 0,0-1 0,1 1 0,-1-1 0,0 1 0,0-1 0,0 1 0,0-1 0,0 0 0,0 1 0,1-1 0,-1 1 0,0-1 0,0 1 0,0-1 0,1 0 0,-1 1 0,0-1 0,1 1 0,-1-1 0,0 0 0,1 0 0,-1 1 0,1-1 0,0 1 0,2-12 0,-1-25 0,-2 34 0,1-81 0,-19-166 0,13 231 0,4 15 0,0 0 0,0 0 0,0 0 0,1 0 0,-1 0 0,1 0 0,0-3 0,0 5 0,0 0 0,0 0 0,1 0 0,-1 0 0,0 1 0,1-1 0,-1 0 0,0 1 0,1-1 0,-1 0 0,1 0 0,0 1 0,-1-1 0,1 1 0,-1-1 0,1 1 0,0-1 0,0 1 0,-1-1 0,1 1 0,0-1 0,0 1 0,-1 0 0,1 0 0,0-1 0,0 1 0,0 0 0,-1 0 0,1 0 0,1 0 0,34-4 0,-1 2 0,60 5 0,-25-1 0,-59-2 39,-2 0-195,1-1 0,-1 2 0,1-1 0,-1 2 0,0-1 0,0 1 0,1 0 0,11 5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7:51.53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24575,'921'0'-1365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8:29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242 1 24575,'2'11'0,"0"0"0,1 1 0,0-1 0,0 0 0,2 0 0,-1-1 0,1 1 0,11 16 0,3 7 0,1 7 0,91 208 0,-99-214 0,-1 0 0,-2 1 0,-1 0 0,-2 1 0,3 52 0,-9-74 0,2 60 0,-10 106 0,6-170-58,-1 1-1,0-1 1,0 1-1,-2-1 1,1 0-1,-1-1 1,-1 1-1,0-1 1,0 0-1,-1 0 1,0-1-1,-1 0 1,-16 15-1,-1-2-555,-2-1-1,0-2 1,-47 27 0,14-17-2503,42-22 3013,0-1 0,-1 0 0,1-2-1,-1 0 1,-38 2 0,25-5-1069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8:13.2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11 24575,'1'0'0,"-1"-1"0,0 1 0,0-1 0,0 1 0,1-1 0,-1 1 0,0-1 0,0 1 0,1-1 0,-1 1 0,0-1 0,1 1 0,-1-1 0,1 1 0,-1-1 0,1 1 0,-1 0 0,0-1 0,1 1 0,0 0 0,-1 0 0,1-1 0,-1 1 0,1 0 0,-1 0 0,1 0 0,-1-1 0,1 1 0,0 0 0,-1 0 0,1 0 0,-1 0 0,1 0 0,0 0 0,-1 0 0,1 1 0,-1-1 0,1 0 0,-1 0 0,1 0 0,0 1 0,25 8 0,-17 0 0,0 0 0,0 0 0,0 1 0,-1 0 0,-1 0 0,13 23 0,29 72 0,-45-95 0,74 223-703,-71-209 41,0 2-6164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8:14.1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0 101 24575,'1'0'0,"-1"-1"0,0 1 0,0 0 0,0 0 0,0 0 0,1 0 0,-1 0 0,0 0 0,0 0 0,0 0 0,0 0 0,1 0 0,-1 0 0,0 0 0,0 0 0,0 0 0,0 0 0,1 0 0,-1 0 0,0 0 0,0 0 0,0 0 0,1 0 0,-1 0 0,0 0 0,0 0 0,0 0 0,0 0 0,1 0 0,-1 0 0,0 0 0,0 1 0,0-1 0,0 0 0,0 0 0,1 0 0,-1 0 0,0 0 0,0 1 0,0-1 0,0 0 0,0 0 0,0 0 0,0 0 0,0 1 0,0-1 0,0 0 0,10 10 0,-10-10 0,96 117 0,-72-86 0,-19-26 0,-1 0 0,1 0 0,0-1 0,0 1 0,0-1 0,1 0 0,-1 0 0,1-1 0,9 5 0,-13-7 0,0-1 0,0 1 0,-1 0 0,1-1 0,0 1 0,0-1 0,0 0 0,0 0 0,0 1 0,0-1 0,0 0 0,0-1 0,0 1 0,0 0 0,0-1 0,0 1 0,0-1 0,0 1 0,0-1 0,-1 0 0,1 0 0,0 0 0,0 0 0,-1 0 0,1 0 0,-1 0 0,1-1 0,-1 1 0,1-1 0,-1 1 0,0-1 0,0 1 0,0-1 0,0 0 0,2-3 0,5-12 81,-1 0-1,-1-1 1,8-34-1,3-58-823,-12 74-201,0 3-5882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8:22.7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235 0 24575,'-3'0'0,"-77"3"0,71-2 0,0 1 0,0 0 0,1 0 0,-1 0 0,1 1 0,-16 7 0,22-8 0,-1 0 0,1 0 0,0 0 0,-1 0 0,1 0 0,0 0 0,0 1 0,0-1 0,0 1 0,1 0 0,-1-1 0,1 1 0,0 0 0,-1 0 0,1 0 0,-1 4 0,-1 6 0,1 1 0,-2 20 0,0 2 0,-5 9 0,2-12 0,1 0 0,2 0 0,0 42 0,5 24-1365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8:23.3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24575,'0'11'0,"1"-1"0,1 1 0,0 0 0,0-1 0,1 1 0,1-1 0,4 11 0,39 69 0,-36-70 0,-5-9 0,-3-4 0,0-1 0,1 0 0,0 1 0,0-1 0,0-1 0,0 1 0,1-1 0,0 0 0,0 0 0,8 6 0,-11-11 0,-1 1 0,1-1 0,0 1 0,0-1 0,0 0 0,0 0 0,0 0 0,-1 0 0,1 0 0,0 0 0,0-1 0,0 1 0,-1 0 0,1-1 0,0 0 0,0 1 0,-1-1 0,1 0 0,0 0 0,-1 0 0,1 0 0,-1 0 0,2-2 0,7-4 0,-1-1 0,12-13 0,-11 10 0,4-3 79,66-59-1523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8:36.0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24575,'1'2'0,"0"0"0,1 0 0,-1-1 0,1 1 0,0 0 0,-1-1 0,1 1 0,0-1 0,0 0 0,0 0 0,0 1 0,0-1 0,0-1 0,0 1 0,4 1 0,3 2 0,69 38 0,-1 3 0,138 110 0,-212-153 0,0 0 0,0 0 0,0 0 0,-1 1 0,1-1 0,-1 1 0,1 0 0,-1-1 0,0 1 0,0 0 0,0 0 0,-1 1 0,1-1 0,-1 0 0,1 1 0,-1-1 0,0 0 0,-1 1 0,1 0 0,0-1 0,-1 1 0,0-1 0,0 1 0,0 3 0,-8 360 0,8-358 0,1 0 0,0-1 0,1 1 0,-1-1 0,2 1 0,-1-1 0,1 0 0,0 0 0,1 0 0,0 0 0,0-1 0,1 1 0,0-1 0,10 11 0,-6-9 0,2 1 0,-1-2 0,1 1 0,0-2 0,1 1 0,0-1 0,0-1 0,22 8 0,42 10 0,0-3 0,1-3 0,91 9 0,-164-27 0,0 0 0,1 1 0,-1 0 0,0 0 0,1 0 0,7 3 0,-12-4 0,1 1 0,-1-1 0,0 0 0,1 0 0,-1 0 0,0 1 0,1-1 0,-1 0 0,0 1 0,0-1 0,1 0 0,-1 0 0,0 1 0,0-1 0,0 1 0,0-1 0,1 0 0,-1 1 0,0-1 0,0 0 0,0 1 0,0-1 0,0 0 0,0 1 0,0-1 0,0 1 0,0 1 0,-1-1 0,1 0 0,-1 0 0,1 0 0,-1 0 0,0 0 0,0 0 0,1 0 0,-1 0 0,0 0 0,0 0 0,-1 1 0,-23 21 0,1 1 0,1 1 0,-27 39 0,41-51 0,1 1 0,0 1 0,1 0 0,0 0 0,1 0 0,1 0 0,0 1 0,2 0 0,-3 20 0,2 29 0,7 100 0,-1 23 0,-3-162 0,-2 0 0,-1 0 0,-1 0 0,-1-1 0,-9 27 0,12-44 0,0 0 0,0 0 0,-1-1 0,0 1 0,0-1 0,-1 0 0,0 0 0,0 0 0,-1-1 0,0 1 0,0-2 0,0 1 0,-1 0 0,0-1 0,0 0 0,0-1 0,0 0 0,-1 0 0,0 0 0,0-1 0,-11 3 0,-23 4-341,-1-1 0,-1-2-1,-46 0 1,29-3-6485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5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24575,'2'0'0,"7"0"0,13 0 0,23 0 0,28 0 0,29 0 0,25 0 0,10 0 0,-5 2 0,-20 1 0,-23 1 0,-26 1-8191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6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404 1 24575,'-1'0'0,"-1"0"0,1 0 0,-1 1 0,1-1 0,0 1 0,-1-1 0,1 1 0,0-1 0,-1 1 0,1 0 0,0-1 0,-1 1 0,1 0 0,0 0 0,0 0 0,0 0 0,0 0 0,0 0 0,0 0 0,0 1 0,0-1 0,1 0 0,-1 1 0,-1 1 0,-1 5 0,0 0 0,1 0 0,-3 11 0,3-12 0,-51 289 0,27-135 0,-144 686-753,119-603 640,40-192 113,-35 216 0,45-266 2,1 0 0,0 0 0,0 0 0,0 0 0,0-1 0,0 1 0,0 0 0,1 0 0,-1 0 0,1 0 0,-1-1 0,1 1 0,0 0 0,-1-1 0,1 1 0,0 0 0,0-1 0,0 1 0,0-1 0,1 1 0,-1-1 0,0 0 0,2 2 0,2 0 66,0-1-1,0 1 1,1-1-1,-1 0 0,1 0 1,5 1-1,4 2 135,77 23-95,407 120-70,-445-134-492,1-2 0,96 8 0,-131-19-6371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6.9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787 7 24575,'1'-1'0,"0"1"0,0-1 0,-1 1 0,1-1 0,0 0 0,0 1 0,0 0 0,0-1 0,-1 1 0,1-1 0,0 1 0,0 0 0,0 0 0,0 0 0,0-1 0,0 1 0,0 0 0,0 0 0,0 0 0,0 0 0,1 1 0,1-1 0,29 0 0,0 2 0,60 11 0,-42-6 0,138 21 0,189 54 0,-367-79 0,-1 0 0,1 0 0,-1 0 0,0 1 0,13 8 0,-19-10 0,0 1 0,0-1 0,-1 1 0,1 0 0,-1 0 0,1 0 0,-1 0 0,0 0 0,0 0 0,0 1 0,-1-1 0,1 1 0,-1-1 0,0 1 0,0-1 0,0 1 0,1 5 0,14 136 0,-2 148 0,-9-136 0,99 1150-634,-97-1239 634,3 17 0,-2 99 0,-8-182 9,0 0-1,0 0 1,0-1-1,-1 1 1,1 0-1,0 0 1,-1 0-1,1-1 1,-1 1-1,0 0 1,1-1-1,-1 1 1,0 0 0,0-1-1,0 1 1,0-1-1,0 1 1,0-1-1,-1 0 1,1 1-1,0-1 1,-1 0-1,1 0 1,-1 0-1,0 0 1,1 0-1,-3 1 1,-3 0 49,-1-1 0,1 1 0,0-1 0,0-1 1,-14 1-1,-3-1-12,-1556 60-2010,1417-59-4263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7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24575,'4'0'0,"5"0"0,13 0 0,27 2 0,36 0 0,32 3 0,16 4 0,-6 0 0,-21-1 0,-29-2-8191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7.9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 24575,'-12'32'0,"0"0"0,-12 63 0,19-72 0,-100 566 0,104-580 0,0-3 0,0-1 0,0 1 0,1 0 0,0 10 0,1-15 0,-1 1 0,1 0 0,-1 0 0,1-1 0,-1 1 0,1 0 0,0 0 0,0-1 0,0 1 0,0-1 0,0 1 0,0-1 0,0 1 0,1-1 0,-1 0 0,0 0 0,1 0 0,2 2 0,18 9 0,0-2 0,0-1 0,1-1 0,37 9 0,-4-1 0,-19-4 64,-6-1-302,1-2-1,-1 0 1,1-2 0,1-2 0,46 3 0,-55-9-6588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8.5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24575,'0'0'0,"0"0"0,0-1 0,0 1 0,1 0 0,-1-1 0,0 1 0,0 0 0,1 0 0,-1-1 0,0 1 0,0 0 0,1 0 0,-1-1 0,0 1 0,1 0 0,-1 0 0,0 0 0,1-1 0,-1 1 0,0 0 0,1 0 0,-1 0 0,1 0 0,-1 0 0,0 0 0,1 0 0,-1 0 0,0 0 0,1 0 0,-1 0 0,1 0 0,-1 0 0,0 0 0,1 0 0,-1 1 0,0-1 0,1 0 0,-1 0 0,1 1 0,18 5 0,-17-5 0,34 12 0,61 26 0,-93-36 0,1-1 0,-1 1 0,0 0 0,0 0 0,0 1 0,0-1 0,-1 1 0,1 0 0,-1 0 0,0 0 0,0 0 0,0 0 0,-1 1 0,3 6 0,2 6 0,-2 0 0,7 31 0,-9-35 0,38 198-2261,-9 1 0,9 398-1,-40-566 2307,-1 8 206,-7 75-1,7-125-96,-1 0-1,1 0 1,0 0-1,0 0 0,-1 0 1,1 0-1,-1-1 1,0 1-1,1 0 1,-1 0-1,0 0 0,0-1 1,0 1-1,0 0 1,-1-1-1,1 1 0,0-1 1,-1 1-1,1-1 1,-1 0-1,1 0 0,-4 2 1,1-2 92,1 0 1,-1 0-1,0-1 0,0 0 0,0 0 1,0 0-1,0 0 0,0 0 1,0-1-1,-6-2 0,-2 0-473,0 0-1,1-1 1,-1 0-1,1-1 1,-13-9-1,-5-3-6598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8.8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 24575,'2'0'0,"0"2"0,-1 0 0,-4 1 0,-4 1 0,-6 2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9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24575,'0'2'0,"0"3"0,4 0 0,5-1 0,12 0 0,19-2 0,27-1 0,29 0 0,19-1 0,2 0 0,-16 0 0,-22 0 0,-25-1-8191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29.7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24575,'-1'0'0,"1"0"0,-1 1 0,0-1 0,1 0 0,0 0 0,-1 1 0,1-1 0,-1 1 0,1-1 0,-1 0 0,1 1 0,0-1 0,-1 1 0,1-1 0,0 1 0,-1-1 0,1 1 0,0-1 0,0 1 0,-1 0 0,1-1 0,0 1 0,0-1 0,0 1 0,0-1 0,0 1 0,0 0 0,-2 22 0,2-19 0,-3 321 0,4-191 0,0 8 0,22 179 0,-22-314 0,0 1 0,0-1 0,1 1 0,0-1 0,6 13 0,-7-18 0,1 0 0,-1 0 0,1 0 0,-1 0 0,1 0 0,0 0 0,0 0 0,0 0 0,0-1 0,0 1 0,0-1 0,0 1 0,1-1 0,-1 0 0,0 0 0,1 0 0,-1 0 0,1 0 0,3 0 0,39 5 0,-1-2 0,88-3 0,-65-1 0,-26 0 0,58-1 0,-83-3-1365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0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24575,'3'-2'0,"0"0"0,0 1 0,0-1 0,0 1 0,1 0 0,-1-1 0,1 2 0,-1-1 0,1 0 0,-1 1 0,1-1 0,-1 1 0,7 1 0,8-2 0,353-52 0,-17 3 0,-352 50 0,0-1 0,-1 1 0,1 0 0,0-1 0,0 1 0,-1 0 0,1 0 0,0 1 0,0-1 0,0 0 0,-1 0 0,1 1 0,0-1 0,-1 1 0,1 0 0,0-1 0,2 3 0,-3-1 0,0-1 0,0 1 0,-1 0 0,1 0 0,0 0 0,-1 0 0,1 0 0,-1 0 0,0 0 0,0 0 0,0 0 0,0 0 0,0 0 0,0 0 0,-1 3 0,-6 170 0,8 0 0,7-1 0,42 232 0,-41-355 0,-2 1 0,0 97 0,-7-147 0,0-1 0,0 1 0,0 0 0,-1 0 0,1 0 0,-1 0 0,1-1 0,-1 1 0,0 0 0,0-1 0,0 1 0,0 0 0,0-1 0,0 1 0,0-1 0,0 1 0,0-1 0,-1 0 0,1 0 0,-1 1 0,1-1 0,-1 0 0,1 0 0,-1 0 0,0-1 0,1 1 0,-1 0 0,0-1 0,0 1 0,0-1 0,-2 1 0,-6 0 0,-1 0 0,1 0 0,-1-1 0,-16-2 0,3 0 0,-127-3-1365,100 2-5461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4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24575,'4'0'0,"7"0"0,6 0 0,8 2 0,13 3 0,13 4 0,11 3 0,1-1 0,-7-2 0,-10-2 0,-11-3 0,-12-2-8191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4.7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0 24575,'-1'0'0,"0"0"0,0 0 0,0 1 0,0-1 0,0 0 0,1 0 0,-1 1 0,0-1 0,0 1 0,0-1 0,1 1 0,-1-1 0,0 1 0,1-1 0,-1 1 0,0-1 0,1 1 0,-1 0 0,1-1 0,-1 1 0,1 0 0,-1 1 0,-9 20 0,8-16 0,-16 54 0,2 1 0,3 1 0,-4 62 0,17-123 0,-21 178 0,4 248 0,17-419 0,3 17 0,-3-24 0,1 0 0,-1 0 0,0 0 0,1 0 0,-1 0 0,1-1 0,0 1 0,-1 0 0,1 0 0,0-1 0,-1 1 0,1-1 0,0 1 0,0 0 0,-1-1 0,1 1 0,0-1 0,0 0 0,0 1 0,0-1 0,0 0 0,0 1 0,0-1 0,1 0 0,138 12 0,-29-4 0,-78-3 0,0 0 0,-1 2 0,43 15 0,2 4-1365,-55-18-5461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5.2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259 0 24575,'-1'1'0,"0"-1"0,0 0 0,0 1 0,0-1 0,0 1 0,0-1 0,0 1 0,0-1 0,0 1 0,0 0 0,0 0 0,0-1 0,0 1 0,1 0 0,-1 0 0,0 0 0,1 0 0,-1 0 0,0 1 0,-12 24 0,10-20 0,-36 82 0,5 1 0,3 1 0,-28 140 0,38-116 0,6 0 0,-1 177 0,18-208 0,0-36 0,-5 48 0,3-94 8,-3 16 323,3-17-384,0 0 0,0 1 0,0-1-1,0 1 1,0-1 0,0 0-1,0 1 1,0-1 0,0 1 0,0-1-1,-1 0 1,1 1 0,0-1 0,0 0-1,-1 1 1,1-1 0,0 0 0,0 1-1,-1-1 1,1 0 0,0 1 0,-1-1-1,1 0 1,0 0 0,-1 0 0,1 1-1,0-1 1,-1 0 0,1 0-1,-1 0 1,0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5.8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0 24575,'21'1'0,"-1"1"0,1 0 0,-1 2 0,1 0 0,-1 1 0,0 1 0,35 16 0,-31-11 0,0 0 0,-1 1 0,0 1 0,24 19 0,-40-27 0,0 1 0,0 1 0,0 0 0,-1 0 0,-1 0 0,1 0 0,-1 1 0,0 0 0,-1 0 0,1 0 0,-2 1 0,1 0 0,-1-1 0,-1 1 0,3 13 0,-4-13 0,0 0 0,0 1 0,-1-1 0,0 1 0,-1-1 0,0 1 0,0-1 0,-1 0 0,0 1 0,-7 14 0,3-10 0,-1-1 0,0 0 0,-1 0 0,-1-1 0,0 0 0,-11 12 0,-20 18 0,-2-2 0,-2-2 0,-1-2 0,-2-2 0,-82 45 0,126-77-170,-1 0-1,1 0 0,-1-1 1,0 1-1,0-1 0,0 0 1,-6 1-1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3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1496 1 24575,'1'0'0,"-1"0"0,1 0 0,-1 1 0,0-1 0,1 0 0,-1 1 0,0-1 0,1 0 0,-1 0 0,0 1 0,0-1 0,1 1 0,-1-1 0,0 0 0,0 1 0,0-1 0,1 0 0,-1 1 0,0-1 0,0 1 0,0-1 0,0 1 0,0-1 0,0 0 0,0 1 0,0-1 0,0 1 0,0-1 0,0 1 0,0-1 0,0 0 0,0 1 0,0-1 0,0 1 0,-1-1 0,1 1 0,-5 18 0,-67 148 0,6-14 0,-23 79-272,-151 366-1712,-103 118-547,-30-13 2490,281-533-480,62-115 533,-14 25 333,3 2 1,-31 89 0,66-151 756,1 1 1,-3 26-1,7-44-987,-3 10 755,4-13-903,-1 0 0,1 0 0,0 0 0,0 0 0,-1 0 0,1 1 0,0-1 0,-1 0-1,1 0 1,0 0 0,0 0 0,-1 0 0,1 0 0,0-1 0,0 1 0,-1 0 0,1 0-1,0 0 1,0 0 0,-1 0 0,1 0 0,0 0 0,0 0 0,-1-1 0,1 1 0,0 0-1,0 0 1,-1 0 0,1 0 0,0-1 0,0 1 0,0 0 0,0 0 0,0-1 0,-1 1 0,1 0-1,0 0 1,0-1 0,0 1 0,0-1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3.7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24575,'14'57'0,"63"326"0,8 32 0,-75-371 0,-6-24 0,0 0 0,2 0 0,0-1 0,17 35 0,-22-52 0,0-1 0,0 0 0,0 0 0,0 1 0,0-1 0,0 0 0,1 0 0,-1 0 0,0 0 0,1 0 0,-1-1 0,0 1 0,1 0 0,-1-1 0,1 1 0,0-1 0,-1 1 0,1-1 0,-1 0 0,1 1 0,0-1 0,-1 0 0,1 0 0,2-1 0,4 1 0,0-2 0,1 1 0,12-6 0,-6 3 0,34-9 0,0-1 0,0-3 0,-2-2 0,47-26 0,-90 42-136,0 1-1,0-1 1,0 1-1,-1-1 1,1 0-1,-1-1 1,0 1-1,0-1 0,5-7 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6.6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24575,'557'40'0,"-542"-38"0,-4-1 0,-1 0 0,1 1 0,13 3 0,-22-4 0,0 0 0,0-1 0,0 1 0,0 0 0,0 0 0,-1 0 0,1 0 0,0 1 0,0-1 0,-1 0 0,1 1 0,-1-1 0,1 1 0,-1-1 0,0 1 0,1 0 0,-1 0 0,0 0 0,0 0 0,0-1 0,1 5 0,0 10 0,0-1 0,-2 1 0,1 0 0,-2-1 0,-3 26 0,0-4 0,-50 505 0,35-374 0,16-140 0,1-5 0,0 1 0,-2 0 0,-13 41 0,16-63 0,0 0 0,0 0 0,0 0 0,0 0 0,-1 0 0,1 0 0,-1-1 0,0 1 0,1 0 0,-1-1 0,0 1 0,0-1 0,0 0 0,0 1 0,0-1 0,0 0 0,-1 0 0,1 0 0,0-1 0,0 1 0,-4 0 0,-6 1 0,0-1 0,0 0 0,-14-1 0,5 0 0,-258 3-402,232-3-561,-41 0-5863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7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24575,'1'0'0,"0"0"0,-1 0 0,1-1 0,0 1 0,-1 0 0,1 0 0,0 0 0,-1-1 0,1 1 0,0 0 0,0 0 0,-1 0 0,1 0 0,0 1 0,0-1 0,-1 0 0,1 0 0,0 0 0,-1 0 0,1 1 0,0-1 0,-1 0 0,1 1 0,-1-1 0,1 0 0,0 1 0,-1-1 0,1 1 0,-1-1 0,2 2 0,19 19 0,-20-20 0,29 36 0,35 54 0,-51-70 0,90 136 0,41 66 0,35 59-546,126 189-2125,429 634 2244,-532-802-543,-140-209 1513,-62-99 136,1 1-1,-1-1 1,0 0-1,0 0 1,0-9-1,0-19-2043,1-2-5461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7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482 0 24575,'2'35'0,"2"-1"0,10 49 0,-1-15 0,3 34 0,27 183 0,-34-193 0,-2 103 0,-6-189 0,-2 0 0,1 0 0,-1 0 0,0 0 0,0 0 0,-2 6 0,2-10 0,1-1 0,-1 1 0,0-1 0,0 0 0,0 1 0,0-1 0,0 0 0,0 0 0,0 0 0,0 0 0,0 0 0,0 0 0,-1 0 0,1 0 0,0 0 0,-1-1 0,1 1 0,-1 0 0,1-1 0,-1 1 0,1-1 0,-1 0 0,1 1 0,-1-1 0,1 0 0,-1 0 0,-2 0 0,-41-1 141,-88-14-1,-43-21-367,51 9-1192,58 14-5407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8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541 146 24575,'-14'-12'0,"-1"1"0,-1 1 0,0 0 0,0 1 0,-18-7 0,32 15 0,-32-16 0,-1 2 0,0 2 0,-1 1 0,-37-7 0,69 18 0,-1 1 0,0 0 0,1 0 0,-1 1 0,0 0 0,1 0 0,-1 0 0,0 0 0,1 0 0,0 1 0,-1 0 0,1 0 0,0 0 0,0 1 0,0-1 0,0 1 0,0 0 0,1 0 0,-1 0 0,1 1 0,-4 4 0,-7 9 0,1 0 0,1 1 0,-12 23 0,15-24 0,1 0 0,1 0 0,1 1 0,0 0 0,1 0 0,-4 27 0,6-18 0,1 1 0,1 0 0,5 47 0,-3-65 0,0-1 0,1 1 0,0-1 0,1 0 0,0 0 0,0 0 0,1 0 0,0 0 0,0-1 0,1 1 0,8 9 0,-8-12 0,0 0 0,1-1 0,0 1 0,0-1 0,1-1 0,0 1 0,-1-1 0,1 0 0,1-1 0,-1 1 0,0-1 0,1-1 0,15 4 0,17 1 114,0-2 0,51 0-1,83-8-1665,-168 3 1398,23-1-6672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8.5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24575,'4'0'0,"3"0"0,9 0 0,4 0 0,9 0 0,9 0 0,16 0 0,13 0 0,6 0 0,-4 0 0,-9 0 0,-14 0 0,-12 0 0,-11-2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9.0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 24575,'0'7'0,"-1"-1"0,0 1 0,-4 13 0,-2 9 0,-47 485 0,44-391 0,9-118 0,1 1 0,-1 0 0,1-1 0,1 1 0,-1-1 0,1 1 0,1 6 0,-1-10 0,0 0 0,0 0 0,0 0 0,0 0 0,1 0 0,-1 0 0,1 0 0,-1 0 0,1-1 0,-1 1 0,1-1 0,0 1 0,0-1 0,0 1 0,0-1 0,0 0 0,0 0 0,0 0 0,3 1 0,18 5-195,-1-1 0,1-1 0,1-1 0,-1-1 0,0-2 0,35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19:39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13 24575,'0'-1'0,"1"1"0,-1-1 0,0 0 0,0 1 0,1 0 0,-1-1 0,0 1 0,1-1 0,-1 1 0,1-1 0,-1 1 0,0 0 0,1-1 0,-1 1 0,1 0 0,-1-1 0,1 1 0,-1 0 0,1 0 0,-1 0 0,1-1 0,-1 1 0,1 0 0,0 0 0,-1 0 0,1 0 0,0 0 0,20-2 0,-18 2 0,227-1 0,-228 1 0,0 1 0,1-1 0,-1 1 0,0 0 0,1 0 0,-1 0 0,0 0 0,0 0 0,0 0 0,0 0 0,0 1 0,0-1 0,0 1 0,0 0 0,0-1 0,-1 1 0,1 0 0,-1 0 0,0 0 0,1 0 0,-1 0 0,0 0 0,0 1 0,0-1 0,0 0 0,-1 0 0,1 1 0,0 1 0,2 11 0,-1 0 0,0-1 0,0 23 0,-1-19 0,2 409 0,-4-247 0,0 518 0,2-696 0,-1 0 0,0 0 0,0 0 0,0 0 0,0 1 0,0-1 0,-1 0 0,1 0 0,-1 0 0,0 0 0,1 0 0,-1 0 0,0 0 0,0 0 0,0 0 0,0 0 0,0-1 0,-1 1 0,1 0 0,0-1 0,-1 1 0,0-1 0,1 1 0,-1-1 0,0 0 0,1 0 0,-1 0 0,0 0 0,0 0 0,0 0 0,0 0 0,0 0 0,0-1 0,-3 1 0,-31 7-45,0-2 0,-1-2 0,0-1 0,-60-3 0,44 0-1095,-19 0-5686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34.947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24,'0'1,"0"0,0 0,0 0,0 0,1 0,-1 0,0 0,1 0,-1 0,1 0,-1-1,1 1,0 0,-1 0,1 0,0-1,-1 1,1 0,0-1,0 1,-1-1,1 1,0-1,2 1,26 8,-21-7,84 18,1-5,103 3,-121-12,170 13,1882 63,-499-75,-1141-43,-115 3,1008-21,-311 16,-623 8,-30 2,-377 26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36.41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47,'157'0,"450"-17,-179 4,1628-3,-2032 16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37.16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1 192,'0'0,"0"0,0 1,0-1,0 0,0 0,0 0,0 0,-1 0,1 0,0 0,0 0,0 0,0 0,0 0,0 1,0-1,0 0,0 0,0 0,0 0,0 0,0 0,0 0,0 0,0 1,0-1,0 0,0 0,0 0,0 0,0 0,0 0,0 0,0 0,0 0,0 1,1-1,-1 0,0 0,0 0,0 0,0 0,0 0,0 0,0 0,0 0,0 0,0 0,0 0,1 0,-1 0,0 0,0 0,10 3,15-1,134 0,1440-1,-1013-1,74-1,2481-51,-441 3,-1248 28,-12-46,-1271 53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08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66 24575,'31'-1'0,"41"-7"0,-10 1 0,537-29-1633,-4 24-978,-511 11 2366,2048 52-1511,-1822-26 2374,86 5 4761,-185-23-5070,35 2-370,195 22-1304,-380-27-5461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13.6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1100 938 24575,'-28'14'0,"-1"-1"0,0-1 0,-42 10 0,57-19 0,0 0 0,0-1 0,-1-1 0,1 0 0,0-1 0,-1-1 0,1 0 0,0-1 0,-26-6 0,-27-14 0,1-2 0,0-4 0,-96-56 0,129 63 0,1-1 0,0-1 0,2-2 0,1-1 0,1-2 0,1 0 0,2-2 0,1 0 0,1-2 0,2-1 0,1-1 0,-27-62 0,37 71 0,2-1 0,1 0 0,-6-41 0,11 52 0,0-1 0,2 1 0,-1 0 0,2 0 0,0-1 0,1 1 0,7-25 0,-8 35 0,2-1 0,-1 1 0,0 0 0,1 0 0,0 0 0,0 1 0,0-1 0,1 1 0,0-1 0,0 1 0,0 0 0,0 1 0,0-1 0,1 1 0,0 0 0,0 0 0,10-5 0,1 2 0,1 0 0,0 1 0,0 1 0,30-3 0,19 1 0,-1 2 0,1 3 0,69 9 0,194 37 0,-314-42 0,286 52 0,-221-36 0,133 50 0,-199-64 0,-1 1 0,0 0 0,14 10 0,-22-13 0,-1 0 0,0 1 0,-1-1 0,1 1 0,-1-1 0,1 1 0,-1 0 0,0 1 0,0-1 0,-1 0 0,0 1 0,3 5 0,7 21 0,2 5 0,11 46 0,-22-69 0,-1 1 0,0 0 0,-1 0 0,0 0 0,-1 0 0,-4 28 0,2-27 0,-2 1 0,0-1 0,-1 0 0,0-1 0,-1 1 0,-1-1 0,0 0 0,-1 0 0,-11 13 0,5-10 0,0 0 0,-2-1 0,0 0 0,0-2 0,-35 24 0,10-13 0,-1-3 0,-1 0 0,-2-3 0,1-2 0,-63 15 0,56-18-1365,34-10-5461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14.9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844 1128 24575,'0'1'0,"0"-1"0,0 1 0,-1 0 0,1-1 0,0 1 0,0-1 0,-1 1 0,1-1 0,-1 1 0,1-1 0,0 1 0,-1-1 0,1 1 0,-1-1 0,1 1 0,-1-1 0,1 0 0,-1 1 0,0-1 0,1 0 0,-1 1 0,1-1 0,-1 0 0,-1 1 0,-16 3 0,17-4 0,-45 6 0,0-2 0,-79-4 0,57-1 0,50 1 0,-32 0 0,-70-9 0,103 6 0,0 0 0,0-2 0,1 0 0,-1 0 0,1-2 0,0 0 0,-27-16 0,30 14 0,-1 0 0,1-1 0,1-1 0,0 0 0,1 0 0,0-2 0,0 1 0,2-1 0,-1 0 0,2-1 0,0 0 0,0-1 0,1 1 0,1-1 0,1-1 0,0 1 0,1-1 0,0 0 0,1 0 0,0-24 0,0 3-588,2-1 0,2 1 0,2-1 0,1 1 0,15-64 0,-13 80 362,1 1 0,1-1 0,1 2 1,0-1-1,2 1 0,0 0 0,1 1 0,1 1 1,0 0-1,2 1 0,22-21 0,4 2 1117,2 3 1,0 1-1,2 2 0,2 3 0,0 1 0,90-32 0,-127 53-891,-1 1 0,1 1 0,0 0 0,0 0 0,0 1 0,0 0 0,1 1 0,-1 0 0,0 0 0,0 1 0,0 1 0,0 0 0,0 0 0,11 5 0,130 33 0,40 12 0,-154-39 0,-1 0 0,-1 3 0,36 20 0,-57-27 0,-1-1 0,0 2 0,0 0 0,-1 0 0,18 21 0,-23-22 0,0 1 0,0-1 0,-1 1 0,-1 0 0,0 0 0,0 1 0,-1-1 0,5 20 0,-3 1 0,-1-1 0,2 59 0,-11 62 0,4-144 0,-1 0 0,0 0 0,0 0 0,-1 0 0,0 0 0,0 0 0,0-1 0,-1 1 0,0-1 0,-1 0 0,1 1 0,-6 6 0,-1-2 0,0 0 0,-1 0 0,-1-1 0,-20 15 0,-320 220 0,282-193 0,-18 13 0,-100 56 0,184-119-97,0 0-1,0 0 1,0 0-1,0-1 1,0 0-1,0 0 1,0 0-1,0 0 1,0-1-1,0 0 1,-1 1-1,1-2 0,-6 1 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20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1684 1079 24575,'-13'7'0,"0"-1"0,-1 0 0,1-1 0,-1 0 0,0-1 0,0-1 0,0 0 0,-29 1 0,18-1 0,-42 11 0,38-7 0,0-1 0,0-1 0,-42 1 0,-91-6 0,74-2 0,-9 3 0,-157-4 0,191-1 0,-122-24 0,172 25 0,1 0 0,0-1 0,1 0 0,-1-1 0,1 0 0,0-1 0,0 0 0,0-1 0,1 0 0,0-1 0,-18-17 0,-49-49 0,55 55 0,1 0 0,0-2 0,2 0 0,0-1 0,-24-40 0,33 45 0,2-1 0,0 0 0,1 0 0,1-1 0,0 0 0,2 0 0,-4-30 0,7 37 0,0 1 0,1-1 0,1 1 0,0 0 0,0-1 0,1 1 0,0 0 0,1 0 0,1 0 0,0 0 0,0 0 0,1 1 0,0 0 0,9-13 0,1 4 0,0 1 0,1 1 0,1 1 0,1 0 0,30-21 0,105-58 0,-145 90 0,65-35 0,1 2 0,3 4 0,0 3 0,127-33 0,-168 57 0,1 1 0,60-1 0,76 9 0,-75 1 0,-81-3 0,21 0 0,0 1 0,50 10 0,-77-9 0,1 1 0,-1 0 0,1 1 0,-1 0 0,-1 1 0,1 0 0,-1 1 0,1 0 0,-2 0 0,1 1 0,15 15 0,-9-5 0,-1 1 0,-1 1 0,-1 1 0,0 0 0,-2 0 0,0 1 0,-1 1 0,-2 0 0,9 30 0,2 25 0,14 108 0,-30-163 0,2 10 0,-2 0 0,0 37 0,-3-58 0,-1 1 0,-1-1 0,0 1 0,0-1 0,-1 1 0,-1-1 0,0 0 0,0-1 0,-8 15 0,-7 6 0,0-1 0,-1-1 0,-2-1 0,-1-1 0,-2-1 0,0-1 0,-2-1 0,0-1 0,-1-2 0,-2-1 0,-35 19 0,-63 22-1365,87-44-5461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23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24575,'1180'6'-289,"67"0"-1798,-1171-6-3728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35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1470 0 24575,'-42'0'-550,"-138"4"375,145-1 356,1 1 1,-1 2-1,-38 12 0,26-3-181,1 2 0,0 2 0,-64 37 0,81-38 0,1 1 0,0 2 0,2 0 0,0 2 0,-43 49 0,35-29 0,0 1 0,3 1 0,2 2 0,2 0 0,-37 92 0,62-131 0,-1 1 0,1 0 0,0 0 0,1 0 0,0 0 0,0 1 0,1-1 0,0 0 0,1 0 0,0 0 0,0 0 0,1 0 0,4 13 0,5 6 0,1-1 0,29 50 0,-30-59 0,169 287-633,87 154-511,-30 27 768,-191-375 250,-6 2 1,41 178-1,-74-256 126,-1 1 0,-2 0 0,-1 57 0,-4-74 0,-1 1 0,-1-1 0,0 0 0,-1 0 0,-2-1 0,1 1 0,-2-1 0,-12 22 0,-1-4 171,-2-2 0,-1 0-1,-2-1 1,-32 32-1,-127 109 683,89-94-732,-147 96-1,188-141-31,-2-4 0,-2-2 0,0-2 1,-98 30-1,124-49-55,0 0 1,0-3-1,-57 4 0,87-9-34,0 0 0,-1 0 0,1 0 0,0 0 0,-1 0 0,1 1 0,0-1 0,0 1 0,-1 0 0,1 0 0,0 0 0,0 0 0,0 0 0,0 0 0,0 0 0,0 1 0,0-1 0,0 1 0,1 0 0,-1-1 0,-1 4 0,1-2 0,0 1 0,1 0 0,0 0 0,0 1 0,0-1 0,0 0 0,1 0 0,-1 1 0,1-1 0,0 0 0,1 7 0,41 276 0,-20-164 0,128 878-6998,-109-690 6998,47 422 0,-83-694 875,1 0 0,2 0-1,22 66 1,-5-40 875,41 76-1,-6-25-1749,95 190 0,-151-298 157,-4-7-246,0 1-1,1-1 1,-1 0-1,1 1 1,0-1-1,-1 0 1,1 1-1,0-1 0,0 0 1,0 0-1,-1 0 1,1 0-1,0 0 1,1 0-1,-1 0 1,1 1-1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36.9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1810 3 24575,'-56'-1'0,"19"0"0,-46 4 0,71-2 0,1 1 0,0 0 0,0 0 0,0 2 0,0-1 0,1 1 0,-1 1 0,-14 8 0,6 1 0,0 0 0,1 2 0,1 0 0,0 1 0,1 1 0,1 0 0,-19 30 0,-78 151 0,107-188 0,-314 664 0,298-624 0,3 1 0,2 0 0,2 1 0,2 1 0,3 0 0,2 1 0,0 56 0,8 167 0,3-115 0,-24 207 0,14-320 0,-2 0 0,-3 0 0,-1-1 0,-3-1 0,-2 0 0,-2-1 0,-2-1 0,-37 60 0,52-96 0,-1-1 0,0 1 0,0-1 0,-15 14 0,20-21 0,-1 0 0,-1 1 0,1-1 0,0 0 0,0-1 0,-1 1 0,1-1 0,-1 1 0,1-1 0,-1 0 0,0 0 0,1-1 0,-1 1 0,0-1 0,1 0 0,-1 0 0,0 0 0,-5-1 0,-16-5 0,-1-1 0,1-2 0,1 0 0,0-1 0,-33-20 0,28 15 0,-240-133 0,268 147 0,-3-1 0,-1 0 0,1 0 0,-1 0 0,1 1 0,-6-2 0,9 3 0,1 0 0,0 0 0,-1 0 0,1 0 0,-1 0 0,1 0 0,-1 0 0,1 0 0,0 0 0,-1 0 0,1 0 0,-1 0 0,1 0 0,0 1 0,-1-1 0,1 0 0,-1 0 0,1 0 0,0 1 0,-1-1 0,1 0 0,0 0 0,-1 1 0,1-1 0,-1 1 0,1 0 0,0 0 0,0 0 0,-1 0 0,1 0 0,0 0 0,0 0 0,0 0 0,0 0 0,0 0 0,0 0 0,0 0 0,1 0 0,-1 0 0,0 0 0,1 2 0,77 212 0,-44-89-279,-6 0 0,19 203-1,-17 265-844,-29-299 321,4 106 298,32-5 246,-26-335 644,2 0 0,22 59-1,-27-96-201,1-1-1,1 0 0,1-1 0,1 0 0,1-1 0,1 0 0,33 36 0,-41-51-208,1 0 0,1 0-1,-1-1 1,1 1 0,0-2-1,0 1 1,0-1 0,1-1-1,0 0 1,-1 0 0,1 0-1,0-1 1,0 0 0,1-1 0,-1 0-1,12-1 1,-4 0-6800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0:40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1111 1391 24575,'8'0'0,"0"1"0,-1 1 0,1-1 0,-1 1 0,1 0 0,9 5 0,7 1 0,71 19 0,2-4 0,134 13 0,204-7 0,-244-26-400,338-38 0,530-163-1371,-1014 187 1771,-2 2 0,-2-2 0,0-2 0,72-33 0,-108 44 71,0-1 1,0 0-1,-1 0 0,1 0 0,-1-1 0,0 0 0,0 0 0,0 0 1,-1 0-1,1 0 0,-1-1 0,0 1 0,0-1 0,3-9 0,-1 0 212,-1 1-1,-1-1 0,-1 0 1,2-18-1,-1 8-190,20-122-92,-10 74 0,7-126 0,-20 190 0,0 1 0,-1-1 0,1 1 0,-2-1 0,1 1 0,-1-1 0,0 1 0,-1 0 0,0 0 0,0 0 0,0 1 0,-1-1 0,-7-9 0,2 6 0,0 0 0,0 0 0,-1 1 0,-1 1 0,0-1 0,-21-11 0,-25-12 0,-3 3 0,0 2 0,-75-22 0,-196-40 0,-238-35 0,-9 53 0,-380 63 0,525 12 0,396-5 0,0 2 0,0 2 0,0 1 0,0 2 0,1 2 0,-46 15 0,35-5 0,0 3 0,1 1 0,1 3 0,1 1 0,-68 54 0,86-58 0,0 1 0,2 1 0,0 2 0,2 0 0,1 1 0,1 1 0,1 1 0,2 1 0,-19 44 0,19-32 0,3 2 0,-11 49 0,20-68 0,1 0 0,1 0 0,2 0 0,0 1 0,4 36 0,0-46 0,1 1 0,1-1 0,0-1 0,1 1 0,1-1 0,0 0 0,1 0 0,1-1 0,0 0 0,1-1 0,0 0 0,1 0 0,14 13 0,11 6 0,1-1 0,2-2 0,54 32 0,1-7-184,2-5 0,142 51-1,212 45-368,-208-79-628,-169-48-4723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0:44.0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48,'178'0,"956"-14,144-18,-968 31,338 3,-155 14,214 3,651-20,-1117-18,-94 3,-80 16,-58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0:46.3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2,'310'-1,"326"3,-351 9,91 1,1578-13,-1756 12,-52-2,716-3,-506-8,649 2,-985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0:58.41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83,'0'-1,"1"0,-1 0,1-1,-1 1,1 0,0 0,0 0,-1 0,1 0,0 0,0 0,0 0,0 0,0 0,0 1,0-1,0 0,0 1,1-1,-1 0,0 1,0 0,2-1,32-9,91-10,213-5,630 19,-810 7,-32 0,1707 10,-972-12,-844 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00.93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35,'1'0,"-1"-1,1 0,0 0,-1 1,1-1,0 0,0 1,0-1,-1 1,1-1,0 1,0-1,0 1,0 0,0-1,0 1,0 0,0 0,0 0,0 0,0 0,0 0,0 0,0 0,1 0,2 0,260-4,-148 5,1719-15,-1660 11,844-2,-502 23,-424-14,-48-1,-12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02.8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1 237,'53'-2,"96"-17,-51 4,1655-161,-780 151,-826 35,-129-7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03.7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36,'0'-1,"1"1,-1-1,0 1,0-1,1 1,-1 0,0-1,0 1,1-1,-1 1,0 0,1-1,-1 1,1 0,-1 0,0-1,1 1,-1 0,1 0,-1 0,1-1,-1 1,1 0,-1 0,1 0,-1 0,2 0,17-2,-14 2,362-4,-216 5,1126-14,-334 3,-902 10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11.772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1,'196'0,"1040"16,-991-4,307 7,98-10,-127-5,-293-6,-129 3,262-9,-61 2,65-6,-277 2,-80 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22.75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72,'5'-3,"-1"0,0 1,1 0,-1 0,1 0,0 1,0 0,-1 0,1 0,0 0,0 1,7-1,8-1,472-37,8 31,-386 7,1673-1,-1110 3,-86 12,-12-1,614-13,-1174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34.14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2948 26,'-61'-7,"11"1,-675-6,516 13,-4-2,-272 5,268 13,22 0,-459-7,526-10,118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36.12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3729 117,'-1'0,"1"-1,-1 0,0 0,0 0,1 0,-1 0,0 1,0-1,0 0,0 1,0-1,0 1,0-1,0 1,0 0,0-1,0 1,-2-1,-2 0,-20-8,0 2,-1 1,-38-4,-84-1,107 9,-551-11,70 5,-720-7,876 16,71-13,-11 0,268 12,24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40.35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1,'90'9,"405"23,7-26,-335-6,1221 0,-587-1,-533 13,2 1,-62-15,157 3,-334 1,-1 2,57 13,55 27,-115-35,-12-4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41.36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81,'-4'-3,"10"-2,11-3,41-8,0 3,118-11,124 13,-276 11,1088 48,-1069-43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44.72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0,'654'20,"-6"28,-165-7,1325 102,17-84,-1390-60,653-7,-583-18,-183 6,148-13,-328 22,66-11,146-5,-322 27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1:46.49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1 106,'0'-1,"1"-1,-1 1,1 0,-1 0,1 0,-1-1,1 1,0 0,0 0,-1 0,1 0,0 0,0 0,0 0,0 1,0-1,0 0,1 1,-1-1,0 0,0 1,2-1,31-12,-29 12,35-10,0 2,57-5,86 2,-136 10,791-13,-512 13,1330-2,-1109 4,489 49,-136-6,-1-41,128 3,-600 8,317 5,-592-19,-132 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02.77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0 257,'340'1,"420"-5,-223-50,-226 15,549-12,-521 37,-15-26,-92 7,467 10,-617 23,62 0,-134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04.34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1,'174'8,"-74"-2,1566 51,-1002-58,-546 5,117 22,15 1,-213-25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05.54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0 107,'5'-4,"1"1,-1 0,0 1,1-1,0 1,0 0,-1 1,1-1,0 1,0 0,7 1,10-4,122-25,0 7,2 6,213 4,-347 13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2:08.00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1 137,'534'-18,"-256"-15,165-11,-182 43,-20 2,639 4,-135 17,-322-6,168 2,2606-19,-1687 2,-1214-13,-42 0,980 10,-636 4,1466-28,-1209 11,164-5,-876 18,162-11,-287 11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6:13.2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24575,'0'0'-8191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9:56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1298 3035 24575,'-34'1'0,"1"-2"0,-1-2 0,1 0 0,-1-3 0,1 0 0,-37-14 0,9-3 0,1-3 0,2-3 0,0-2 0,2-3 0,2-2 0,1-2 0,-70-67 0,82 68 0,-189-193 0,206 202 0,2-1 0,1-1 0,1 0 0,1-2 0,2 0 0,-24-66 0,25 43 0,2 0 0,3-1 0,-5-76 0,5-172 0,11 294 0,0-91 0,19-145 0,-9 187 0,1 1 0,4 0 0,38-102 0,-25 98 0,3 0 0,3 2 0,2 2 0,3 1 0,65-75 0,-53 77 0,2 2 0,2 2 0,3 2 0,112-71 0,-148 106 0,1 1 0,40-15 0,-50 23 0,0 1 0,0 1 0,1 0 0,-1 1 0,1 0 0,24 1 0,-20 1 0,0 2 0,0 0 0,0 1 0,0 1 0,-1 0 0,0 1 0,0 1 0,0 1 0,0 0 0,-1 2 0,0-1 0,-1 2 0,0 0 0,-1 1 0,0 0 0,0 1 0,-1 1 0,-1 0 0,0 1 0,16 25 0,-7-5 0,-1 2 0,-2 1 0,-2 0 0,-1 1 0,12 50 0,-10-16 0,-3 0 0,5 78 0,-15-75-58,-3 0 0,-17 149 0,1-125-133,-51 168-1,8-98 7,-7-2-1,-105 189 0,-19-18 186,122-231 0,-86 103 0,151-207 0,-13 17 31,-1-1 0,0-1 0,-2 0 0,0-1 0,-38 27 0,54-43-57,0 0 0,0 0 1,0 0-1,0 0 0,0 0 1,0-1-1,0 1 0,0-1 1,0 1-1,-1-1 0,1 0 0,0 0 1,0 0-1,0 0 0,-1 0 1,-2-1-1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05.8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5563 2747 24575,'-62'27'0,"-118"37"0,119-45 0,-207 60-2583,-2-12-1,-434 51 1,-5-74 1869,-2-58 359,109-51 3380,476 40-2290,1-5 0,-205-78 0,103 8-4289,129 50 3734,-127-86-1,87 42 3213,-153-136 0,236 174-3392,3-2 0,-89-127 0,113 141 0,3-2 0,-32-79 0,-7-13 0,62 134 0,0 0 0,0 0 0,1 0 0,-1-1 0,1 1 0,0 0 0,0-1 0,0 1 0,1-1 0,-1 1 0,1-1 0,0 0 0,1 1 0,-1-1 0,1 1 0,0-1 0,0 1 0,0-1 0,1 1 0,-1 0 0,1 0 0,0 0 0,5-8 0,3 0 0,0-1 0,1 1 0,0 1 0,1 0 0,0 0 0,14-8 0,15-10 0,51-27 0,147-62-160,137-35-480,154-27-66,142-11-2010,107 4-502,2305-292-4209,-2540 437 6525,-124 22 1028,-111 16 1280,-117 10-1048,-147-2-361,85 19-1,-111-18 253,-1 1-1,0 0 1,-1 1-1,1 1 1,-2 1-1,1 1 1,-1 0-1,27 23 1,-20-12 556,-2 1 1,0 1 0,-2 1-1,25 40 1,91 155 1520,-113-177-1162,-2 1 0,-1 0 0,18 68 1,-30-83-900,-2 0 1,3 42-1,-7-30-1258,-1 0 0,-11 72-1,-5-26-1003,-46 138-1,25-110 1976,-6-2 0,-81 154 0,92-208 24,-3-2 0,-3-1-1,-2-2 1,-2-2 0,-2-2 0,-56 48 0,15-28-68,-3-3 1,-3-5-1,-105 53 1,-309 120-197,244-136 66,-531 124 0,692-201-209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11.1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698 1665 24575,'0'1'0,"-1"1"0,1-1 0,0 1 0,-1-1 0,1 1 0,-1-1 0,1 1 0,-1-1 0,0 1 0,0-1 0,1 0 0,-1 1 0,0-1 0,0 0 0,0 0 0,-1 0 0,1 0 0,0 0 0,0 0 0,-1 0 0,1 0 0,0 0 0,-1-1 0,1 1 0,-1 0 0,1-1 0,-1 1 0,1-1 0,-1 0 0,1 1 0,-3-1 0,-7 2 0,0-1 0,1-1 0,-17 0 0,19 0 0,-6 0 0,2 0 0,-1 0 0,1 0 0,-1-1 0,1-1 0,0 0 0,-1-1 0,1 0 0,0-1 0,-16-7 0,4-1 0,1-1 0,0-1 0,1-2 0,-31-26 0,16 13 0,30 25 0,0-1 0,1 0 0,-1 0 0,1 0 0,0-1 0,-8-10 0,-6-13 0,-67-103 0,76 111 0,0 0 0,2 0 0,0-1 0,-9-40 0,7-3 0,3 0 0,0-101 0,3 24 0,1 97 0,-2-101 0,6 130 0,1 0 0,1 0 0,0 1 0,2-1 0,-1 1 0,13-30 0,-7 27 0,1 0 0,1 1 0,1 0 0,0 1 0,1 0 0,16-14 0,9-6 0,49-35 0,-83 68 0,46-34 0,72-44 0,-104 71 0,1 1 0,-1 1 0,1 1 0,1 0 0,-1 1 0,1 1 0,0 1 0,26-1 0,8 1 0,1 3 0,-1 2 0,65 10 0,-107-9 0,-1 1 0,0 1 0,0 0 0,0 1 0,-1 0 0,0 0 0,1 1 0,-2 1 0,1-1 0,-1 2 0,15 13 0,-6-1 0,0 1 0,-1 0 0,28 47 0,-30-40 0,-1 2 0,-1 0 0,-2 1 0,-1 0 0,-2 0 0,-1 1 0,6 59 0,-6 232 0,-7-306 0,-3 39 0,-2 0 0,-2-1 0,-3 0 0,-2-1 0,-23 61 0,12-51 0,-4-2 0,-2-1 0,-70 108 0,88-154 0,-1 1 0,-1-2 0,-1 0 0,-26 22 0,-68 42 0,87-64 0,13-8 41,-1 0-276,1 0 1,-1-1 0,0 0-1,-1 0 1,-16 6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13.5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3131 1356 24575,'17'-263'0,"-15"242"0,4-47 0,4 0 0,26-96 0,-3 60 0,20-73 0,-46 146 0,-2 1 0,-1-1 0,1-60 0,-5 72 0,-2-1 0,1 1 0,-2 0 0,-7-23 0,8 33 0,-2 1 0,1 0 0,-1 0 0,0 0 0,-1 0 0,0 1 0,0-1 0,0 2 0,-1-1 0,0 0 0,-11-8 0,3 4 0,-1 1 0,0 1 0,0 0 0,-1 1 0,0 1 0,-1 1 0,1 0 0,-1 1 0,0 0 0,-1 2 0,-18-2 0,-26 0 0,-112 5 0,129 2 0,-1 1 0,1 2 0,-1 2 0,-60 17 0,-128 52 0,128-39 0,-367 130 0,16 40 0,329-136 0,-163 118 0,235-148 0,3 4 0,2 1 0,1 3 0,3 2 0,-45 64 0,-282 451-6045,300-443 5306,69-116 505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14.0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24575,'18'275'0,"-1"-51"0,-17-216 0,0-4 0,0 0 0,0 0 0,1 0 0,-1 0 0,1 0 0,2 8 0,-2-11 0,0 0 0,-1 0 0,1 0 0,0 0 0,0 0 0,0 0 0,0 0 0,0 0 0,0 0 0,0 0 0,0-1 0,0 1 0,0 0 0,0-1 0,0 1 0,1-1 0,-1 1 0,0-1 0,0 0 0,1 1 0,-1-1 0,0 0 0,0 0 0,1 0 0,-1 0 0,3 0 0,35-3 0,1-1 0,67-16 0,-27 4 0,-44 10 0,579-86 0,-603 91 47,-6 0-188,0 0 0,1 0 0,-1 1-1,1 0 1,-1 0 0,1 1 0,-1 0-1,1 0 1,9 3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15.4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 0 24575,'-23'668'0,"8"-550"224,3-26-1018,0 92-1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16.7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9848 2146 24575,'-14'23'0,"0"-1"0,-2 0 0,-33 36 0,22-28 0,-18 22 0,-2-2 0,-3-3 0,-2-1 0,-1-3 0,-3-2 0,-63 35 0,-102 34-481,-99 10-1442,-113 8 896,-107-3-1456,-85-12 744,-1993 133-2647,2082-234 3920,64-18-1398,56-16 1398,-519-82 529,16-49 0,853 141-34,-274-53 830,232 39-129,-111-42 0,190 57-5,0-1-1,2-1 1,-1-1 0,2-2-1,0 0 1,1-2 0,0-1-1,2-1 1,0-1-1,1-1 1,-27-36 0,19 18-123,3-2 1,1-1-1,-31-70 1,44 82-424,1 0 1,2-1-1,1 0 0,2-1 1,1 0-1,-2-44 0,8 55-224,0 1 0,2-1-1,1 1 1,1 0-1,0 0 1,2 0 0,0 1-1,1-1 1,2 1 0,0 1-1,0 0 1,2 0-1,1 1 1,26-32 0,0 7-208,2 3 0,2 1 0,1 2 1,87-57-1,234-114-682,158-23-1571,160-12 675,156 0 1510,149 14-226,134 27-1805,110 37 654,606 8-732,-12 117 1120,-911 78 1028,-232 42 100,-564-58 232,-2 4 0,117 43 0,-191-53 79,-2 0 1,0 3 0,-1 1 0,-1 3 0,54 39 0,-74-46-40,0 0 1,0 1-1,-2 1 1,0 0-1,-1 1 1,-1 1-1,-1 0 1,-1 1-1,0 1 1,-2 0-1,-1 0 1,0 1 0,5 23-1,-7-14 18,-2 1 1,-1-1-1,-2 1 0,0 0 1,-3 0-1,-1-1 0,-1 1 1,-15 62-1,5-45-111,-2 0 0,-2-1 0,-3-2 0,-46 84 0,30-73-1,-2-2 0,-3-1 1,-58 59-1,15-32 34,-3-3 0,-4-4 0,-2-4 1,-121 68-1,-269 114 452,-95-19-323,-706 143-37,-22-108-56,811-186-66,121-27 108,118-21 323,20-4 694,203-25 1237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17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5355 3729 24575,'9'-23'0,"19"-36"0,-12 25 0,115-227 0,-6 27-445,50-85-1338,49-76 791,-190 335 526,585-1015-3018,25 10 1546,-614 1017 1939,63-91 211,-78 124 494,-15 15-694,0 0 1,0 0-1,0-1 0,0 1 1,1 0-1,-1 0 0,0 0 1,0 0-1,0 0 0,1 0 1,-1-1-1,0 1 0,0 0 1,0 0-1,1 0 0,-1 0 0,0 0 1,0 0-1,1 0 0,-1 0 1,0 0-1,0 0 0,0 0 1,1 0-1,-1 0 0,0 0 1,0 0-1,0 1 0,1-1 1,-1 0-1,0 0 0,0 0 0,0 0 1,1 0-1,-1 0 0,0 1 1,1 2 75,0 0 1,0 0 0,-1 1-1,1-1 1,-1 0 0,0 1-1,0-1 1,0 5 0,-13 211 3493,6-146-3308,-22 254 84,-28 202 176,-19 136-938,-235 1907-6836,257-2169 6681,11-113-655,10-100 1058,28-165 353,-1-1-1,-14 36 1,19-58-208,0 1 0,0 0 0,0-1 0,0 1 0,-1-1-1,1 1 1,-1-1 0,0 1 0,1-1 0,-1 0 0,0 0 0,0 0 0,-1 0 0,1 0 0,0-1 0,-1 1 0,1-1 0,-1 1 0,1-1 0,-1 0-1,0 0 1,-3 1 0,0-2-75,0 0-1,0-1 0,1 0 0,-1 0 0,0 0 0,0 0 0,0-1 0,1 0 1,-1 0-1,1-1 0,-6-2 0,-33-20-57,-61-42-1,-138-113 338,-111-98 577,-103-93-578,-82-81-192,-545-525-839,93-90-1,700 679 806,247 321-12,3-1 0,-42-96 0,75 146 42,1 1 0,0-1 1,2 0-1,0-1 0,1 1 0,1-1 0,0 0 0,1-36 0,3 47 4,0 0 0,1 0 0,0 0 1,0 0-1,0 0 0,1 1 0,1 0 0,-1-1 0,8-9 1,-5 8-1,1 1 0,0-1-1,1 2 1,-1-1 0,1 1 0,1 1 0,0-1 0,12-6 0,2 1 4,-1 1 1,2 1-1,31-9 1,121-20 121,338-5 450,210 43-628,170 46-729,238 56-185,1553 343 1,-2014-281 618,-181-23 600,-167-30 763,-138-33-762,-168-69-128,-1 0 0,-1 2 1,22 15-1,-35-24-12,-1 1 0,1-1 0,-1 0-1,0 1 1,1-1 0,-1 1 0,0 0-1,0-1 1,0 1 0,0 0-1,1 2 1,-2-4-84,0 1 0,0-1-1,0 1 1,0-1 0,0 1 0,0-1-1,0 1 1,0-1 0,0 1 0,0 0-1,0-1 1,0 1 0,-1-1 0,1 1-1,0-1 1,0 1 0,-1-1-1,1 1 1,0-1 0,0 0 0,-1 1-1,1-1 1,-1 1 0,1-1 0,0 0-1,-1 1 1,-4 2 83,1-1 1,-1 0-1,1 0 0,-1-1 1,0 1-1,0-1 0,-7 1 1,-187 26 3066,48-10-2580,-237 41-356,-194 41-109,-203 47-101,-178 49-34,-131 42-546,-1569 408-4501,51 111 1242,1996-553 4817,174-49 5764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21.1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24575,'4'0'0,"11"0"0,17 0 0,32 0 0,44 0 0,54 4 0,51 5 0,34 5-1768,14 3 1768,-4 1 0,-23 1 0,-32 0 0,-46-2 0,-44-3 0,-46-3 0,-36-4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21.6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67 16 24575,'0'-1'0,"0"1"0,0-1 0,0 1 0,0-1 0,0 0 0,0 1 0,0-1 0,0 1 0,1-1 0,-1 1 0,0-1 0,0 0 0,0 1 0,1-1 0,-1 1 0,0-1 0,0 1 0,1-1 0,-1 1 0,1 0 0,-1-1 0,0 1 0,1-1 0,-1 1 0,1 0 0,-1-1 0,1 1 0,-1 0 0,1-1 0,-1 1 0,1 0 0,-1 0 0,1 0 0,-1-1 0,1 1 0,0 0 0,-1 0 0,1 0 0,-1 0 0,1 0 0,0 0 0,-1 0 0,1 0 0,-1 0 0,1 1 0,-1-1 0,1 0 0,0 0 0,30 14 0,-9 1 0,0 1 0,-2 0 0,1 1 0,-2 2 0,-1 0 0,0 0 0,-1 2 0,-1 0 0,-1 1 0,-1 1 0,-1 0 0,-1 1 0,-1 0 0,-1 1 0,6 25 0,-13-39 0,-1-1 0,-1 0 0,0 1 0,0 0 0,-1 10 0,0-17 0,0 0 0,-1-1 0,1 1 0,-1 0 0,0-1 0,0 1 0,-1-1 0,1 1 0,-1-1 0,1 1 0,-1-1 0,0 0 0,0 0 0,-1 0 0,1 0 0,-1 0 0,-3 3 0,-95 77 0,33-25 0,-97 64 0,141-104-1365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22.7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51 24575,'0'-1'0,"1"0"0,-1 0 0,0 0 0,0 0 0,1 0 0,-1 0 0,0 0 0,1 0 0,-1 1 0,1-1 0,-1 0 0,1 0 0,0 0 0,-1 1 0,1-1 0,0 0 0,-1 0 0,1 1 0,0-1 0,0 1 0,-1-1 0,1 1 0,2-1 0,25-9 0,0 4 0,0 1 0,43-1 0,842 2-2349,255 78 695,-748-42 230,-132-17 1444,-164-13 3731,-123-2-3739,0 0-1,0 0 0,0 0 0,0 0 0,0 0 0,0 0 1,0 1-1,-1-1 0,1 0 0,0 0 0,0 1 1,0-1-1,0 1 0,-1-1 0,1 1 0,0-1 0,-1 1 1,1-1-1,0 1 0,-1 0 0,1-1 0,0 1 0,-1 0 1,1-1-1,0 3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37.6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5130 773 24575,'-13'-1'0,"1"-1"0,0 0 0,0 0 0,0-1 0,-15-6 0,-8-2 0,-887-187-788,513 120-58,-159-36-4370,-291-56 3199,212 43 1162,603 118 1259,-143-25-502,63 21 3404,111 13-2344,1 0 1,0 1-1,-18 3 1,-1 4-258,-33 11 0,17-4-89,-117 31-372,33-10-249,-186 76 0,283-96 5,1 2 0,0 1 0,-35 29 0,-79 78 0,126-107 0,-28 28 0,46-43 0,-1 0 0,1 0 0,0 1 0,0 0 0,0 0 0,0 0 0,1 0 0,0 0 0,-2 8 0,4-13 7,-4 13 326,4-13-367,0 0 1,0 1 0,0-1-1,0 0 1,0 0-1,0 0 1,0 0-1,0 1 1,0-1 0,0 0-1,0 0 1,0 0-1,0 1 1,0-1-1,-1 0 1,1 0 0,0 0-1,0 0 1,0 1-1,0-1 1,0 0-1,0 0 1,-1 0 0,1 0-1,0 0 1,0 0-1,0 0 1,0 1-1,-1-1 1,1 0 0,0 0-1,0 0 1,0 0-1,-1 0 1,1 0-1,0 0 1,0 0 0,0 0-1,-1 0 1,1 0-1,0 0 1,0 0-1,0 0 1,-1 0 0,1 0-1,0 0 1,0 0-1,0-1 1,0 1-1,-1 0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38.2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1 24575,'0'35'0,"-2"1"0,-2-1 0,-1 0 0,-16 53 0,9-51 0,7-22 0,0 0 0,1 0 0,0 1 0,-3 29 0,8-42 0,-1-1 0,0 0 0,0 0 0,1 0 0,-1 0 0,1 0 0,0 0 0,0-1 0,-1 1 0,1 0 0,0 0 0,1 0 0,-1-1 0,0 1 0,0 0 0,1-1 0,-1 1 0,1-1 0,-1 0 0,1 1 0,0-1 0,-1 0 0,1 0 0,0 0 0,0 0 0,0-1 0,3 2 0,5 1 0,1 0 0,0 0 0,20 2 0,-22-4 0,126 15-1365,-117-12-5461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39.1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 24575,'-2'0'0,"-1"0"0,1 0 0,-1 0 0,1 0 0,0 1 0,-1-1 0,1 1 0,0-1 0,-1 1 0,1 0 0,0 0 0,0 0 0,0 0 0,0 0 0,0 0 0,0 1 0,0-1 0,0 1 0,0-1 0,1 1 0,-1 0 0,0 0 0,1 0 0,0 0 0,-1 0 0,1 0 0,0 0 0,-1 4 0,-10 17 0,2 0 0,0 0 0,2 1 0,-11 47 0,13-31 0,1 0 0,1 53 0,3-48 0,8 67 0,-5-97 0,1 0 0,1 0 0,0 0 0,1 0 0,0-1 0,1 0 0,1 0 0,9 15 0,-14-26 0,0 0 0,0 0 0,1-1 0,-1 1 0,1-1 0,-1 0 0,1 1 0,0-1 0,0 0 0,0 0 0,0-1 0,0 1 0,0-1 0,1 1 0,-1-1 0,0 0 0,1 0 0,-1-1 0,1 1 0,-1-1 0,1 0 0,-1 0 0,1 0 0,-1 0 0,1 0 0,-1-1 0,1 0 0,-1 1 0,5-3 0,-3 1 0,1 0 0,-1 0 0,0 0 0,0-1 0,-1 0 0,1 0 0,0 0 0,-1-1 0,0 1 0,0-1 0,0 0 0,0 0 0,-1-1 0,1 1 0,-1-1 0,0 0 0,-1 0 0,4-5 0,-2-3 0,-1-1 0,0 1 0,0-1 0,-2 1 0,1-15 0,-3-72 0,-1 48 0,1 43 0,0 0 0,0 1 0,-1-1 0,0 0 0,0 1 0,-1 0 0,0-1 0,-1 1 0,0 0 0,0 1 0,-1-1 0,1 1 0,-2 0 0,1 0 0,-1 0 0,0 1 0,0 0 0,-1 0 0,0 0 0,0 1 0,0 0 0,-1 1 0,-15-8 0,6 4-1365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0.6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481 9 24575,'-1'0'0,"1"-1"0,0 0 0,-1 1 0,1-1 0,-1 1 0,1-1 0,-1 1 0,1-1 0,-1 1 0,1-1 0,-1 1 0,0-1 0,1 1 0,-1 0 0,0-1 0,1 1 0,-1 0 0,0 0 0,1 0 0,-1-1 0,0 1 0,0 0 0,1 0 0,-1 0 0,0 0 0,1 0 0,-2 1 0,-23-1 0,10 2 0,1 1 0,0 0 0,-1 1 0,1 1 0,1 0 0,-15 7 0,7 0 0,0 0 0,-38 28 0,49-30 0,0 0 0,0 0 0,1 0 0,0 2 0,1-1 0,1 1 0,-1 0 0,2 0 0,-10 25 0,0 9 0,-14 70 0,24-94 0,-62 323 0,66-332 0,1-3 190,1-9-294,0 1 0,0-1 1,-1 1-1,1-1 0,0 1 1,0-1-1,-1 1 0,1-1 1,-1 1-1,0-1 1,1 1-1,-1-1 0,0 0 1,-1 2-1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1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24575,'1'20'0,"1"1"0,8 37 0,-2-14 0,-6-36 0,95 512 0,-96-512 0,0-2 0,1 0 0,-1-1 0,1 1 0,0 0 0,5 9 0,-6-13 0,0-1 0,0 0 0,0 0 0,0 1 0,0-1 0,0 0 0,1 0 0,-1 0 0,0 0 0,1 0 0,-1-1 0,0 1 0,1 0 0,-1-1 0,1 1 0,-1-1 0,1 1 0,-1-1 0,1 0 0,0 1 0,-1-1 0,1 0 0,-1 0 0,1 0 0,0-1 0,2 1 0,32-8-341,0-1 0,0-2-1,34-15 1,-41 14-6485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2.1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 24575,'0'0'0,"0"1"0,0 0 0,1-1 0,-1 1 0,0 0 0,1-1 0,-1 1 0,1 0 0,-1-1 0,1 1 0,-1-1 0,1 1 0,-1-1 0,1 1 0,-1-1 0,1 1 0,0-1 0,-1 0 0,1 1 0,0-1 0,-1 0 0,1 1 0,0-1 0,-1 0 0,1 0 0,0 0 0,0 0 0,1 0 0,30 4 0,-22-4 0,219 3 0,-16-8 0,72-5-476,1234-29-2157,-583 87 732,-569-21 652,-209-17 1084,938 38 2757,-1084-48-2764,19-1 1597,-31 1-1400,1 0 1,-1 0-1,1 0 1,-1 0 0,1 0-1,-1 0 1,1-1-1,-1 1 1,1 0 0,-1 0-1,1 0 1,-1-1-1,1 1 1,-1 0-1,0-1 1,1 1 0,-1 0-1,0-1 1,1 1-1,-1-1 1,0 1 0,1 0-1,-1-1 1,0 1-1,0-1 1,1 1 0,-1-1-1,0 1 1,0-1-1,0 1 1,0-1 0,0 1-1,0-1 1,0 1-1,0-1 1,0 1-1,0-1 1,0 1 0,0-1-1,0 1 1,0-1-1,0 1 1,-1-1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2.7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234 7 24575,'0'0'0,"1"0"0,-1-1 0,0 1 0,0 0 0,0-1 0,0 1 0,0 0 0,0-1 0,0 1 0,1 0 0,-1 0 0,0-1 0,0 1 0,0 0 0,1 0 0,-1-1 0,0 1 0,0 0 0,1 0 0,-1 0 0,0 0 0,1-1 0,-1 1 0,0 0 0,0 0 0,1 0 0,-1 0 0,0 0 0,1 0 0,-1 0 0,0 0 0,1 0 0,-1 0 0,0 0 0,1 0 0,-1 0 0,0 0 0,1 0 0,14 3 0,-2 2 0,0 1 0,-1 1 0,1 0 0,17 14 0,45 41 0,-36-29 0,151 117 0,-177-142 0,-10-6 0,0 0 0,0 0 0,0 0 0,0 0 0,0 1 0,4 5 0,-6-8 0,-1 1 0,1 0 0,-1 0 0,0-1 0,0 1 0,0 0 0,1 0 0,-1-1 0,0 1 0,0 0 0,0 0 0,0 0 0,0-1 0,0 1 0,0 0 0,-1 0 0,1-1 0,0 1 0,0 0 0,0 0 0,-1-1 0,1 1 0,-1 0 0,1 0 0,0-1 0,-1 1 0,1-1 0,-1 1 0,1 0 0,-1-1 0,0 1 0,1-1 0,-1 1 0,0-1 0,1 1 0,-1-1 0,0 0 0,-1 1 0,-173 105 0,53-34 0,-237 180 0,343-241-1365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3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199 0 24575,'-4'85'0,"-23"133"0,12-119 0,-77 581 0,91-653 0,1-22 0,0 0 0,0 0 0,0 0 0,-1 0 0,0 0 0,-2 9 0,3-13 0,0-1 0,0 0 0,0 0 0,-1 0 0,1 0 0,0 0 0,0 0 0,0 1 0,0-1 0,0 0 0,0 0 0,0 0 0,0 0 0,0 0 0,-1 0 0,1 0 0,0 0 0,0 0 0,0 0 0,0 1 0,0-1 0,0 0 0,-1 0 0,1 0 0,0 0 0,0 0 0,0 0 0,0 0 0,0 0 0,-1 0 0,1 0 0,0 0 0,0 0 0,0 0 0,0 0 0,0 0 0,-1 0 0,1 0 0,0-1 0,0 1 0,0 0 0,0 0 0,-6-7 0,-4-12 0,-14-47-1365,14 32-5461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4.4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24575,'0'26'0,"0"-1"0,2 0 0,1 0 0,1 0 0,13 43 0,37 121 0,-54-187 0,1 0 0,-1 0 0,1 0 0,0 0 0,0 0 0,0 0 0,0 0 0,0 0 0,0 0 0,0-1 0,0 1 0,1-1 0,-1 1 0,1-1 0,-1 1 0,1-1 0,2 2 0,-2-2 0,-1-1 0,1 0 0,-1 0 0,1 0 0,-1-1 0,1 1 0,-1 0 0,1 0 0,-1-1 0,1 1 0,-1-1 0,0 1 0,1-1 0,-1 0 0,0 1 0,1-1 0,-1 0 0,0 0 0,0 0 0,0 0 0,0 0 0,1 0 0,-2 0 0,3-3 0,9-11-314,-1 0-1,18-32 0,-26 43-106,11-22-6405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0:45.3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620 7 24575,'0'-1'0,"0"1"0,-1 0 0,1-1 0,0 1 0,0 0 0,-1-1 0,1 1 0,0 0 0,-1-1 0,1 1 0,0 0 0,-1 0 0,1-1 0,0 1 0,-1 0 0,1 0 0,-1-1 0,1 1 0,0 0 0,-1 0 0,1 0 0,-1 0 0,1 0 0,-1 0 0,1 0 0,0 0 0,-1 0 0,1 0 0,-1 0 0,1 0 0,-1 0 0,1 0 0,0 0 0,-1 1 0,1-1 0,-1 0 0,1 0 0,0 0 0,-1 1 0,1-1 0,-1 1 0,-21 8 0,7 2 0,0 0 0,1 1 0,0 1 0,1 0 0,0 0 0,-13 20 0,-62 98 0,78-114 0,-61 103 0,5 3 0,5 3 0,-57 172 0,104-251 0,1 0 0,3 1 0,2 0 0,2 1 0,1 0 0,4-1 0,4 56 0,-3-98 0,0 0 0,1 0 0,0 1 0,1-1 0,-1 0 0,1 0 0,1 0 0,-1-1 0,4 7 0,-5-11 0,0 1 0,0-1 0,1 1 0,-1-1 0,0 1 0,1-1 0,-1 0 0,1 0 0,0 0 0,-1 0 0,1 0 0,0 0 0,0 0 0,-1 0 0,1-1 0,0 1 0,0-1 0,0 0 0,0 1 0,0-1 0,0 0 0,0 0 0,0 0 0,0 0 0,0-1 0,0 1 0,0 0 0,-1-1 0,1 1 0,0-1 0,0 0 0,2-1 0,6-2 0,-1-1 0,0 0 0,0-1 0,0 0 0,-1 0 0,0-1 0,0 0 0,0 0 0,-1-1 0,0 0 0,-1-1 0,9-12 0,-2-1 0,-1-1 0,0 0 0,15-48 0,-20 45 0,-1-1 0,-1 0 0,-1 0 0,-1 0 0,-2 0 0,-1-1 0,-4-43 0,3 70 12,1-1-1,-1 0 0,0 0 1,1 1-1,-1-1 1,0 1-1,0-1 0,0 1 1,0-1-1,0 1 1,0-1-1,-1 1 1,1 0-1,0 0 0,-1-1 1,1 1-1,-1 0 1,1 0-1,-1 1 0,1-1 1,-1 0-1,0 0 1,1 1-1,-1-1 0,0 1 1,0 0-1,1-1 1,-4 1-1,-8-1-252,1 0 1,0 0-1,-14 2 1,15 0-494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29.33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0 106,'3606'0,"-3266"12,-55-1,-144-12,74 3,440 22,-249-4,-327-15,0-4,108-12,153-37,-294 40,145-25,137-20,-262 43,-19 3,1 2,49 0,-87 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33.10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0,'1199'0,"-1166"0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35.64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1,'1214'0,"-1190"2,-15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36.387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0,'5'2,"1"0,-1 0,1-1,-1 0,1 0,8 0,14 3,335 37,4-27,-300-12,1469 9,-1195-11,51-19,-162 5,-178 12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38.88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35,'1438'0,"-1290"-12,-14 1,16 5,67 0,142 18,-346-12,-3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40.97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1,'4'2,"1"1,-1-1,1-1,0 1,0-1,-1 1,1-1,0-1,0 1,0-1,9 0,4 1,337 8,-227-10,3649 0,-3724 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27:42.24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1,'1440'0,"-1421"0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21.77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71 741 24575,'-1'0'0,"0"-1"0,1 1 0,-1-1 0,0 0 0,0 1 0,0-1 0,0 0 0,0 0 0,1 1 0,-1-1 0,0 0 0,1 0 0,-1 0 0,0 0 0,1 0 0,-1 0 0,1 0 0,-1-1 0,-1-2 0,-7-14 0,1-1 0,1 0 0,0 0 0,1-1 0,1 1 0,1-1 0,-2-27 0,4 20 0,2 0 0,0 0 0,1 0 0,11-54 0,-8 64 0,1 1 0,0-1 0,1 1 0,1 0 0,1 0 0,0 1 0,1 0 0,1 0 0,0 1 0,0 1 0,24-23 0,-17 21 0,0 2 0,0 0 0,1 0 0,1 2 0,0 0 0,1 2 0,0 0 0,0 1 0,23-6 0,-10 6 0,0 1 0,0 1 0,1 2 0,0 1 0,-1 2 0,1 1 0,0 2 0,-1 1 0,1 2 0,54 14 0,-66-12 0,1 1 0,-1 0 0,0 2 0,-1 0 0,0 2 0,-1 0 0,0 1 0,-1 1 0,-1 1 0,0 0 0,-1 2 0,0 0 0,-2 1 0,0 0 0,-1 1 0,12 22 0,-13-16 0,-2 0 0,0 0 0,-2 1 0,-1 0 0,-1 1 0,6 45 0,-10-51 0,-2 0 0,0 1 0,-1-1 0,-1 1 0,-1-1 0,-1 0 0,-1 1 0,-1-2 0,-8 22 0,9-32 0,-1 1 0,0-1 0,0 0 0,-1-1 0,-1 0 0,0 0 0,0 0 0,-1 0 0,-12 10 0,7-9 0,1-1 0,-1 0 0,-1-1 0,0-1 0,0 0 0,-19 7 0,3-5 0,0-2 0,0 0 0,0-2 0,-1-1 0,0-2 0,-48-2 0,19-4 0,-1-4 0,-61-14 0,-114-42 0,137 31-1365,71 23-5461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25.54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14 24575,'0'-2'0,"0"-3"0,2-2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25.73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24575,'4'0'0,"5"0"0,7 0 0,5 0 0,-1 0-8191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46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24575,'29'1'0,"54"9"0,-19-1 0,81 7 0,448 45 0,-235-50 0,-80-5 0,-120 5 0,160 4 0,-219-17 209,150 6-1783,-228-2-5252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55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24575,'175'-1'0,"287"10"0,-138 36 0,-163-19 0,-115-20-1365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57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1495 891 24575,'-529'-16'0,"425"6"0,-1-4 0,2-5 0,-102-32 0,-71-54 0,268 102 0,0-1 0,-1 0 0,1-1 0,1 0 0,-1 0 0,1 0 0,0-1 0,0 0 0,0-1 0,1 0 0,0 0 0,1 0 0,-1-1 0,1 1 0,1-1 0,-1 0 0,-5-17 0,0 0 0,1-1 0,1-1 0,1 0 0,2 0 0,1 0 0,0 0 0,2-1 0,2 1 0,2-33 0,-1 57 0,-1 0 0,1 0 0,0 0 0,0 0 0,0 1 0,0-1 0,1 0 0,-1 1 0,1-1 0,0 1 0,0-1 0,0 1 0,0 0 0,0 0 0,0 0 0,0 0 0,1 0 0,-1 0 0,4-1 0,5-4 0,1 1 0,1 1 0,14-5 0,-19 7 0,73-22 0,142-25 0,87 6 0,-297 42 0,193-22 0,215 3 0,-415 21 0,0 0 0,-1 1 0,1 0 0,0 0 0,-1 0 0,1 0 0,-1 1 0,1 0 0,5 3 0,0 2 0,-1 0 0,18 15 0,-23-18 0,34 26 0,-22-18 0,-1 1 0,0 0 0,-1 1 0,25 31 0,-37-40 0,1 0 0,-1 0 0,-1 0 0,1 0 0,-1 1 0,0-1 0,0 1 0,0 0 0,-1-1 0,0 1 0,0 0 0,0 0 0,-1 0 0,0 0 0,0 0 0,-1 0 0,0 0 0,0-1 0,0 1 0,0 0 0,-5 10 0,-2 1 0,0 0 0,-1 0 0,-1-1 0,-1-1 0,0 1 0,-1-2 0,-25 25 0,-108 81 0,133-111 0,-121 88 0,-211 116 0,331-206-455,0 0 0,-17 5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40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 24575,'0'-1'0,"1"1"0,-1-1 0,1 0 0,-1 1 0,1-1 0,-1 1 0,1-1 0,-1 1 0,1 0 0,0-1 0,-1 1 0,1 0 0,0-1 0,-1 1 0,1 0 0,0 0 0,-1-1 0,1 1 0,0 0 0,-1 0 0,1 0 0,1 0 0,21-2 0,-20 2 0,131-3 0,213 23 0,-186-7 0,130 19 0,57 3 0,153-26 0,-48-2 0,583 13 0,-637-16 0,1045-1-564,-774-5 386,134 0 362,870 5 374,-1208 8-558,239 1 0,-685-13 0,0-2 0,0 0 0,1-2 0,21-7 0,17-4 0,321-52 262,-155 32-1889,-198 31-5199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41.7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2616 1088 24575,'-4'2'0,"0"0"0,0 0 0,0-1 0,-1 1 0,1-1 0,0 0 0,-1 0 0,1 0 0,0 0 0,-1-1 0,-5 0 0,-2 1 0,-366 20 0,-4-21 0,156-1 0,83 1-272,-383-8-3458,396 0 2802,0-7 1,-130-31 0,210 35 903,-76-20 552,107 25 720,0-1 1,0-1-1,0 0 0,-20-13 1,33 16-1246,0 1-1,1-1 1,-1-1 0,1 1 0,0-1 0,0 0 0,0 0-1,1 0 1,0 0 0,0-1 0,1 0 0,0 0 0,0 0-1,0 0 1,1 0 0,-2-12 0,1 0-5,1-1 1,0 1-1,1-1 0,2 0 1,2-23-1,-1 31 2,1 0 0,-1 0 0,2 0 0,0 1 0,0 0 0,1-1 0,1 2 0,-1-1 0,2 1 0,0 0 0,0 0 0,0 0 0,17-15 0,1 3 0,1 1 0,1 1 0,52-31 0,3 7 0,164-63 0,100-5 0,-200 73 0,287-38 0,152 42 0,-496 34 0,330 7 0,-364-1 0,86 21 0,50 26 0,-131-35 0,-2-1 0,141 44 0,-158-46 0,0 3 0,64 36 0,-96-49 0,-1 2 0,0-1 0,0 1 0,-1 1 0,1-1 0,-1 1 0,-1 0 0,0 1 0,0-1 0,7 12 0,-10-12 0,1 1 0,-1-1 0,-1 1 0,1 0 0,-1 0 0,-1 0 0,0 0 0,0 0 0,0 0 0,-1 0 0,0 1 0,-2 11 0,0-9 0,-1 1 0,1-1 0,-2-1 0,0 1 0,0 0 0,-1-1 0,0 0 0,-1 0 0,0 0 0,0-1 0,-14 16 0,-8 3 0,0 0 0,-33 23 0,60-50 0,-91 70 0,-2-5 0,-108 57 0,-218 81 0,405-198 0,-43 21 0,-2-3 0,-1-3 0,-70 15 0,120-35-227,1 1-1,0-2 1,-1 1-1,1-2 1,-13 0-1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28:43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2056 1336 24575,'-8'3'0,"1"-1"0,0 1 0,-1-1 0,0-1 0,1 0 0,-14 1 0,-8 2 0,-353 32 0,-5-31 0,127-14 0,-337-56 0,565 61 0,-92-20 0,111 21 0,0-1 0,0-1 0,0 0 0,1 0 0,0-2 0,-22-13 0,29 16 0,0-1 0,0 0 0,0 0 0,0 0 0,1-1 0,0 0 0,0 1 0,0-1 0,1-1 0,-5-9 0,5 5 0,-1 0 0,1 0 0,1 0 0,0-1 0,1 1 0,-1-12 0,3 2 0,0 0 0,1 0 0,1 1 0,1-1 0,1 1 0,12-36 0,-3 27 0,0 1 0,2 0 0,1 1 0,1 1 0,2 0 0,0 2 0,2 0 0,0 1 0,45-34 0,0 6 0,3 4 0,112-57 0,-35 30-282,2 8 0,216-66 1,-228 94 41,1 5 0,2 7 0,151-9 0,-220 31 380,0 3 1,0 2 0,0 5 0,-1 2 0,71 17 0,-94-13-34,-1 2 0,0 2-1,-2 2 1,0 2 0,-1 1-1,-1 3 1,-1 1 0,49 40-1,-75-52-106,0 1 0,-1 1 0,0 0 0,-1 1 0,-1 0 0,0 1 0,-2 0 0,0 1 0,9 21 0,-13-25 0,-1 0 0,0 1 0,-1 0 0,-1 0 0,0 0 0,-1 0 0,-1 1 0,0-1 0,-1 0 0,-1 1 0,0-1 0,-6 25 0,4-29 0,-1-1 0,0-1 0,-1 1 0,0 0 0,0-1 0,-1 0 0,0 0 0,-1-1 0,0 0 0,0 0 0,-1-1 0,0 1 0,-16 10 0,-10 5 0,-1-2 0,-46 21 0,73-38 0,-239 96 0,-7-19 0,146-49 0,107-32 0,-14 6-195,0-2 0,0 0 0,-1-1 0,0 0 0,1-1 0,-17-1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1.3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1635 1043 24575,'0'2'0,"-1"0"0,0 0 0,0-1 0,-1 1 0,1 0 0,0-1 0,0 1 0,-1-1 0,1 0 0,-1 1 0,1-1 0,-3 2 0,-1 1 0,-4 3 0,-1 0 0,1 0 0,-1-1 0,0 0 0,-1-1 0,0 0 0,0-1 0,0 0 0,0 0 0,0-1 0,-1-1 0,1 0 0,-19 1 0,-231 22 0,-219 17 0,480-42 0,-353 7 0,346-7 0,0-1 0,0 1 0,0-1 0,0 0 0,1-1 0,-1 0 0,0 0 0,1 0 0,-1-1 0,1 0 0,0 0 0,0-1 0,0 0 0,0 0 0,1 0 0,-1 0 0,1-1 0,0 0 0,-4-6 0,-23-25 0,1-1 0,2-1 0,-25-46 0,42 63 0,2 0 0,0 0 0,1-2 0,1 1 0,1-1 0,2 0 0,0 0 0,-2-30 0,4 22 0,2 0 0,1 0 0,6-37 0,-4 56 0,0-1 0,1 1 0,1 0 0,0 0 0,1 0 0,0 1 0,1-1 0,0 1 0,0 0 0,15-17 0,-2 7 0,2 1 0,0 1 0,1 1 0,1 1 0,0 0 0,48-23 0,-3 7 0,100-32 0,-44 23 0,2 6 0,1 5 0,204-22 0,-302 51 0,0 1 0,1 2 0,35 4 0,-50-2 0,1 0 0,-1 0 0,1 2 0,-1 0 0,0 0 0,-1 2 0,21 11 0,-28-13 0,-1 0 0,0 1 0,0-1 0,0 1 0,-1 0 0,0 1 0,0 0 0,0 0 0,-1 0 0,0 0 0,0 0 0,-1 1 0,3 10 0,3 12 0,-1 0 0,4 33 0,-12-59 0,18 132 0,-17-111 0,0 0 0,-2-1 0,-6 40 0,3-45 0,-1 0 0,-2-1 0,0 0 0,0 0 0,-2-1 0,0 0 0,-1 0 0,-21 26 0,-6 2 0,-69 64 0,42-48 0,-3-3 0,-145 96 0,190-141-273,0 0 0,-1-1 0,-1-2 0,-31 11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2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24575,'320'14'0,"-160"-4"0,98 2-516,77 0-1546,2011 47 1546,-2117-54 301,174 6-318,-65 23 533,-134-11 0,1672 106-1585,-562-98-429,-468-16 1996,1 21-1998,-583-18 3505,-7 6 3382,-225-20-4483,-13-1-5852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3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0 24575,'-3'1'0,"0"-1"0,0 1 0,0 0 0,0 0 0,0 0 0,0 0 0,0 1 0,0-1 0,0 1 0,1 0 0,-1 0 0,-3 2 0,1 1 0,-1 0 0,1 0 0,0 1 0,-5 6 0,10-12 0,0 1 0,-1-1 0,1 1 0,0-1 0,0 0 0,-1 1 0,1-1 0,0 1 0,0-1 0,0 0 0,0 1 0,-1-1 0,1 1 0,0-1 0,0 1 0,0-1 0,0 1 0,0-1 0,0 1 0,0-1 0,0 0 0,0 1 0,1-1 0,-1 1 0,0-1 0,0 1 0,0-1 0,0 1 0,1-1 0,-1 0 0,0 1 0,18 9 0,10-1 0,0-2 0,52 8 0,-41-9 0,175 26 0,134 8-546,159 4-1920,161 0 248,145 0-559,108-3 444,3377 72-3620,-3727-106 6114,1211 38 1427,-725 15 521,-351-3 2800,-686-55-4747,19 3 1906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4.6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592 1 24575,'0'0'0,"1"0"0,-1 0 0,1 0 0,-1 0 0,0 0 0,1 0 0,-1 0 0,1 0 0,-1 0 0,1 0 0,-1 0 0,0 0 0,1 0 0,-1 0 0,1 1 0,-1-1 0,0 0 0,1 0 0,-1 1 0,1-1 0,-1 0 0,0 0 0,1 1 0,-1-1 0,0 0 0,0 1 0,1-1 0,-1 1 0,0 0 0,-3 12 0,-20 17 0,21-28 0,-42 46 0,-3-2 0,-1-3 0,-58 41 0,-169 99 0,244-164 0,9-3 0,22-16 0,0 0 0,0 0 0,-1 1 0,1-1 0,0 0 0,0 0 0,0 0 0,0 1 0,0-1 0,0 0 0,-1 0 0,1 0 0,0 1 0,0-1 0,0 0 0,0 0 0,0 0 0,0 1 0,0-1 0,0 0 0,0 0 0,0 1 0,0-1 0,0 0 0,0 0 0,0 0 0,0 1 0,1-1 0,-1 0 0,0 0 0,0 0 0,0 1 0,0-1 0,0 0 0,0 0 0,1 0 0,-1 1 0,0-1 0,0 0 0,0 0 0,0 0 0,1 0 0,-1 0 0,0 0 0,0 1 0,0-1 0,1 0 0,-1 0 0,0 0 0,0 0 0,0 0 0,1 0 0,-1 0 0,0 0 0,0 0 0,1 0 0,-1 0 0,0 0 0,0 0 0,0 0 0,1 0 0,17 1 0,-18-1 0,52 0 0,-16 0 0,1 0 0,-1 3 0,46 8 0,-80-11 0,0 1 0,0-1 0,0 1 0,0 0 0,0-1 0,-1 1 0,1 0 0,0 0 0,0 0 0,-1 0 0,1 0 0,-1 1 0,1-1 0,-1 0 0,1 1 0,-1-1 0,0 1 0,0 0 0,1-1 0,-1 1 0,-1 0 0,1 0 0,0-1 0,0 1 0,-1 0 0,1 0 0,-1 0 0,1 0 0,-1 0 0,0 0 0,0 0 0,0 0 0,0 3 0,-1 4 0,0 0 0,-1 1 0,-1-1 0,1-1 0,-9 18 0,-29 60 0,-53 80 0,49-92 0,-59 137 0,102-211 0,1 1 0,0 0 0,-1-1 0,1 1 0,0 0 0,-1 0 0,1-1 0,0 1 0,0 0 0,-1 0 0,1 0 0,0-1 0,0 1 0,0 0 0,0 0 0,0 0 0,0-1 0,0 1 0,0 0 0,1 0 0,-1 0 0,0-1 0,0 1 0,1 0 0,-1 0 0,1-1 0,-1 1 0,0 0 0,1-1 0,-1 1 0,1 0 0,0-1 0,-1 1 0,1-1 0,-1 1 0,1-1 0,0 1 0,-1-1 0,1 1 0,0-1 0,0 0 0,-1 1 0,1-1 0,0 0 0,0 0 0,0 1 0,-1-1 0,1 0 0,0 0 0,0 0 0,1 0 0,6 0 0,1-1 0,-1 0 0,0 0 0,11-3 0,-11 2 0,485-120-1365,-437 106-5461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4.9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2 283 24575,'-2'2'0,"3"-4"0,8-4 0,6-5 0,4-3 0,8-8 0,4-5 0,1-5 0,4-5 0,2-5 0,4-6 0,-6 5-8191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5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1 24575,'2'0'0,"1"4"0,-1 7 0,-2 12 0,-5 15 0,-12 16 0,-10 16 0,-10 10 0,-3 2 0,0-10 0,8-15 0,9-16-8191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5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36 24575,'176'-24'-2014,"87"14"3211,-206 9-1304,-13 0 393,91 2 352,-129-1-638,-1 1 0,0 0 0,0 0 0,0 0 0,0 0 0,0 1 0,0 0 0,0 0 0,0 1 0,0-1 0,-1 1 0,0 0 0,6 4 0,-4-1 0,0 0 0,-1 0 0,0 0 0,0 1 0,0 0 0,-1 0 0,7 13 0,-3 1 0,-1 0 0,0 0 0,-2 0 0,0 1 0,2 33 0,-6-19 0,0 1 0,-3 0 0,0 0 0,-3-1 0,-1 0 0,-2 0 0,-15 44 0,-8 6 0,-73 141 0,47-121 0,-5-2 0,-5-3 0,-3-3 0,-126 133 0,194-229 29,0 1-1,0-1 1,-1 0-1,1 0 0,-1 0 1,1 0-1,-1 0 1,0 0-1,0-1 1,0 0-1,-3 2 1,5-3-90,0 0 0,-1 0 0,1 0 0,0 0 0,-1 0 0,1-1 0,0 1 0,0 0 0,-1-1 0,1 1 0,0-1 0,0 1 0,0-1 0,0 1 0,0-1 0,-1 0 0,1 0 0,0 0 1,1 0-1,-1 1 0,0-1 0,0 0 0,0 0 0,0-1 0,1 1 0,-1 0 0,0-2 0,-10-17-6765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5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24575,'2'0'0,"2"0"0,4 4 0,5 7 0,8 10 0,12 11 0,11 12 0,8 6 0,1-3 0,-8-11 0,-12-13-8191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6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0 142 24575,'4'0'0,"6"0"0,10 0 0,16-2 0,31-5 0,45-3 0,56-4 0,67-3 0,61-3-2434,24-2 2434,-16 3 0,-46 4 0,-64 5 0,-65 5-5757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6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431 1 24575,'-4'6'0,"-1"0"0,1 1 0,0-1 0,1 1 0,0 0 0,0 0 0,-3 11 0,-3 7 0,-85 223 0,94-246 0,-1-1 0,0 1 0,1-1 0,-1 1 0,0 0 0,1-1 0,0 1 0,-1-1 0,1 1 0,0 0 0,0-1 0,0 1 0,0 0 0,0-1 0,1 1 0,-1 0 0,0-1 0,1 1 0,-1-1 0,2 3 0,-2-4 0,1 0 0,-1 0 0,1 1 0,-1-1 0,1 0 0,0 0 0,-1 0 0,1 0 0,-1 1 0,1-1 0,0 0 0,-1 0 0,1 0 0,0 0 0,-1-1 0,1 1 0,-1 0 0,1 0 0,0 0 0,22-10 0,13-10 0,312-155 0,-287 149 0,1 2 0,2 4 0,123-24 0,-145 37 0,49 0 0,-79 6 0,0 1 0,1 1 0,-1 0 0,0 1 0,-1 0 0,1 1 0,0 0 0,19 9 0,-28-11 0,0 1 0,0-1 0,0 1 0,0 0 0,0 0 0,-1 0 0,1 0 0,-1 0 0,1 1 0,-1-1 0,0 1 0,0-1 0,0 1 0,0 0 0,-1 0 0,1 0 0,-1 0 0,0 0 0,1 0 0,-1 0 0,-1 0 0,1 1 0,0 5 0,-1-5 0,0 0 0,-1 1 0,0-1 0,0 0 0,0 0 0,0 1 0,0-1 0,-1 0 0,0 0 0,0-1 0,0 1 0,0 0 0,-1-1 0,1 1 0,-1-1 0,0 0 0,-6 6 0,-4 1 0,0 0 0,0-1 0,-1-1 0,0 0 0,-1-1 0,1 0 0,-29 8 0,-119 21 0,160-35 0,-490 58 0,-5-36 0,429-21 0,203-2-2191,94-7-2402,-202 3 4359,-10-1-939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7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5 24575,'0'0'0,"0"0"0,0-1 0,0 1 0,0 0 0,0 0 0,0 0 0,0 0 0,0-1 0,0 1 0,0 0 0,0 0 0,0 0 0,0 0 0,0 0 0,0-1 0,0 1 0,0 0 0,1 0 0,-1 0 0,0 0 0,0 0 0,0-1 0,0 1 0,0 0 0,0 0 0,0 0 0,0 0 0,1 0 0,-1 0 0,0 0 0,0-1 0,0 1 0,0 0 0,0 0 0,1 0 0,-1 0 0,0 0 0,0 0 0,0 0 0,0 0 0,0 0 0,1 0 0,-1 0 0,0 0 0,0 0 0,0 0 0,0 0 0,1 0 0,-1 0 0,0 0 0,0 0 0,0 0 0,0 0 0,0 0 0,1 1 0,-1-1 0,8 8 0,-4-1 0,0 1 0,-1 0 0,0 0 0,-1 0 0,2 10 0,0-3 0,48 270 89,-26 15-532,-30 605-1476,-82-2 2003,73-804-177,-17 226-130,31-314 1588,-1-26-1942,-2-4-5897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7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791 0 24575,'0'4'0,"0"3"0,0 7 0,-6 12 0,-11 24 0,-16 26 0,-17 24 0,-19 19 0,-16 9 0,-13 2 0,-5-6 0,6-14 0,14-21 0,20-27 0,18-23 0,18-21 0,12-18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08.0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24575,'21'6'-8051,"8"14"5791,-20-13 1969,45 39 1785,-3 2 1,62 74-1,-24-24 1118,462 437 201,47-58-3311,-515-420-669,-25-21-4665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12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1252 1093 24575,'-10'4'0,"0"-1"0,-1 0 0,1 0 0,-11 0 0,-8 3 0,-42 8 0,-2-3 0,-99 3 0,-150-22 0,269 4 0,0-2 0,0-3 0,-54-17 0,99 23 0,-1 0 0,1-1 0,0 0 0,0-1 0,1 0 0,-1 0 0,1 0 0,0-1 0,1 0 0,-1-1 0,-8-11 0,-4-7 0,2-1 0,-14-28 0,16 29 0,3 4 0,2-1 0,0 0 0,1 0 0,1-1 0,1 1 0,1-2 0,1 1 0,1-1 0,1 0 0,1 0 0,2 0 0,0 0 0,4-25 0,-2 39 0,1 0 0,0 1 0,1-1 0,0 1 0,0 0 0,1 0 0,0 0 0,1 1 0,0 0 0,0 0 0,0 0 0,1 1 0,1 0 0,15-12 0,6-1 0,0 0 0,63-29 0,26-4-152,127-39 0,131-21-152,-353 106 304,34-10 0,2 3 0,99-13 0,-151 27 17,0 1 0,-1-1 0,1 1 0,0 1 1,-1-1-1,0 1 0,1 0 0,-1 0 0,0 1 0,0 0 0,0 0 1,0 0-1,-1 1 0,1-1 0,5 6 0,8 8 92,0 2 0,23 28 0,-32-36-102,4 8-7,0 1 0,-1 1 0,18 40 0,6 9 0,-35-66 0,0 0 0,-1 0 0,1 0 0,0 0 0,-1 0 0,0 0 0,0 1 0,-1-1 0,1 0 0,-1 1 0,0-1 0,0 1 0,0-1 0,-1 0 0,1 1 0,-1-1 0,0 0 0,-3 8 0,-3 4 0,0-1 0,-1 0 0,-16 23 0,-1 1 0,-63 105 0,69-117 0,-1-2 0,-1 0 0,-31 27 0,6-14 0,-3-2 0,-1-2 0,-78 39 0,115-66-341,-1 0 0,0-1-1,-24 6 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0:36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24575,'0'0'-8191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7:54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24575,'0'0'0,"0"-1"0,1 1 0,-1-1 0,0 1 0,1-1 0,-1 1 0,1-1 0,-1 1 0,0 0 0,1-1 0,-1 1 0,1 0 0,-1-1 0,1 1 0,0 0 0,-1 0 0,1-1 0,-1 1 0,1 0 0,-1 0 0,1 0 0,0 0 0,0 0 0,20-4 0,-17 4 0,516-36-87,-423 32-147,852-17-1529,8 22 1735,-333 0 775,-599-1-7573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39.8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1472 24575,'128'0'0,"364"1"-546,21 6-2184,182 7-126,134 6 1262,3238 106-6603,-3784-115 8825,-180-7-286,165 4 1492,-92-9 2991,-173 1-4549,0 0 1,0-1-1,1 1 1,-1-1-1,0 0 1,0 0-1,0 0 1,0 0-1,0-1 1,0 1-1,0-1 1,-1 0-1,1 0 1,0 0-1,-1 0 0,1 0 1,-1 0-1,0-1 1,0 1-1,0-1 1,0 1-1,0-1 1,-1 0-1,1 0 1,-1 0-1,0 0 1,1 0-1,-2 0 1,2-6-1,3-14-276,-2-1 0,-1 0 0,-1 0 0,-1 1 0,-5-41 0,4 49 0,-65-387 0,57 363 0,1-1 0,-2-1 0,-2 2 0,-22-51 0,25 71 0,-1 1 0,-1-1 0,-1 2 0,0 0 0,-1 0 0,-1 1 0,0 0 0,-24-19 0,-6 2 0,-1 2 0,-2 1 0,-63-28 0,-160-58 0,85 49-207,-3 8 0,-383-68 0,357 98-1,-1 10 1,-330 12 0,327 21 207,170-8 0,0 1 0,-64 20 0,100-23 57,1 1 1,0 0-1,1 0 0,-1 1 1,1 1-1,-18 13 0,-47 54 604,29-28-480,-38 33-181,-189 187 0,263-256 0,0 2 0,0-1 0,1 2 0,0-1 0,1 1 0,-7 16 0,12-23 0,1-1 0,0 1 0,1-1 0,0 1 0,-1 0 0,2 0 0,-1-1 0,1 1 0,0 0 0,0 0 0,0 0 0,1 0 0,0 0 0,0-1 0,1 1 0,-1 0 0,1-1 0,1 1 0,2 5 0,6 8 0,1-1 0,1 0 0,1-1 0,0-1 0,1 0 0,1-1 0,23 18 0,17 8 0,63 35 0,10-3-210,237 94 0,156 9-210,-447-156 420,0-2 0,2-4 0,-1-3 0,2-3 0,92-3 0,1-13-525,-130 7-6301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1.0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0 24575,'-3'4'0,"-1"1"0,0-1 0,1 1 0,0 0 0,0 0 0,1 0 0,-5 10 0,-10 42 0,12-39 0,-71 205 0,24-77 0,32-86 148,-1-1-904,-20 95-1,38-131-6069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1.6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97 108 24575,'-23'71'0,"-24"80"0,39-119 0,1 0 0,-4 60 0,11-89 0,0-1 0,0 0 0,0 1 0,0-1 0,0 0 0,0 0 0,1 1 0,-1-1 0,1 0 0,0 0 0,-1 0 0,1 0 0,0 0 0,0 0 0,0 0 0,3 3 0,-2-2 0,1-1 0,0-1 0,-1 1 0,1 0 0,0-1 0,0 1 0,0-1 0,0 0 0,0 0 0,0 0 0,6 0 0,63 9 0,0-3 0,120-4 0,-156-3 0,-32 0 0,18 0 0,0 0 0,0-2 0,42-8 0,-59 9 0,1-1 0,-1 0 0,1 0 0,-1 0 0,0 0 0,0-1 0,0 0 0,0 0 0,-1 0 0,1-1 0,-1 1 0,0-1 0,0 0 0,0-1 0,-1 1 0,1 0 0,-1-1 0,0 0 0,0 0 0,3-9 0,-1 0 0,-2 0 0,0 0 0,0 0 0,-1 0 0,0-27 0,-9-72 0,6 103 0,-1-1 0,0 1 0,-1 0 0,0 0 0,0 0 0,-1 0 0,-1 0 0,1 1 0,-2 0 0,1 0 0,-1 0 0,0 1 0,-1 0 0,0 0 0,0 0 0,-16-11 0,10 9 0,-1 1 0,-1 1 0,0 0 0,0 1 0,0 0 0,-1 1 0,0 1 0,0 1 0,-31-5 0,-1 4-682,-95 4-1,117 2-6143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2.5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148 1 24575,'25'0'0,"-1"1"0,1 1 0,0 1 0,-1 1 0,1 2 0,27 9 0,-50-14 0,0 0 0,1 0 0,-1 0 0,0 0 0,0 0 0,0 1 0,1-1 0,-2 1 0,1-1 0,0 1 0,0 0 0,0 0 0,-1 0 0,1 0 0,-1 0 0,0 0 0,1 0 0,-1 0 0,0 1 0,0-1 0,0 0 0,-1 1 0,1-1 0,-1 1 0,1-1 0,-1 1 0,0-1 0,0 1 0,0-1 0,0 1 0,0-1 0,0 1 0,-1-1 0,0 1 0,1-1 0,-1 0 0,-2 5 0,0 2 0,-1 0 0,-1-1 0,0 1 0,0-1 0,0 0 0,-1 0 0,0-1 0,-11 11 0,9-11 0,1-1 0,-1-1 0,-1 1 0,1-1 0,-1-1 0,1 0 0,-1 0 0,-1 0 0,-9 1 0,20-5 0,-1 0 0,0 0 0,0 1 0,1-1 0,-1 0 0,0 0 0,0 0 0,0 0 0,0 0 0,1 1 0,-1-1 0,0 0 0,0 0 0,0 0 0,0 0 0,1 1 0,-1-1 0,0 0 0,0 0 0,0 1 0,0-1 0,0 0 0,0 0 0,0 0 0,0 1 0,0-1 0,0 0 0,0 0 0,0 1 0,0-1 0,0 0 0,0 0 0,0 1 0,0-1 0,0 0 0,0 0 0,0 1 0,0-1 0,0 0 0,0 0 0,-1 0 0,1 1 0,0-1 0,0 0 0,0 0 0,0 0 0,0 1 0,-1-1 0,1 0 0,0 0 0,0 0 0,0 0 0,-1 0 0,1 0 0,0 1 0,0-1 0,0 0 0,-1 0 0,1 0 0,0 0 0,0 0 0,-1 0 0,1 0 0,0 0 0,24 11 0,-17-9 0,4 3 0,1 0 0,-1 1 0,0 1 0,-1-1 0,0 2 0,14 11 0,-22-17 0,0 0 0,0 0 0,0 0 0,0 0 0,-1 0 0,1 0 0,-1 1 0,1-1 0,-1 1 0,0-1 0,0 1 0,0-1 0,0 1 0,0 0 0,-1-1 0,1 1 0,-1 0 0,0 0 0,0-1 0,0 1 0,0 0 0,0 0 0,0-1 0,-1 1 0,0 0 0,1-1 0,-1 1 0,0 0 0,0-1 0,0 1 0,-1-1 0,1 0 0,-1 1 0,1-1 0,-1 0 0,-2 2 0,-2 3 0,-1 0 0,0-1 0,-1 0 0,0 0 0,0-1 0,0 0 0,0 0 0,-1-1 0,-11 4 0,-8 2 0,-49 11 0,64-20-151,0 0-1,0 0 0,0-1 0,0-1 1,0 0-1,1-1 0,-1 0 1,-14-5-1,-3 0-6674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3.1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649 7 24575,'-1'-1'0,"0"0"0,0 0 0,-1 1 0,1-1 0,0 1 0,0-1 0,0 1 0,-1-1 0,1 1 0,0 0 0,-1 0 0,1-1 0,0 1 0,-1 0 0,1 0 0,0 0 0,-1 1 0,1-1 0,0 0 0,-1 0 0,1 1 0,0-1 0,0 1 0,-1-1 0,1 1 0,0-1 0,0 1 0,0 0 0,-1 1 0,-33 25 0,35-27 0,-75 72 0,3 3 0,-83 113 0,115-132 0,2 3 0,2 1 0,3 2 0,-36 93 0,55-114 0,1 1 0,-10 59 0,20-81 0,1-1 0,0 1 0,2-1 0,0 1 0,1-1 0,1 1 0,8 33 0,-7-43 0,1 0 0,0 0 0,0 0 0,1-1 0,0 1 0,1-1 0,0 0 0,1-1 0,12 14 0,-7-11 0,1 0 0,0-1 0,0 0 0,1-1 0,24 12 0,3-3 0,1-3 0,0-1 0,79 14 0,-1-7-60,126 4-1,121-13-1895,-206-11-4158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3.6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84 1 24575,'8'0'0,"1"1"0,-1 1 0,0-1 0,1 1 0,-1 1 0,0-1 0,0 2 0,0-1 0,-1 1 0,1 0 0,-1 0 0,8 7 0,8 6 0,-2 2 0,26 27 0,-14-9 0,-2 0 0,-1 2 0,-3 1 0,-1 2 0,-2 0 0,-1 2 0,29 83 0,-39-88 0,-2 0 0,-1 0 0,-2 1 0,-2 0 0,-2 0 0,-2 0 0,-1 1 0,-2-1 0,-11 77 0,7-96 0,0 0 0,-1-1 0,-1 1 0,-1-1 0,0-1 0,-21 34 0,20-40 0,0-1 0,0 0 0,-2 0 0,1-1 0,-1-1 0,-1 0 0,0-1 0,0 0 0,-1 0 0,-19 9 0,10-8 0,0-1 0,-1-1 0,0-1 0,-33 6 0,41-10 0,0-1 0,-1-1 0,1 0 0,0-1 0,0 0 0,-1-2 0,1 0 0,-16-4 0,-7-9-1365,9-5-5461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4.1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107 0 24575,'3'0'0,"0"0"0,1 0 0,-1 1 0,0-1 0,1 1 0,-1-1 0,0 1 0,0 0 0,0 0 0,1 1 0,-1-1 0,4 3 0,-3-1 0,-1 0 0,0 0 0,0 0 0,0 1 0,-1-1 0,1 1 0,-1 0 0,0-1 0,3 7 0,3 6 0,-3-7 0,-1-1 0,0 1 0,0 0 0,0 0 0,-1 0 0,-1 0 0,1 1 0,-2-1 0,2 19 0,-3-27 0,-1 1 0,1 0 0,-1 0 0,0 0 0,1-1 0,-1 1 0,0 0 0,0-1 0,0 1 0,-1-1 0,1 1 0,0-1 0,0 1 0,-1-1 0,1 0 0,-1 0 0,1 0 0,-1 0 0,0 0 0,1 0 0,-4 1 0,-42 14 0,36-14 0,-45 11 0,34-9 0,-32 10 0,54-14 0,0 0 0,0 0 0,-1 0 0,1 0 0,0 0 0,0 0 0,0 0 0,-1 0 0,1 0 0,0 0 0,0 0 0,-1 1 0,1-1 0,0 0 0,0 0 0,0 0 0,-1 0 0,1 0 0,0 1 0,0-1 0,0 0 0,0 0 0,0 0 0,-1 0 0,1 1 0,0-1 0,0 0 0,0 0 0,0 1 0,0-1 0,0 0 0,0 0 0,0 0 0,0 1 0,0-1 0,0 0 0,0 0 0,0 1 0,0-1 0,0 0 0,0 0 0,0 1 0,0-1 0,0 0 0,0 0 0,0 0 0,0 1 0,0-1 0,14 10 0,25 5 0,-38-14 0,47 15-227,1-1-1,1-3 1,0-1-1,0-3 1,71 2-1,-97-10-6598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4.6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24575,'185'0'0,"4"0"0,86 0-546,1390 30-3131,-1397-23 3535,-267-7 253,0 0 0,-1 0 1,1 0-1,0 0 0,0 0 1,0 0-1,0 0 1,0 0-1,0 0 0,0 0 1,0 0-1,-1-1 0,1 1 1,0 0-1,0 0 1,0-1-1,0 1 0,-1-1 1,2 0-1,-8-14 598,6 14-836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4.9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70 6 24575,'-7'-5'0,"4"7"0,4-1 0,-1 1 0,0-1 0,1 0 0,-1 0 0,1 0 0,-1 0 0,1 1 0,-1-1 0,1 0 0,0 0 0,0 0 0,1 1 0,199 190 0,11 12 0,-204-196 0,-2-3 0,-1 1 0,0 0 0,0 0 0,4 7 0,-9-12 0,1 0 0,0-1 0,-1 1 0,1 0 0,-1 0 0,0 0 0,1 0 0,-1 0 0,0 0 0,1 0 0,-1 0 0,0 1 0,0-1 0,0 0 0,0 0 0,0 0 0,0 0 0,0 0 0,-1 0 0,1 0 0,0 0 0,0 0 0,-1 0 0,1 0 0,-1 0 0,1 0 0,-1 0 0,1 0 0,-1 0 0,0 0 0,1-1 0,-1 1 0,0 0 0,-1 1 0,-8 4 0,0-1 0,0 0 0,0 0 0,-1-1 0,0-1 0,1 0 0,-1 0 0,-13 1 0,2 1 0,-269 53-1365,197-41-5461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5.4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450 1 24575,'-2'4'0,"-7"11"0,-9 17 0,-12 25 0,-9 24 0,-7 23 0,-6 14 0,-2 10 0,2-5 0,6-14 0,9-17 0,8-21 0,10-18 0,8-16 0,5-12 0,7-11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6.0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278 205 24575,'0'0'0,"0"1"0,1-1 0,-1 0 0,0 1 0,1-1 0,-1 1 0,0-1 0,0 0 0,1 1 0,-1-1 0,0 1 0,0-1 0,0 1 0,0-1 0,1 0 0,-1 1 0,0-1 0,0 1 0,0-1 0,0 1 0,0-1 0,0 1 0,0-1 0,-1 1 0,1-1 0,0 1 0,0-1 0,0 0 0,0 1 0,0-1 0,-1 1 0,1-1 0,0 1 0,-1-1 0,-7 23 0,7-21 0,-62 172 0,53-139 0,2 0 0,1 0 0,-3 44 0,9-76 0,1 0 0,0-1 0,0 1 0,0 0 0,0 0 0,1 0 0,-1 0 0,1 0 0,0 0 0,0 0 0,0-1 0,0 1 0,0 0 0,1-1 0,-1 1 0,1-1 0,-1 1 0,1-1 0,0 0 0,0 0 0,5 4 0,-2-2 0,0-1 0,1-1 0,-1 1 0,1-1 0,0 0 0,0 0 0,0 0 0,0-1 0,9 1 0,-2-1 0,0 0 0,1-2 0,-1 0 0,0 0 0,0-1 0,0 0 0,0-2 0,0 1 0,-1-1 0,1-1 0,-1 0 0,0-1 0,-1-1 0,1 1 0,16-15 0,-5 4 0,-2-2 0,0 0 0,-2-1 0,0-1 0,-1-1 0,21-33 0,-17 18 0,-2-1 0,-1-1 0,-2-1 0,23-83 0,-39 120 0,0 0 0,-1 0 0,1 0 0,0 0 0,-1-1 0,0 1 0,0 0 0,0 0 0,0 0 0,-1-1 0,-1-5 0,1 8 0,1-1 0,-2 0 0,1 1 0,0-1 0,0 1 0,0-1 0,-1 1 0,1 0 0,-1-1 0,1 1 0,-1 0 0,1 0 0,-1 0 0,0 0 0,0 0 0,1 1 0,-1-1 0,0 0 0,0 1 0,-2-1 0,-69-15 0,0 4 0,-105-5 0,22 3 0,118 10 86,-5 0-570,0-3 1,-62-16-1,87 17-6342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6.5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429 3 24575,'0'1'0,"0"-1"0,0 0 0,0 0 0,0 0 0,0 0 0,0 0 0,-1 0 0,1 0 0,0 1 0,0-1 0,0 0 0,0 0 0,0 0 0,-1 0 0,1 0 0,0 0 0,0 0 0,0 0 0,0 0 0,-1 0 0,1 0 0,0 0 0,0 0 0,0 0 0,0 0 0,-1 0 0,1 0 0,0 0 0,0 0 0,0 0 0,0 0 0,-1 0 0,1 0 0,0 0 0,0 0 0,0-1 0,0 1 0,0 0 0,0 0 0,-1 0 0,1 0 0,0 0 0,0 0 0,0 0 0,0-1 0,0 1 0,0 0 0,0 0 0,0 0 0,-1 0 0,1 0 0,0-1 0,0 1 0,0 0 0,0 0 0,0 0 0,0 0 0,0-1 0,0 1 0,0 0 0,0 0 0,-12 16 0,10-13 0,-67 108 0,4 4 0,-85 210 0,68-99 0,71-187 0,1 0 0,2 1 0,-4 78 0,12-112 0,0 1 0,0-1 0,1 1 0,0-1 0,0 0 0,0 1 0,1-1 0,0 0 0,5 10 0,-6-14 0,0 0 0,1 0 0,-1 0 0,0 0 0,1 0 0,0 0 0,-1 0 0,1-1 0,0 1 0,0-1 0,0 1 0,0-1 0,1 1 0,-1-1 0,0 0 0,0 0 0,1 0 0,-1-1 0,0 1 0,1 0 0,-1-1 0,1 0 0,-1 1 0,1-1 0,-1 0 0,1 0 0,2-1 0,2 0 0,0-1 0,-1 0 0,0 0 0,0 0 0,1-1 0,-1 0 0,-1 0 0,1-1 0,0 1 0,-1-1 0,9-8 0,2-4 0,-1 0 0,17-23 0,-4 3 0,-3-2 0,-1-1 0,-2-1 0,-1-1 0,-2 0 0,17-58 0,-35 94 0,1-1 0,-1 1 0,0-1 0,0 1 0,-1-1 0,1-7 0,-1 11 0,-1 1 0,1-1 0,0 1 0,-1-1 0,1 1 0,-1-1 0,1 1 0,-1 0 0,0-1 0,1 1 0,-1 0 0,0-1 0,0 1 0,0 0 0,0 0 0,0 0 0,0 0 0,0 0 0,-1 0 0,1 0 0,0 0 0,0 1 0,-1-1 0,1 0 0,-1 1 0,1-1 0,-3 0 0,-7-1-174,0 0 0,0 1 0,0 1 0,-1-1 0,-18 3 0,27-2-147,-52 5-6505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7.9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192 5 24575,'-2'-2'0,"-3"0"0,0 1 0,-2 8 0,-1 14 0,-3 23 0,-2 28 0,-3 28 0,0 24 0,-4 11 0,-2 5 0,0-10-3276,3-18-1,4-23 3046,4-27-1176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8.4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15 113 24575,'0'1'0,"1"-1"0,0 0 0,-1 1 0,1-1 0,0 1 0,-1-1 0,1 1 0,-1 0 0,1-1 0,-1 1 0,1-1 0,-1 1 0,0 0 0,1-1 0,-1 1 0,0 0 0,1 0 0,-1-1 0,0 1 0,0 0 0,0 0 0,1-1 0,-1 1 0,0 0 0,0 0 0,-1 1 0,2 23 0,-1-25 0,-1 27 0,-10 40 0,6-37 0,-2 37 0,6-59 0,1 1 0,1-1 0,0 1 0,0 0 0,0-1 0,1 1 0,0-1 0,6 15 0,-5-19 0,0 1 0,0-1 0,0 0 0,0 0 0,1 0 0,-1-1 0,1 1 0,0-1 0,0 0 0,1 0 0,-1 0 0,1 0 0,-1-1 0,1 0 0,0 0 0,0 0 0,0 0 0,8 1 0,9 1 0,2 0 0,40 1 0,-49-5 0,0 1 0,25 2 0,1-2 0,-1-2 0,52-7 0,-86 7 0,0-1 0,-1 0 0,1 0 0,0 0 0,-1-1 0,1 0 0,-1 0 0,0 0 0,0-1 0,0 0 0,0 0 0,-1 0 0,1 0 0,-1-1 0,0 1 0,-1-1 0,1 0 0,-1-1 0,0 1 0,0 0 0,-1-1 0,1 0 0,1-7 0,1-4 0,-1 0 0,-1-1 0,0 1 0,-1-1 0,-1 0 0,-3-34 0,1 44 0,0 1 0,-1-1 0,0 1 0,0-1 0,-1 1 0,0 0 0,0 0 0,-1 0 0,0 0 0,0 1 0,-1-1 0,0 1 0,0 0 0,0 0 0,0 1 0,-1 0 0,0 0 0,0 0 0,-9-4 0,-14-8 0,0 1 0,0 2 0,-39-14 0,40 18 0,-56-22-1365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49.1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555 138 24575,'-4'-8'0,"0"0"0,-1 0 0,0 1 0,0 0 0,-1-1 0,0 2 0,0-1 0,-1 1 0,-11-9 0,7 6 0,-1 1 0,-1 1 0,1-1 0,-1 2 0,-17-6 0,26 10 0,-1 1 0,1 0 0,0 0 0,-1 0 0,1 0 0,-1 1 0,0 0 0,1 0 0,-1 0 0,1 0 0,-1 1 0,1 0 0,-9 2 0,11-2 0,-1 1 0,0-1 0,1 0 0,0 1 0,-1 0 0,1-1 0,0 1 0,0 0 0,0 0 0,0 0 0,0 0 0,0 1 0,0-1 0,1 0 0,-1 1 0,1-1 0,0 1 0,0 0 0,0-1 0,0 1 0,0 0 0,0 0 0,1 2 0,-2 5 0,2-1 0,0 1 0,0-1 0,1 1 0,0-1 0,0 1 0,1-1 0,0 0 0,1 0 0,0 0 0,0 0 0,1 0 0,7 11 0,7 8 0,1 0 0,32 36 0,-35-45 0,7 9 0,112 143 0,-107-132 0,-2 1 0,32 68 0,-57-104 0,1 0 0,-1 1 0,0-1 0,0 1 0,-1-1 0,1 0 0,-1 1 0,0-1 0,0 1 0,-1-1 0,1 1 0,-1-1 0,0 0 0,0 1 0,-1-1 0,1 0 0,-1 0 0,0 0 0,0 0 0,0 0 0,0 0 0,-4 4 0,-4 4 0,0 0 0,-1 0 0,0-1 0,-24 19 0,20-19 0,-1-1 0,0 0 0,0-2 0,-1 0 0,-1 0 0,1-2 0,-1 0 0,0-1 0,0-1 0,0-1 0,-1 0 0,1-1 0,-22-1 0,23-1 0,0-1 0,0-1 0,1 0 0,-1-2 0,1 0 0,-1 0 0,1-1 0,0-1 0,1-1 0,0 0 0,0-1 0,0-1 0,1 0 0,-22-19 0,29 20 0,0 1 0,0-1 0,1-1 0,0 1 0,1-1 0,0 0 0,0 0 0,1-1 0,0 0 0,0 1 0,1-1 0,1 0 0,-3-17 0,3 17 0,2 1 0,-1 0 0,1 0 0,0 0 0,1 0 0,0 0 0,1 0 0,0 0 0,0 0 0,1 0 0,0 1 0,0-1 0,1 1 0,0 0 0,10-15 0,-2 9 0,1 1 0,0 0 0,1 1 0,0 1 0,1 0 0,0 0 0,27-12 0,11-3 0,58-18 0,315-78 0,-418 120 0,-3 1 0,0 0 0,1 0 0,-1-1 0,0 0 0,0 0 0,6-3 0,-10 4 0,0 0 0,-1 0 0,1 1 0,0-1 0,0 0 0,-1 0 0,1 0 0,0 0 0,-1 0 0,1 0 0,-1 0 0,1 0 0,-1 0 0,0 0 0,1 0 0,-1 0 0,0 0 0,0 0 0,0 0 0,0 0 0,0 0 0,0-1 0,0 1 0,0 0 0,0 0 0,0 0 0,-1 0 0,1 0 0,0 0 0,-1 0 0,1 0 0,-1 0 0,1 0 0,-1 0 0,0-1 0,-3-5-140,-1 0 0,0 0 1,0 0-1,-8-8 0,9 11-526,-12-13-6160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52.4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4184 5398 24575,'0'-130'0,"0"-25"0,3-98-546,4-119-1821,4-125 1090,5-110 1094,30-638-1780,73 4-280,-49 851 1848,1 124-442,-60 234 785,1 0 0,2 1 0,19-33-1,-29 57 53,0 1 0,0-1 0,1 1 0,0 0 0,0 0 0,1 0 0,0 1 0,0 0 0,0 0 0,13-8 0,-14 11 0,0 0 0,1 1 0,-1-1 0,0 1 0,1 0 0,-1 0 0,1 1 0,-1 0 0,1 0 0,-1 0 0,1 0 0,-1 1 0,1 0 0,-1 0 0,10 4 0,4 2 0,-1 0 0,0 2 0,-1 0 0,0 1 0,21 16 0,20 20-31,64 62-1,124 149-219,62 108 188,44 101 63,-53-29 100,-19 12 0,-21 12 1,-19 10-1,203 576 0,-295-609-100,-52-95 74,-40-93 223,-51-225-264,15 99 26,-18-106-62,-1 0-1,0 0 1,-2 0-1,-3 21 0,4-37 38,0 0 0,0 0 0,0 0 0,0 0 0,-1 0 0,1 0-1,-1 0 1,0 0 0,1 0 0,-1-1 0,0 1 0,0 0 0,0 0 0,0-1-1,0 1 1,-1-1 0,1 1 0,0-1 0,-1 0 0,1 1 0,-1-1 0,-2 2-1,1-3 71,-1 1-1,1-1 1,0 0-1,-1 0 0,1 0 1,-1 0-1,1-1 0,-1 1 1,1-1-1,0 0 0,0 0 1,-1 0-1,-3-3 0,-110-49 889,-109-61 1539,-145-67-599,-148-66-2132,-128-57-2332,-91-49 51,-778-437-2255,63-98 1762,941 528 1622,156 76 1178,240 170 502,99 96-219,2-1 1,-26-40-1,37 53-93,1 0 0,0 0 0,0 0 0,1-1 1,0 1-1,0-1 0,0 1 0,1-1 0,0 0 0,-1-9 0,2 12-2,1 0 0,0 0 0,-1 1 0,1-1 0,0 0 0,0 1 0,1-1 0,-1 0 0,1 1 0,0 0 0,0-1 0,0 1 0,0 0 0,1 0 0,-1 0 0,1 0 0,4-3-1,3-1 54,0 0-1,0 0 0,1 1 0,0 1 0,0 0 0,0 0 0,15-3 0,20-5 198,85-11 0,482-10 0,375 46-264,376 41 0,318 38 0,1805 148-257,-11 73-991,-2447-196 397,-394-14 870,-584-91 214,75 29 0,-118-38-191,-1 1 1,0 0-1,0 1 0,0-1 1,0 1-1,0 1 0,-1-1 1,0 1-1,0 0 0,10 12 0,-14-15-35,-1 0 0,0 0 0,-1 0 0,1 0-1,0 0 1,0 0 0,-1 0 0,0 0 0,1 0-1,-1 1 1,0-1 0,0 0 0,0 0-1,0 0 1,0 0 0,-1 1 0,1-1 0,0 0-1,-1 0 1,0 0 0,0 0 0,1 0 0,-1 0-1,-1 0 1,1 0 0,0 0 0,0-1 0,-1 1-1,-1 2 1,-7 6-3,0-1 0,0 1 1,-1-2-1,-1 1 0,1-2 0,-22 12 0,-152 63-4,-83 10 0,-501 126 0,-273 41 0,-213 42 0,-147 36 0,-2078 562-698,66 176 0,2435-706 698,205-43 0,197-55 0,174-58 1365,132-51 5462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32.7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1047 1721 24575,'492'2'-225,"499"-4"-484,-773-7 913,-1-9-1,239-51 1,-417 62-144,168-38 149,-159 32-191,0-3 0,56-26 0,-14-2-18,-2-5 0,134-96 0,-209 136 0,-1-1 0,-1 0 0,0-1 0,17-21 0,-23 26 0,-1-1 0,0 0 0,-1 1 0,1-2 0,-1 1 0,-1 0 0,1 0 0,-1-1 0,0 1 0,-1-1 0,1-10 0,-1 0 0,-1 0 0,-1 0 0,-1 1 0,0-1 0,-1 0 0,-1 0 0,-1 1 0,0 0 0,-11-24 0,4 17 0,-1 1 0,-1 1 0,-1 0 0,0 1 0,-34-33 0,13 18 0,-2 2 0,-49-33 0,-84-44 0,32 29-195,-217-93 0,250 132 66,-2 5-1,-210-44 0,145 55 130,-226-8 0,-177 38 0,492 1 0,1 3 0,0 4 0,0 3 0,2 5 0,-124 43 0,-105 81 0,13 24 0,219-122 0,20-13 0,-85 52 0,117-67 0,1 1 0,1 2 0,-26 26 0,41-37 32,1 2 1,0-1-1,1 1 1,0 0-1,1 1 1,0-1-1,1 1 1,0 0-1,1 1 0,0-1 1,-3 20-1,4-4 46,0 0 0,1 0 0,2 0 0,4 33 0,-4-49-78,2-1 0,0 0 0,0 1 0,1-1 0,1 0 0,0-1 0,0 1 0,1-1 0,10 16 0,-8-15 0,2 0 0,-1-1 0,2-1 0,-1 0 0,1 0 0,0 0 0,1-1 0,15 8 0,20 9 26,1-2-1,0-2 0,92 26 0,155 24-1928,-291-71 1856,157 32-6295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38.0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1136 1789 24575,'36'2'0,"53"9"0,2 0 0,565 0 0,-646-11 0,16 0 0,0-2 0,0 0 0,29-7 0,-49 8 0,1-1 0,-1 0 0,0 0 0,0 0 0,0-1 0,-1 0 0,1 0 0,0-1 0,-1 1 0,0-1 0,0 0 0,0-1 0,-1 1 0,1-1 0,-1 0 0,0 0 0,6-11 0,-4 2 0,0 0 0,-1 0 0,-1-1 0,0 0 0,-1 0 0,-1 0 0,1-29 0,-3 0 0,-8-65 0,-2 47 0,-2 0 0,-3 0 0,-2 2 0,-3 0 0,-3 1 0,-2 1 0,-3 1 0,-2 2 0,-2 1 0,-3 1 0,-2 2 0,-3 2 0,-1 1 0,-51-44 0,-4 5 0,-5 5 0,-2 5 0,-171-97 0,232 152 0,-2 2 0,0 3 0,0 1 0,-2 2 0,-72-13 0,47 17 0,-2 2 0,-136 5 0,186 4 0,-1 1 0,1 1 0,-1 2 0,-34 10 0,44-10 0,0 0 0,0 1 0,0 1 0,1 1 0,0 0 0,1 0 0,0 1 0,-14 13 0,4 2 0,0 0 0,1 2 0,1 0 0,2 1 0,-29 58 0,26-39 0,1 1 0,3 1 0,-13 58 0,18-48 0,3 1 0,2 0 0,3 0 0,5 88 0,5-68 0,3 0 0,37 141 0,-34-175 0,1-2 0,3 0 0,41 80 0,-49-109 0,0-1 0,1 1 0,0-2 0,1 1 0,1-2 0,0 1 0,0-1 0,1-1 0,0 0 0,1-1 0,0 0 0,1-1 0,-1 0 0,2-1 0,15 6 0,68 10-1365,-50-15-5461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38.8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24575,'0'2'0,"6"1"0,14 0 0,9-1 0,12-1 0,19 0 0,24-1 0,23 1 0,12-3 0,6-1 0,-6 0 0,-14 1 0,-21 0 0,-22 1 0,-20 1 0,-17 0-8191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39.8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24575,'4035'0'-4470,"-2997"12"4414,40 0 707,-649-12 2991,-7 0-4774,-375 0-5694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42.1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24575,'220'2'0,"33"9"0,183 20-546,228 29-2184,252 29-547,249 25 298,217 14 933,157 3-225,1435 85 625,-6-67 758,-1967-118 888,-275-17 0,-248-10 235,-426-4-87,319-7 1337,-314 2 334,-56 5-1677,0 0 0,-1 0 0,1 0 0,0 0 0,0 0 0,-1-1 0,1 1 0,0 0 0,-1 0 0,1 0 0,0-1 1,-1 1-1,1 0 0,-1-1 0,1 1 0,0 0 0,-1-1 0,1 1 0,-1-1 0,1 1 0,-1-1 0,4-3 1117,-4 4-1099,0-1 0,1 1-1,-1 0 1,1 0 0,-1-1-1,0 1 1,1 0 0,-1 0 0,1 0-1,-1 0 1,1 0 0,-1 0-1,1-1 1,-1 1 0,1 0-1,-1 0 1,1 0 0,-1 1-1,1-1 1,0 0 0,41 0 1480,-28 0-877,-1 0 0,23-3-1,-31 2-676,-1 0 0,1 0 0,-1 0 0,1-1-1,-1 0 1,0 0 0,0 0 0,0 0 0,0 0 0,0-1-1,6-5 1,72-83 234,-22 23-2005,-39 46-5141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46.1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24 24575,'226'-9'0,"39"4"0,160 1-546,174 2-2184,161 0-186,133 1 1100,4449 1-6346,-4838 0 8313,-138 0 452,-123 0-22,-24 0 2319,-189 0 844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0:15:2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24575,'98'5'0,"-38"-1"0,90 5 0,81 1 0,99 2 0,106 4-546,103 1-2024,96-3-65,87 0-128,2149 17-3453,-957-35 4832,-1229-4 1322,-68-7 64,-73-5 273,-76-1 823,-78 1-824,-72 2-274,-71 5 0,-66 4 1056,-53 4 4224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1:00.85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0,'5'2,"0"0,0 0,0-1,1 0,-1 0,0 0,9 0,0 0,485 12,-356-14,1440 1,-1486 6,-37 0,-39-4,-4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1:01.80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1,'1'1,"-1"-1,1 1,0 0,0 0,-1 0,1 0,0 0,0-1,0 1,0 0,0-1,0 1,0-1,0 1,0-1,0 0,0 1,1-1,-1 0,0 0,0 0,2 0,3 2,70 13,-1-4,84 2,-50-5,1122 111,-1225-119,43 6,59-2,-91-5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1:02.957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1 109,'0'-1,"0"0,0 0,1 0,-1 0,1 0,-1 0,1 0,-1 0,1 0,-1 0,1 0,0 0,-1 0,1 1,0-1,0 0,0 0,0 1,0-1,-1 1,1-1,0 1,2-2,29-9,-23 9,40-12,2 3,75-7,109 3,-184 13,1421-12,-863 16,-567 0,56 10,-5-1,70-3,56 5,-211-12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1:49.037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0,'402'0,"104"0,287 1,276 7,212 12,3870 180,-4302-149,-242-10,-217-10,-290-23,-50-5,0 2,64 15,-97-13,-17-7,0 0,0 0,1 0,-1 0,0 0,0 1,0-1,0 0,0 0,0 0,0 0,0 0,0 0,0 0,0 1,0-1,0 0,0 0,0 0,0 0,0 0,0 0,0 1,0-1,0 0,0 0,0 0,0 0,0 0,0 1,0-1,0 0,0 0,0 0,0 0,0 0,0 0,0 0,0 1,-1-1,1 0,0 0,0 0,0 0,0 0,0 0,0 0,0 0,-1 0,-22 7,21-6,-70 13,-75 18,-539 139,294-104,-119 0,-119-3,-104-2,-3240 153,3380-195,132-9,130-5,-4-5,295-3,37 0,8 0,57-6,-48 6,906-55,-718 53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1:52.64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0,'1056'32,"-628"-1,79 12,-486-41,1144 96,5-27,553-36,2-59,-684 16,-690 26,-46-1,-272-16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1:53.91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13,'3'-2,"1"0,-1 1,0 0,0 0,1 0,-1 0,1 0,-1 1,1-1,-1 1,1 0,-1 0,1 1,3 0,14-1,256-2,10 1,125 1,121 0,98 0,2207 44,-2173-15,-50 1,-64-2,-77-7,-83-7,-81-5,-77-5,-190-3,353-6,-389 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1:57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1770 1405 24575,'-63'11'0,"-38"-10"0,-1-4 0,1-4 0,0-5 0,-194-50 0,77-3 0,-229-103 0,418 157 0,2 1 0,1-2 0,0 0 0,-38-25 0,58 33 0,0 0 0,1-1 0,-1 0 0,1 1 0,0-2 0,0 1 0,1-1 0,-1 1 0,1-1 0,1 0 0,-1-1 0,1 1 0,0-1 0,1 1 0,-1-1 0,1 0 0,0 0 0,1 0 0,-1-11 0,2 6 0,1 1 0,0-1 0,0 1 0,2 0 0,-1 0 0,1 0 0,1 0 0,0 0 0,1 1 0,7-14 0,7-7 0,0 2 0,27-31 0,-15 24-50,1 1 1,1 2-1,3 2 0,54-40 0,-39 37-133,2 3 0,108-48 1,-54 39-18,1 5 1,1 5-1,162-23 1,48 11-326,708-27-2129,7 53 25,-652 19 2097,-47 6 308,-55 9-672,41 20 820,-275-29 557,0 1 0,0 3 0,-1 1 0,69 33 0,-86-32 129,-1 0-1,-1 2 1,0 1 0,-1 1-1,32 32 1,-44-38-354,-2 0-1,0 0 1,0 1 0,-1 1-1,-1-1 1,0 2 0,-1-1-1,-1 1 1,0 0 0,-1 1 0,4 21-1,-5-8-255,-1 0 0,-1 0 0,-2 0 0,-1 0 0,-2 1 0,-1-1 0,-1 0 0,-1-1 0,-2 1 0,-1-1 0,-1 0 0,-18 38 0,9-31 0,-2 0 0,-1-2 0,-1 0 0,-2-2 0,-1-1 0,-2 0 0,0-2 0,-62 49 0,31-36-152,-2-3-1,-2-2 1,-1-3-1,-2-3 1,-83 29-1,-3-11-304,-207 40-1,-470 32-2312,-10-64 1348,-743-48-1295,1298-27 1849,-109-22 1199,143-5 2917,144 16-969,79 20-6721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00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749 5 24575,'0'0'0,"1"-1"0,-1 1 0,0 0 0,0 0 0,0-1 0,1 1 0,-1 0 0,0 0 0,0 0 0,0-1 0,1 1 0,-1 0 0,0 0 0,1 0 0,-1-1 0,0 1 0,0 0 0,1 0 0,-1 0 0,0 0 0,1 0 0,-1 0 0,0 0 0,1 0 0,-1 0 0,0 0 0,1 0 0,-1 0 0,0 0 0,1 0 0,-1 0 0,0 0 0,1 0 0,-1 0 0,0 0 0,0 1 0,1-1 0,-1 0 0,0 0 0,0 0 0,1 1 0,-1-1 0,0 0 0,0 0 0,1 0 0,-1 1 0,0-1 0,0 0 0,0 1 0,1-1 0,-1 0 0,0 0 0,0 1 0,0-1 0,0 0 0,0 1 0,0-1 0,0 1 0,3 22 0,-6-6 0,0 0 0,-1 0 0,-10 27 0,9-28 0,-178 475-410,-24-8-156,141-332 515,-197 444 51,246-553 0,16-36-20,5-9-3,8-10 192,-11 12-124,53-59 140,2 2 1,77-60 0,137-87 113,-258 196-299,12-9 0,36-19 0,-58 36 0,-1 0 0,0 0 0,1 0 0,-1 1 0,1-1 0,-1 0 0,1 1 0,-1-1 0,1 1 0,0 0 0,-1-1 0,1 1 0,-1 0 0,1 0 0,0 0 0,-1 0 0,1 0 0,0 1 0,-1-1 0,1 0 0,-1 1 0,1-1 0,-1 1 0,1-1 0,-1 1 0,1 0 0,-1 0 0,1 0 0,-1 0 0,0 0 0,1 0 0,-1 0 0,0 0 0,0 0 0,0 1 0,0-1 0,0 0 0,0 1 0,-1-1 0,1 1 0,0-1 0,-1 1 0,1-1 0,-1 1 0,1-1 0,0 3 0,2 9 0,-1 0 0,0 1 0,-1-1 0,0 20 0,-1-26 0,-1 100-1506,9 134-3772,11-89 5044,-9-82-939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18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654 1 24119,'-652'524'0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03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5486 24575,'23'-22'0,"47"-37"0,-10 13 0,174-136 0,167-118-546,182-126-2184,165-108-547,121-76 446,47-27 1336,-41 25-799,-122 76 1343,-168 106-541,-174 113 1459,-153 106 1382,-118 87-617,-128 112-206,0 0 1,18-24-1,-29 35-492,-1 1 0,1-1 0,-1 1 0,1-1-1,-1 1 1,0-1 0,1 0 0,-1 1 0,0-1 0,0 0 0,0 1 0,1-1 0,-1 0 0,0 0 0,0 1 0,0-1 0,0 0 0,0 1 0,0-1 0,0-1 0,-1 2 0,1 0 0,0-1 1,-1 1-1,1 0 1,0 0-1,-1 0 0,1-1 1,0 1-1,-1 0 1,1 0-1,-1 0 0,1 0 1,0 0-1,-1-1 1,1 1-1,-1 0 0,1 0 1,0 0-1,-1 0 1,1 0-1,-1 0 0,1 0 1,-1 1-1,-26 7 1729,27-8-1752,-134 68 6172,11-5-3796,-410 166-2203,56-25-1180,382-160 824,-128 49 160,203-88 12,20-5 0,0 0 0,0 0 0,0 0 0,0 0 0,0 0 0,0 0 0,0 0 0,-1 0 0,1 0 0,0 0 0,0 0 0,0 0 0,0 0 0,0 0 0,0-1 0,0 1 0,0 0 0,-1 0 0,1 0 0,0 0 0,0 0 0,0 0 0,0 0 0,0 0 0,0 0 0,0 0 0,0 0 0,0-1 0,0 1 0,0 0 0,0 0 0,0 0 0,0 0 0,-1 0 0,1 0 0,0 0 0,0 0 0,0-1 0,0 1 0,0 0 0,0 0 0,0 0 0,0 0 0,0 0 0,0 0 0,1 0 0,-1-1 0,0 1 0,0 0 0,0 0 0,0 0 0,0 0 0,0 0 0,0 0 0,0 0 0,0 0 0,0 0 0,0 0 0,0-1 0,0 1 0,0 0 0,1 0 0,-1 0 0,31-25 0,241-134 0,-30 34 0,1263-571-2160,-1463 678 2160,-8 3 0,49-16 0,-81 30 0,-1 1 0,1 0 0,0-1 0,-1 1 0,1 0 0,0-1 0,0 1 0,-1 0 0,1 1 0,3-1 0,-5 0 0,1 0 0,-1 1 0,0-1 0,1 0 0,-1 0 0,0 0 0,0 1 0,1-1 0,-1 0 0,0 0 0,0 0 0,1 1 0,-1-1 0,0 0 0,0 1 0,0-1 0,1 0 0,-1 1 0,0-1 0,0 0 0,0 1 0,0-1 0,0 0 0,0 1 0,0-1 0,0 0 0,0 1 0,0-1 0,0 0 0,0 1 0,-1 3 0,0 0 0,0-1 0,0 1 0,-1-1 0,0 1 0,0-1 0,-3 5 0,-111 184 3314,-120 283-4065,140-242-615,8-6-4759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04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 24575,'0'-1'0,"0"1"0,0 0 0,0 0 0,0 0 0,0 0 0,0-1 0,0 1 0,0 0 0,0 0 0,0 0 0,0 0 0,0-1 0,0 1 0,1 0 0,-1 0 0,0 0 0,0 0 0,0 0 0,0-1 0,0 1 0,0 0 0,0 0 0,1 0 0,-1 0 0,0 0 0,0 0 0,0 0 0,0 0 0,0 0 0,1 0 0,-1-1 0,0 1 0,0 0 0,0 0 0,0 0 0,1 0 0,-1 0 0,0 0 0,0 0 0,0 0 0,0 0 0,1 0 0,-1 0 0,0 1 0,0-1 0,0 0 0,0 0 0,1 0 0,-1 0 0,16 7 0,50 29 0,108 67 0,172 97-546,215 116-2184,222 121-547,191 113 298,129 93 933,1078 726-922,-96 139 1131,-1331-886 1837,-179-98 51,-170-113 154,-145-113 210,-113-104 1039,-79-84-547,-65-105-596,0-1 0,-1 1-1,0 0 1,0 0-1,0 1 1,1 8 0,-3-14-299,0 0-1,0 0 1,0 1 0,0-1 0,0 0 0,0 0-1,0 0 1,0 0 0,0 0 0,0 0 0,0 1 0,0-1-1,0 0 1,0 0 0,0 0 0,0 0 0,0 0 0,0 0-1,0 1 1,0-1 0,0 0 0,0 0 0,0 0 0,0 0-1,0 0 1,0 0 0,-1 0 0,1 0 0,0 0-1,0 1 1,0-1 0,0 0 0,0 0 0,0 0 0,0 0-1,-1 0 1,1 0 0,0 0 0,0 0 0,0 0 0,0 0-1,0 0 1,0 0 0,-1 0 0,1 0 0,-8-6 533,0-5 161,0 0-1,0-1 0,1 0 0,1 0 0,-8-21 0,8 19-325,-332-825 2559,258 632-2772,34 89-167,-207-560 0,252 673 0,-6-19 0,7 24 0,0 0 0,0 0 0,0 0 0,0 0 0,0 0 0,0 0 0,0 0 0,0 0 0,0 0 0,0 1 0,0-1 0,0 0 0,0 0 0,1 0 0,-1 0 0,0 0 0,0 0 0,0 0 0,0 0 0,0 0 0,0 0 0,0 0 0,0 0 0,0 0 0,0 0 0,0 0 0,0 0 0,0 0 0,1 0 0,-1 0 0,0 0 0,0 0 0,0 0 0,0 0 0,0 0 0,0 0 0,0 0 0,0 0 0,0 0 0,0-1 0,0 1 0,0 0 0,0 0 0,0 0 0,0 0 0,0 0 0,1 0 0,-1 0 0,0 0 0,0 0 0,0 0 0,0 0 0,0 0 0,0 0 0,0 0 0,0 0 0,0-1 0,0 1 0,0 0 0,0 0 0,0 0 0,0 0 0,0 0 0,0 0 0,0 0 0,0 0 0,0 0 0,0 0 0,0 0 0,10 12 0,71 108 0,-48-69 0,154 236 122,371 604 539,-545-868-661,13 23 0,39 93 0,-63-135 0,-1 0 0,1-1 0,-1 1 0,0 0 0,-1 1 0,1-1 0,-1 0 0,1 0 0,-1 0 0,-1 8 0,0-10 0,0 0 0,0 0 0,0 0 0,0 0 0,0 0 0,-1 0 0,1 0 0,0 0 0,-1-1 0,0 1 0,1-1 0,-1 1 0,0-1 0,0 1 0,0-1 0,0 0 0,0 0 0,0 0 0,0 0 0,0-1 0,0 1 0,-3 0 0,-12 3-31,1-1 0,0 0 0,-1-2 0,1 0 0,-21-1 0,-223-22-713,-169-39-357,-54-18-3472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14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24575,'166'3'0,"-1"8"0,266 52 0,-410-59 0,59 15 0,-74-17 0,0 1 0,0-1 0,0 1 0,0 0 0,0 0 0,0 1 0,-1-1 0,1 1 0,6 7 0,-10-7 0,1-1 0,-1 0 0,0 1 0,0 0 0,-1-1 0,1 1 0,-1 0 0,0 0 0,0 0 0,0 0 0,0 0 0,-1 0 0,0 0 0,0 0 0,0 0 0,0 0 0,0 0 0,-1 0 0,0 0 0,-2 8 0,0-2 0,0 0 0,-1 0 0,0-1 0,-1 1 0,0-1 0,-1 0 0,-7 9 0,-13 10 0,-1-2 0,-1 0 0,-58 39 0,40-31 0,20-14 13,-409 327-1391,408-322-5448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15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36 24575,'-1'-2'0,"0"-1"0,7-2 0,14-1 0,38-1 0,20 2 0,4 1 0,-9 1 0,-17 2-8191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16.4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265 1 24575,'-33'24'0,"1"2"0,1 1 0,1 2 0,2 0 0,1 2 0,2 1 0,-27 44 0,51-76 0,1 1 0,-1 0 0,1-1 0,-1 1 0,1 0 0,-1-1 0,1 1 0,-1 0 0,1 0 0,0-1 0,-1 1 0,1 0 0,0 0 0,0 0 0,0-1 0,0 1 0,-1 0 0,1 0 0,0 0 0,0 0 0,1-1 0,-1 1 0,0 0 0,0 0 0,0 0 0,0 0 0,1 1 0,1-1 0,0 0 0,-1 0 0,1-1 0,0 1 0,0 0 0,-1 0 0,1-1 0,0 1 0,0-1 0,0 0 0,0 0 0,3 1 0,43 3 0,115 16 0,-140-16 0,1 1 0,-1 2 0,0 0 0,38 19 0,-54-23 0,0 1 0,-1 0 0,0 1 0,1-1 0,-1 1 0,-1 1 0,1-1 0,-1 1 0,0 0 0,0 0 0,-1 0 0,0 1 0,0-1 0,0 1 0,-1 0 0,5 13 0,-6-11 0,0 0 0,-1 0 0,0 0 0,0 0 0,-1 1 0,0-1 0,0 0 0,-1 0 0,-1 0 0,1 0 0,-1 0 0,-1 0 0,-5 14 0,0-7 0,0 0 0,-1-1 0,-1 0 0,0 0 0,-1-1 0,0 0 0,-1-1 0,-19 16 0,14-15 0,-1-1 0,0 0 0,0-1 0,-2-1 0,1-1 0,-29 11 0,25-14-1365,4-3-5461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17.0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 24575,'7'-3'0,"2"-2"0,0 1 0,0 0 0,0 1 0,0 0 0,1 0 0,18-2 0,302-2 0,-209 9 0,62-1 0,-182-1 0,1 0 0,-1 0 0,1 0 0,-1 0 0,1 0 0,-1 0 0,1 0 0,-1 1 0,1-1 0,-1 1 0,1-1 0,-1 1 0,0 0 0,1-1 0,-1 1 0,0 0 0,0 0 0,1 0 0,-1 0 0,0 0 0,0 0 0,0 0 0,0 1 0,0-1 0,-1 0 0,2 2 0,-1 1 0,0 0 0,0 1 0,-1-1 0,1 0 0,-1 0 0,0 1 0,-2 6 0,2 0 0,-2 3 0,0 0 0,0 0 0,-1 0 0,-1-1 0,-1 1 0,-7 15 0,-43 76 0,32-65 0,-214 373 0,-85 156 0,314-552 101,5-9-248,-1-1 0,0 0 1,0-1-1,0 1 1,0-1-1,-1 1 1,0-1-1,-1-1 1,-6 7-1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25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1053 1 24575,'-3'0'0,"0"1"0,1 0 0,-1 1 0,1-1 0,-1 0 0,1 1 0,-1-1 0,1 1 0,0 0 0,0 0 0,-3 3 0,-6 4 0,-474 330 0,189-138 0,234-157 0,-66 61 0,112-94 0,13-10 0,1 1 0,0-1 0,0 0 0,-1 1 0,1 0 0,0-1 0,0 1 0,-2 3 0,3-4 0,1-1 0,0 0 0,0 0 0,0 1 0,0-1 0,0 0 0,0 1 0,0-1 0,0 0 0,0 0 0,0 1 0,0-1 0,1 0 0,-1 1 0,0-1 0,0 0 0,0 0 0,0 1 0,0-1 0,0 0 0,1 0 0,-1 1 0,0-1 0,0 0 0,0 0 0,0 0 0,1 1 0,-1-1 0,0 0 0,0 0 0,1 0 0,-1 0 0,0 0 0,0 0 0,1 1 0,-1-1 0,1 0 0,12 5 0,-11-5 0,21 6 0,37 3 0,-51-8 0,545 38 0,-430-34 0,732 34-1365,-747-35-5461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25.9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347 1 24575,'1'0'0,"0"0"0,-1 1 0,1-1 0,0 1 0,-1-1 0,1 1 0,-1-1 0,1 1 0,-1-1 0,1 1 0,-1 0 0,1-1 0,-1 1 0,1 0 0,-1-1 0,0 1 0,1 0 0,-1 0 0,0-1 0,0 1 0,0 0 0,1 0 0,-1 0 0,0-1 0,0 1 0,0 0 0,-1 1 0,3 27 0,-3-27 0,-3 63 0,-3-1 0,-18 76 0,5-33 0,-241 1321-4436,230-1268 1192,22-115 2733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30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1219 105 24575,'45'-12'0,"1"2"0,0 1 0,0 3 0,50 0 0,-38 2 0,697-49-1208,-738 52 1208,38-3 0,88 5 0,-138-1 0,0 0 0,-1 0 0,1 1 0,-1 0 0,1 0 0,-1 0 0,1 0 0,-1 1 0,0 0 0,1 0 0,-1 0 0,0 0 0,4 4 0,-7-5 0,0 0 0,0 0 0,0 0 0,0 1 0,-1-1 0,1 0 0,-1 0 0,1 1 0,-1-1 0,1 0 0,-1 1 0,0-1 0,1 1 0,-1-1 0,0 0 0,0 1 0,0 1 0,-1 2 0,0-1 0,0 0 0,0 0 0,0 0 0,-1 0 0,0 0 0,-3 7 0,-21 28 0,-1 0 0,-55 59 0,66-79 0,-134 151-189,-58 62-566,-55 60 567,209-231 177,-803 898-1980,24 24-293,762-895 719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3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1 107 24575,'10'-2'-3276,"11"-5"-1,12 0 6123,6 0-2846,2-1 1154,3 0-1154,1 0 607,4 1-607,0-2 1946,3 0-1946,-3-1 0,-4 1 0,-13 2 0,-17 2 0,-16 3 0,-15 0 0,-5 2-8191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31.2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418 0 24575,'-9'32'-619,"-8"50"-1,8-30 787,-8 28 190,4 1 1,-5 123-1,18-200-357,0 0 0,0 0 0,0-1 0,0 1 0,0 0 0,1 0 0,0 0 0,0 0 0,0-1 0,0 1 0,1 0 0,-1-1 0,1 1 0,0-1 0,0 0 0,0 0 0,1 1 0,-1-1 0,1-1 0,-1 1 0,1 0 0,0-1 0,0 1 0,0-1 0,1 0 0,-1 0 0,0 0 0,1 0 0,-1-1 0,1 1 0,0-1 0,0 0 0,6 1 0,-4-1 0,-1 0 0,1 0 0,-1 1 0,1 0 0,-1 0 0,0 0 0,0 1 0,0-1 0,-1 1 0,1 1 0,0-1 0,-1 0 0,0 1 0,0 0 0,0 0 0,0 0 0,-1 1 0,0-1 0,0 1 0,0 0 0,0 0 0,-1 0 0,0 0 0,3 9 0,0 4 0,-1 1 0,-1-1 0,0 1 0,-2 0 0,0 0 0,-1 0 0,-1 0 0,-1-1 0,0 1 0,-1 0 0,-2-1 0,1 0 0,-2 0 0,-13 28 0,12-30 0,0-2 0,-2 1 0,1-1 0,-2 0 0,0 0 0,-1-1 0,0-1 0,-1 0 0,0 0 0,-1-1 0,0-1 0,0 0 0,-1-1 0,-1-1 0,0 0 0,-27 11 0,36-17 0,-1 0 0,0-1 0,0 0 0,0 0 0,0 0 0,1-1 0,-1 0 0,0 0 0,0-1 0,0 1 0,0-2 0,0 1 0,1-1 0,-1 0 0,-10-5 0,8 3 0,0-1 0,1-1 0,-1 0 0,1 0 0,0-1 0,1 1 0,-1-2 0,1 1 0,-11-17 0,10 12-151,1-1-1,0 1 0,1-2 0,0 1 1,1-1-1,1 1 0,0-1 1,-4-27-1,3-11-6674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31.9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683 1 24575,'-1'2'0,"0"1"0,0 0 0,1-1 0,-2 1 0,1-1 0,0 1 0,0-1 0,-3 4 0,-145 196 0,-6 10 0,102-128 0,4 3 0,3 2 0,5 1 0,3 3 0,5 1 0,3 1 0,5 1 0,-13 102 0,38-197 0,-6 42 0,-1 73 0,7-105 0,0 1 0,1-1 0,1 1 0,0-1 0,0 1 0,1-1 0,1 0 0,0 0 0,0 0 0,1-1 0,8 15 0,-8-19 0,1 0 0,-1-1 0,1 1 0,0-1 0,0 0 0,0 0 0,1-1 0,0 0 0,-1 0 0,2 0 0,-1-1 0,0 0 0,1 0 0,13 2 0,3 0 0,0-2 0,0-1 0,41 0 0,-21-5 0,0-1 0,0-2 0,0-3 0,-1-1 0,0-2 0,-1-2 0,-1-1 0,79-43 0,-74 32 0,-1-2 0,-2-3 0,0-1 0,-3-2 0,0-1 0,-3-3 0,40-50 0,-60 67 0,13-24 0,-25 38 0,-1-1 0,-1 1 0,1-1 0,-1 0 0,-1 0 0,1 0 0,0-10 0,-2 16 0,-1 0 0,0-1 0,0 1 0,0 0 0,0 0 0,-1 0 0,1 0 0,-1-1 0,1 1 0,-1 0 0,0 0 0,1 0 0,-1 0 0,0 0 0,0 0 0,-1 1 0,1-1 0,0 0 0,-1 0 0,1 1 0,-1-1 0,1 1 0,-1-1 0,0 1 0,0 0 0,1 0 0,-1 0 0,-4-2 0,-4-1 0,0 0 0,0 1 0,-1 0 0,-15-2 0,20 4 0,-79-10-82,0 5 0,-123 5 0,125 2-1037,18-1-5707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2.4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488 1 24575,'-2'16'0,"0"1"0,-2 0 0,0-1 0,0 0 0,-2 0 0,-8 18 0,9-18 0,-120 286 0,87-212 0,-142 295 0,105-230 0,74-153 0,-18 30 0,19-31 0,0-1 0,0 0 0,0 0 0,0 0 0,0 0 0,0 0 0,0 1 0,0-1 0,-1 0 0,1 0 0,0 0 0,0 0 0,0 0 0,0 0 0,0 1 0,-1-1 0,1 0 0,0 0 0,0 0 0,0 0 0,0 0 0,-1 0 0,1 0 0,0 0 0,0 0 0,0 0 0,-1 0 0,1 0 0,0 0 0,0 0 0,0 0 0,-1 0 0,1 0 0,0 0 0,0 0 0,0 0 0,0 0 0,-1 0 0,1-1 0,-2-7 0,3-14 0,4 9 0,0 0 0,1 0 0,1 0 0,0 1 0,0 0 0,16-19 0,-4 9 0,0 1 0,31-25 0,-47 43 0,10-8 0,0 0 0,24-14 0,-32 22 0,0 1 0,0 0 0,1 0 0,-1 0 0,0 0 0,1 1 0,-1 0 0,1 0 0,-1 1 0,1-1 0,11 2 0,3 1 0,-1 0 0,1 2 0,23 7 0,-40-10 0,0 0 0,0 0 0,0 0 0,0 1 0,0-1 0,0 1 0,0-1 0,0 1 0,0 0 0,-1 0 0,4 4 0,-4-4 0,-1 1 0,0-1 0,1 1 0,-1-1 0,0 1 0,0-1 0,-1 1 0,1 0 0,0 0 0,-1-1 0,0 1 0,1 0 0,-1 0 0,-1 3 0,-1 61 0,0-21 0,4 51 0,-1-93 0,0-1 0,0 0 0,0 1 0,0-1 0,0 0 0,1 0 0,0 0 0,-1 0 0,1 0 0,0 0 0,1-1 0,-1 1 0,0-1 0,1 1 0,-1-1 0,1 0 0,0 0 0,0 0 0,-1 0 0,2 0 0,2 1 0,10 4 0,0-1 0,32 9 0,-34-11 0,12 4-1365,-2-1-5461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4.1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24 24575,'0'-1'0,"0"0"0,0 0 0,0 0 0,0 1 0,1-1 0,-1 0 0,0 0 0,0 0 0,1 0 0,-1 0 0,1 0 0,-1 0 0,0 0 0,1 0 0,0 1 0,-1-1 0,1 0 0,-1 0 0,1 1 0,0-1 0,0 0 0,-1 1 0,1-1 0,0 1 0,0-1 0,0 1 0,0-1 0,0 1 0,-1-1 0,1 1 0,0 0 0,0 0 0,0 0 0,0-1 0,0 1 0,0 0 0,0 0 0,0 0 0,0 0 0,0 1 0,0-1 0,0 0 0,0 0 0,0 0 0,0 1 0,1 0 0,2 0 0,-1 0 0,1 0 0,-1 0 0,0 0 0,1 1 0,-1 0 0,0 0 0,0 0 0,0 0 0,0 0 0,4 5 0,1 3 0,1-1 0,0 0 0,15 11 0,13 13 0,74 77 0,177 135 0,304 153 0,-291-207 0,238 141 0,13-19 0,-311-177 0,231 121 0,235 138 0,121 107 0,-620-360 0,-207-142 1,-1 1-38,1-1 0,-1 1 0,1-1 0,-1 1 0,1-1 0,-1 1 1,1-1-1,0 1 0,-1-1 0,1 1 0,0-1 0,-1 0 0,1 1 0,0-1 0,-1 0 0,1 0 0,0 1 0,0-1 1,0 0-1,-1 0 0,1 0 0,0 0 0,0 0 0,-1 0 0,1 0 0,0 0 0,0-1 0,-1 1 0,1 0 0,0 0 0,0-1 1,-1 1-1,1 0 0,0-1 0,-1 1 0,2-1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4.9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610 1 24575,'1'10'0,"0"1"0,1-1 0,1 1 0,-1-1 0,8 15 0,0 6 0,9 33 0,54 165 0,-29-119 0,49 131 0,-63-161 0,-12-35 0,-1 1 0,18 87 0,-35-132 0,0 0 0,1 0 0,-1 0 0,0 0 0,0 0 0,0 0 0,0 0 0,0 0 0,0 0 0,0 1 0,0-1 0,-1 0 0,1 0 0,0 0 0,-1 0 0,1 0 0,0 0 0,-1 0 0,1 0 0,-1 0 0,0 0 0,1 0 0,-1-1 0,0 1 0,0 0 0,1 0 0,-1 0 0,0-1 0,0 1 0,0-1 0,0 1 0,0-1 0,0 1 0,0-1 0,0 1 0,0-1 0,0 0 0,-1 1 0,-5 0 0,0-1 0,1 0 0,-1 0 0,0 0 0,-9-2 0,-1 0 0,-68-1 0,-137 10 0,172-1 0,0 2 0,0 2 0,1 2 0,-52 21 0,70-22-273,0-2 0,-1-1 0,-1-1 0,-46 3 0,12-5-6553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6.1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1 178 24575,'0'-2'0,"0"1"0,0 0 0,0 0 0,1 0 0,-1 0 0,0-1 0,1 1 0,-1 0 0,1 0 0,-1 0 0,1 0 0,0 0 0,-1 0 0,1 0 0,0 0 0,0 0 0,0 1 0,0-1 0,0 0 0,1 0 0,24-13 0,-20 12 0,39-16 0,2 2 0,60-12 0,98-9 0,-181 33 0,277-32 0,-297 35 0,-1 1 0,1 0 0,0 1 0,0-1 0,0 1 0,0 0 0,7 2 0,-11-3 0,1 0 0,-1 1 0,1-1 0,-1 0 0,1 0 0,-1 1 0,0-1 0,1 0 0,-1 1 0,1-1 0,-1 1 0,0-1 0,0 0 0,1 1 0,-1-1 0,0 1 0,0-1 0,1 1 0,-1-1 0,0 1 0,0-1 0,0 1 0,0-1 0,1 1 0,-2 0 0,1 0 0,0 1 0,-1-1 0,1 0 0,0 0 0,-1 0 0,1 0 0,-1 0 0,0 0 0,1 0 0,-1 0 0,0 0 0,0 0 0,1 0 0,-2 0 0,-275 258 0,-107 179 0,335-378 0,-28 43-1365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7.1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712 0 24575,'-15'0'0,"-1"1"0,1 1 0,0 0 0,-1 1 0,1 1 0,0 0 0,1 1 0,-1 0 0,-15 9 0,-2 3 0,0 2 0,2 1 0,0 1 0,1 2 0,1 0 0,-45 52 0,25-19 0,4 3 0,-54 90 0,8 16 0,88-161 0,0-1 0,1 1 0,-1 0 0,1 0 0,0 0 0,0 0 0,0 0 0,1 0 0,-1 1 0,1-1 0,0 0 0,0 0 0,1 0 0,-1 0 0,2 5 0,-1-7 0,0 1 0,0-1 0,0 1 0,0-1 0,1 0 0,-1 1 0,1-1 0,-1 0 0,1 0 0,0 0 0,0 0 0,0 0 0,0-1 0,0 1 0,0-1 0,0 1 0,1-1 0,-1 0 0,0 1 0,1-1 0,-1-1 0,1 1 0,0 0 0,2 0 0,25 3 0,0-2 0,0-1 0,0-2 0,38-4 0,-65 4 0,17-1 0,0 0 0,21-6 0,-37 7 0,0 0 0,0 0 0,0-1 0,-1 1 0,1-1 0,0 0 0,-1 0 0,1 0 0,-1 0 0,1 0 0,-1-1 0,0 0 0,0 1 0,0-1 0,0 0 0,-1-1 0,3-3 0,-3 3 0,-1-1 0,0 1 0,0-1 0,0 1 0,-1-1 0,1 1 0,-1-1 0,0 1 0,-1-6 0,-7-42 0,7 49 0,0-5 0,-1 0 0,0 0 0,0 1 0,-1-1 0,0 1 0,0 0 0,-1 0 0,0 0 0,-9-11 0,10 14 0,-1 0 0,0 0 0,-1 1 0,1-1 0,-1 1 0,1 0 0,-1 0 0,0 1 0,0 0 0,0-1 0,0 2 0,-1-1 0,1 1 0,-12-2 0,-55 0-852,67 3 339,-15 0-6313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7.6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 24575,'88'2'0,"-31"0"0,82-8 0,-123 3-1365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8.1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306 1 24575,'-4'0'0,"-1"1"0,0 0 0,1 0 0,-1 0 0,0 1 0,1 0 0,0-1 0,-1 2 0,1-1 0,0 0 0,0 1 0,0 0 0,1 0 0,-1 0 0,-3 4 0,-4 4 0,1 1 0,0 0 0,-10 18 0,15-23 0,1-2 0,1 1 0,-1 0 0,1 0 0,0 0 0,-1 7 0,3-12 0,1 0 0,-1 0 0,1 1 0,0-1 0,0 0 0,0 0 0,0 1 0,0-1 0,0 0 0,0 1 0,0-1 0,0 0 0,1 0 0,-1 1 0,1-1 0,-1 0 0,1 0 0,-1 0 0,1 0 0,-1 0 0,1 0 0,0 1 0,0-1 0,-1-1 0,1 1 0,0 0 0,0 0 0,0 0 0,0 0 0,0-1 0,0 1 0,1 0 0,0 0 0,21 8 0,1-1 0,-1 0 0,47 7 0,-16-4 0,-24-4 0,4 0 0,-1 2 0,55 22 0,-85-29 0,0-1 0,0 1 0,-1-1 0,1 1 0,0 0 0,-1 0 0,0 0 0,1 1 0,-1-1 0,0 1 0,0-1 0,0 1 0,-1-1 0,1 1 0,0 0 0,-1 0 0,0 0 0,0 0 0,0 0 0,0 0 0,0 0 0,-1 0 0,1 1 0,-1-1 0,0 0 0,0 0 0,0 1 0,0-1 0,-2 4 0,0 3 0,0 0 0,-1 0 0,0-1 0,0 1 0,-2-1 0,1 0 0,-1 0 0,-7 11 0,-4 1 0,-1 0 0,-38 35 0,-47 32 0,71-63 0,6-3 86,-1-2-1,-1-1 0,-49 26 1,63-39-229,1-1 1,-2 0 0,1-1 0,-1 0-1,1-1 1,-1 0 0,0-1 0,0-1 0,0 0-1,0-1 1,-17-2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8.8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591 0 24575,'0'3'0,"-1"-1"0,1 0 0,-1 0 0,1 0 0,-1 1 0,0-1 0,0 0 0,0 0 0,0 0 0,0 0 0,0 0 0,0-1 0,-1 1 0,-2 3 0,-28 22 0,22-19 0,-62 43 0,-2-2 0,-114 54 0,45-26 0,136-73 0,-1 0 0,1 0 0,-1 1 0,-11 10 0,18-14 0,0 0 0,1-1 0,-1 1 0,1 0 0,-1-1 0,1 1 0,-1 0 0,1-1 0,0 1 0,-1 0 0,1 0 0,0-1 0,0 1 0,-1 0 0,1 0 0,0 0 0,0 0 0,0-1 0,0 1 0,0 0 0,0 0 0,0 0 0,0 0 0,1-1 0,-1 1 0,0 0 0,0 0 0,1-1 0,-1 1 0,0 0 0,1 0 0,-1-1 0,1 1 0,-1 0 0,1-1 0,-1 1 0,1 0 0,0-1 0,-1 1 0,1-1 0,-1 1 0,1-1 0,0 1 0,1-1 0,4 5 0,1-1 0,1 0 0,11 4 0,-16-7 0,43 17 0,95 21 0,57-3 0,-160-29 0,-17-4 0,273 42 0,-206-36 0,122-3 0,-203-6 29,32-4 275,-37 4-381,-1 0 0,1-1-1,-1 1 1,1-1 0,-1 1 0,1-1 0,-1 0-1,0 0 1,1 0 0,-1 0 0,0 0 0,0 0 0,1 0-1,-1 0 1,0 0 0,0 0 0,0-1 0,-1 1-1,1 0 1,0-1 0,1-1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2:49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0 24575,'-1'1'0,"0"-1"0,0 0 0,-1 0 0,1 1 0,0-1 0,0 1 0,0-1 0,0 1 0,0-1 0,0 1 0,0 0 0,0-1 0,1 1 0,-1 0 0,0 0 0,0 0 0,0 0 0,1 0 0,-1 0 0,1 0 0,-1 0 0,0 0 0,1 0 0,0 0 0,-1 0 0,1 0 0,0 0 0,-1 0 0,1 0 0,0 0 0,0 3 0,-1 44 0,1-36 0,-21 348 0,-25-1 0,-3 31 0,43-336-1365,3-38-5461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3:16.0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152 1 24575,'0'4'0,"0"3"0,0 4 0,0 5 0,-4 5 0,-5 1 0,-5 1 0,-4-1 0,-2-1 0,0-2 0,1-2 0,1-2 0,2-4 0,2-3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4:37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24575,'-4'0'0,"-3"0"0,1 0 0,20 0 0,39 0 0,58 0 0,84 0 0,91 4-2095,81 5 2095,35 5-3277,-11 1 3258,-52-3 19,-74-4 0,-78-2 0,-69-3 0,-54-2-2800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4:37.8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400 5 24575,'-1'0'0,"1"0"0,0-1 0,0 1 0,0 0 0,0 0 0,0-1 0,0 1 0,0 0 0,-1 0 0,1-1 0,0 1 0,0 0 0,0 0 0,-1 0 0,1-1 0,0 1 0,0 0 0,0 0 0,-1 0 0,1 0 0,0 0 0,0-1 0,-1 1 0,1 0 0,0 0 0,-1 0 0,1 0 0,0 0 0,0 0 0,-1 0 0,1 0 0,0 0 0,0 0 0,-1 0 0,1 0 0,0 0 0,-1 0 0,1 0 0,0 1 0,0-1 0,-1 0 0,1 0 0,0 0 0,0 0 0,-1 0 0,1 1 0,0-1 0,0 0 0,-1 1 0,1 0 0,0 0 0,0 0 0,1 0 0,-1 0 0,0-1 0,0 1 0,0 0 0,1 0 0,-1 0 0,0 0 0,1 0 0,-1-1 0,0 1 0,1 0 0,-1 0 0,2 0 0,73 86-1170,-23-29-936,-20-20-115,7 6 1578,57 88-1,-95-130 644,0 0 0,1 0 0,-1 0 0,0-1 0,0 1 0,-1 0 0,1 1 0,0-1 0,-1 0 0,1 0 0,-1 0 0,0 0 0,0 0 0,0 1 0,0-1 0,0 0 0,0 3 0,-2-3 0,1 1 0,0-1 0,0 0 0,-1 0 0,1-1 0,-1 1 0,1 0 0,-1 0 0,0-1 0,0 1 0,0-1 0,0 1 0,0-1 0,0 0 0,0 0 0,-3 1 0,-233 93 5598,129-55-4450,-210 93-2475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11.8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 24575,'1048'-7'-690,"98"1"-95,3572 7-7255,-2591-1 6976,-1731 0-315,450 0 12234,-487 0-11117,-317 0-6564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08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24575,'1073'48'-220,"-922"-38"-106,323 21-2404,-100-6 486,1638 97-233,-1697-108 2059,1035 17-413,-883-23 536,31-1-1008,273 6 3935,-678-10-2611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08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 24575,'-2'0'0,"4"0"0,14 0 0,14 0 0,22 0 0,51 2 0,98 6 0,155 13 0,186 7-3276,195 12 1566,169 13 1710,99 3-3276,10 2 1420,-83 1 1856,-161-8-3277,-193-8 3122,-190-12 155,-160-10 5359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10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853 12 24575,'-16'-7'0,"16"7"0,0 0 0,0 0 0,0 0 0,0 0 0,0 0 0,0 0 0,0 0 0,0 0 0,0 0 0,0 0 0,1-1 0,-1 1 0,0 0 0,0 0 0,0 0 0,0 0 0,0 0 0,0 0 0,0 0 0,0 0 0,0 0 0,0 0 0,0 0 0,0 0 0,0 0 0,0-1 0,0 1 0,0 0 0,0 0 0,0 0 0,0 0 0,0 0 0,0 0 0,0 0 0,0 0 0,0 0 0,0 0 0,0 0 0,0-1 0,0 1 0,0 0 0,0 0 0,0 0 0,0 0 0,-1 0 0,1 0 0,0 0 0,0 0 0,0 0 0,0 0 0,0 0 0,0 0 0,0 0 0,0 0 0,0 0 0,0 0 0,0 0 0,0 0 0,0 0 0,-1 0 0,1 0 0,0 0 0,0 0 0,0 0 0,0 0 0,0 0 0,0 0 0,0 0 0,36-2 0,-32 2 0,234 8 0,-214-7 0,261 13-546,138 5-1829,141 4 521,128-1-861,94-4 806,2178 31-3725,-2530-43 5397,-152-3 682,-73 0 2046,-334-4 881,-1489-3 2700,-820 5-10187,669 0 2312,1253-1 1803,63 0-316,77 0-950,83 0 1369,73 0 1993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14.6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2042 1953 24575,'0'0'0,"1"0"0,-1 0 0,1 0 0,0 0 0,-1 0 0,0 1 0,1-1 0,-1 0 0,1 1 0,-1-1 0,1 0 0,-1 1 0,1-1 0,-1 0 0,0 1 0,1-1 0,-1 1 0,0-1 0,1 0 0,-1 1 0,0-1 0,0 1 0,0-1 0,1 1 0,-1-1 0,0 1 0,0-1 0,0 1 0,0-1 0,0 1 0,0 0 0,0-1 0,0 1 0,0-1 0,0 1 0,0-1 0,0 1 0,0-1 0,0 1 0,-1-1 0,1 1 0,0-1 0,-1 2 0,-9 21 0,5-19 0,0 0 0,-1 0 0,1 0 0,-1-1 0,0 0 0,0 0 0,0-1 0,-11 4 0,-11 5 0,0 1 0,0-2 0,-1 0 0,0-2 0,0-2 0,-32 4 0,-69 20 0,38-6 0,-31 0 0,-1-5 0,-169 3 0,221-21 0,1-4 0,0-2 0,0-4 0,1-3 0,-114-34 0,162 38 0,0-1 0,1-2 0,0 0 0,1-1 0,0-1 0,1-1 0,-29-26 0,16 9 0,1-2 0,2-1 0,-26-40 0,41 54 0,1-1 0,1 0 0,1-1 0,1 0 0,1 0 0,1-1 0,1 0 0,1-1 0,1 1 0,1-1 0,2 0 0,-1-30 0,3 33 0,0-1 0,7-40 0,-5 53 0,0 1 0,1 0 0,0 0 0,0 0 0,1 0 0,0 0 0,1 1 0,-1-1 0,1 1 0,8-8 0,10-9 0,2 1 0,1 0 0,0 2 0,2 1 0,33-18 0,158-72 0,-167 85 0,-11 6 0,832-368 0,-484 244-227,12 27-194,385-31 297,7 42-53,-722 96 116,1400-105-1205,-1374 112 1035,149 0-88,-4 21 930,-200-11-508,0 2 0,-1 2 0,0 1 0,-1 2 0,48 26 0,177 117 1378,-240-142-1428,30 19-32,-2 2 0,89 79 0,-136-110-21,0 0 0,-1 1 0,1 0 0,-1 0 0,-1 0 0,1 0 0,-1 1 0,-1 0 0,1 0 0,-1 0 0,-1 0 0,1 0 0,-1 0 0,-1 1 0,0-1 0,0 1 0,0-1 0,-1 1 0,-2 14 0,-2 600 0,18-347 0,-14-271-124,0 0 0,0 0-1,-1-1 1,0 1 0,0 0-1,0-1 1,0 1 0,-1 0-1,1-1 1,-1 0 0,0 1 0,-1-1-1,1 0 1,-1 0 0,0 0-1,0-1 1,0 1 0,-5 4-1,-6 5-740,-2-1 0,1 0 0,-22 11 0,28-17 642,-228 118-580,-12-19 867,15-19 24,-4-11-1,-3-10 0,-284 38 1,-749 15-4428,1086-111 7529,65-5-4807,70-1 2630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17.1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1517 1494 24575,'-11'6'-164,"-1"0"-1,0 0 0,0-1 1,0-1-1,-1 0 1,0 0-1,0-1 0,-19 1 1,-110 2 1321,103-6-979,-225-8 5,222 4-191,1-2 1,0-2 0,0-1 0,-51-20-1,0-10 8,2-5 0,2-4 0,-112-79 0,180 113 0,0-1 0,1 0 0,1-2 0,0 0 0,1-1 0,1 0 0,-17-27 0,26 33 0,-1-1 0,2-1 0,0 1 0,0-1 0,2 0 0,-1 0 0,2-1 0,0 1 0,1-1 0,0 0 0,1 1 0,1-1 0,1-20 0,2 17 0,1-1 0,0 1 0,1 0 0,1 0 0,1 0 0,0 1 0,2 0 0,0 0 0,0 1 0,15-18 0,12-12 0,82-80 0,-47 57 0,102-74 0,-129 111 0,0 3 0,2 2 0,2 1 0,54-20 0,-53 29 0,1 2 0,0 3 0,82-10 0,154 2 0,23 17 0,-289 5 0,0 2 0,0 0 0,0 2 0,-1 0 0,1 1 0,18 10 0,21 7 0,65 19 0,169 69 0,-251-93 0,-2 2 0,-1 2 0,0 1 0,66 57 0,-88-66 0,27 23 0,-2 2 0,-1 2 0,38 51 0,-70-78 0,-1-1 0,0 1 0,-1 1 0,0 0 0,-1 0 0,6 28 0,11 102 0,-19-109-1114,-2 1-1,-5 72 0,2-93 737,-2 1 0,-1-1 0,0 0 0,-1 0 1,0 0-1,-2-1 0,0 1 0,-14 22 0,3-13 339,-1-1 1,-2-1 0,0-1 0,-2 0-1,0-2 1,-1 0 0,-41 25-1,-19 6 1812,-95 43-1,90-54 1238,31-17-3916,1-4-5882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49.7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801 1 24575,'-2'0'0,"1"0"0,0 0 0,-1 0 0,1 0 0,-1 1 0,1-1 0,-1 0 0,1 1 0,0-1 0,-1 1 0,1 0 0,0 0 0,0-1 0,-2 2 0,-30 19 0,0 2 0,2 1 0,-35 35 0,-78 91 0,69-64 0,-101 151 0,140-179 0,2 1 0,3 2 0,2 1 0,-20 65 0,37-67 288,11-50-471,0 0-1,-1-1 0,-1 1 1,1-1-1,-1 1 0,-1-1 0,1 0 1,-7 10-1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0.1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0 24575,'-4'2'0,"2"6"0,2 12 0,8 17 0,1-1 0,19 46 0,-7-21 0,69 218 0,-89-273 0,1 0 0,0 1 0,1-1 0,-1 1 0,1-1 0,6 9 0,-8-14 0,0 0 0,0 0 0,0 1 0,0-1 0,0 0 0,0 0 0,1 0 0,-1 0 0,1 0 0,-1-1 0,0 1 0,1 0 0,-1-1 0,1 1 0,-1-1 0,1 1 0,0-1 0,-1 0 0,1 1 0,-1-1 0,1 0 0,0 0 0,-1 0 0,1-1 0,0 1 0,-1 0 0,1-1 0,1 0 0,12-4 0,0-1 0,0-1 0,-1 0 0,0-1 0,17-13 0,2 0 0,55-34 178,176-100-1721,-237 142-5283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2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24575,'2'-1'0,"0"0"0,0 0 0,0 0 0,0 0 0,0 1 0,0-1 0,0 1 0,0-1 0,0 1 0,0 0 0,0 0 0,3 0 0,6 0 0,-1 0 0,0 1 0,0 1 0,0 0 0,0 0 0,0 1 0,16 6 0,235 103 0,-221-93 0,240 115-546,115 57-1807,138 67 584,142 74-932,128 72 218,90 59-101,761 457 210,-71 107 925,-1095-657 1406,-145-75 366,-122-74 46,-110-89 550,-91-105-572,-2 0 0,25 50 0,-22-23 1247,-19-51-1452,-1 1-1,-1 0 0,1 0 1,0-1-1,-1 1 1,0 0-1,0 0 0,0 0 1,-1 0-1,0 6 1,1-10-78,0 1 1,0-1 0,0 0-1,0 1 1,0-1 0,0 1-1,-1-1 1,1 1 0,0-1-1,0 1 1,0-1 0,0 0 0,-1 1-1,1-1 1,0 1 0,0-1-1,-1 0 1,1 1 0,0-1-1,-1 0 1,1 1 0,0-1-1,-1 0 1,1 0 0,0 1-1,-1-1 1,1 0 0,-1 0-1,1 0 1,-1 1 0,1-1 0,0 0-1,-1 0 1,1 0 0,-1 0-1,1 0 1,-1 0 0,1 0-1,-1 0 1,1 0 0,-1 0-1,1 0 1,0 0 0,-1 0-1,1 0 1,-1-1 0,1 1-1,-1 0 1,1 0 0,0 0 0,-1-1-1,1 1 1,-1 0 0,1-1-1,0 1 1,-1 0 0,1-1-1,0 1 1,0 0 0,-1-1-1,1 1 1,0 0 0,0-1-1,-1 0 1,-16-27 1739,5 1-5503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2.6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525 1 24575,'9'9'0,"-1"1"0,0 0 0,9 16 0,2 1 0,120 172 0,137 258 0,-267-441 0,13 26 0,-21-40 0,0 0 0,-1 0 0,1 0 0,0 0 0,-1 1 0,1-1 0,-1 0 0,0 0 0,0 0 0,0 1 0,0-1 0,0 0 0,0 0 0,0 1 0,-2 3 0,1-5 0,0 0 0,0 0 0,-1 1 0,1-1 0,0 0 0,-1 0 0,1 0 0,-1 0 0,1 0 0,-1-1 0,1 1 0,-1 0 0,0-1 0,1 1 0,-1-1 0,0 0 0,0 1 0,1-1 0,-1 0 0,0 0 0,0 0 0,-2-1 0,1 1 0,-313-10 0,301 9 0,-391-38-4037,218 18 1794,120 15 332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3.8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590 1 24575,'1'0'0,"1"0"0,-1 0 0,0 0 0,0 0 0,0 1 0,1-1 0,-1 0 0,0 1 0,0-1 0,0 1 0,0 0 0,0-1 0,0 1 0,0 0 0,0-1 0,0 1 0,0 0 0,0 0 0,0 0 0,-1 0 0,1 0 0,0 0 0,-1 0 0,1 0 0,-1 0 0,1 0 0,-1 0 0,1 1 0,-1 1 0,2 4 0,0 0 0,-1 1 0,0 13 0,0-10 0,-1 20 0,-1 1 0,-2 0 0,0-1 0,-2 0 0,-2 0 0,-15 45 0,-79 176 0,98-246 0,-164 356 0,-119 277 0,269-598 0,9-28 0,9-25 0,8-14 0,2 1 0,0 0 0,1 1 0,18-26 0,71-92 0,-50 76 0,3 3 0,2 2 0,3 2 0,3 3 0,103-72 0,-159 124 0,7-5 0,-1 0 0,2 1 0,-1 1 0,1 0 0,1 0 0,-1 2 0,27-8 0,-39 13 0,-1-1 0,0 1 0,0 0 0,0 0 0,0 0 0,1 0 0,-1 0 0,0 0 0,0 0 0,0 0 0,0 1 0,0-1 0,1 0 0,-1 1 0,0-1 0,0 0 0,0 1 0,0 0 0,0-1 0,0 1 0,0 0 0,0-1 0,0 1 0,-1 0 0,1 0 0,0 0 0,0-1 0,-1 1 0,1 0 0,0 0 0,-1 0 0,1 0 0,-1 1 0,1-1 0,-1 0 0,0 0 0,1 0 0,-1 0 0,0 2 0,1 4 0,-1 1 0,0 0 0,0-1 0,-1 1 0,-1 8 0,-1 0 0,-8 224 0,8-135 0,2-95 0,0 18 0,1 0 0,3 30 0,-1-48 0,0 0 0,0-1 0,0 1 0,1-1 0,1 0 0,0 0 0,0 0 0,0 0 0,12 15 0,-5-10 0,1-1 0,0 0 0,1-1 0,25 19 0,75 38 0,94 35-394,886 302-2549,-909-351-1911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8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4848 24575,'0'1'0,"0"0"0,1-1 0,-1 1 0,0-1 0,1 1 0,-1-1 0,1 1 0,-1-1 0,1 1 0,-1-1 0,1 1 0,-1-1 0,1 0 0,0 1 0,-1-1 0,1 0 0,-1 1 0,1-1 0,0 0 0,-1 0 0,1 0 0,0 0 0,-1 1 0,1-1 0,0 0 0,-1 0 0,1 0 0,0 0 0,-1-1 0,2 1 0,28-1 0,-26 0 0,47-5 0,93-23 0,65-31 0,97-45-546,97-54-1826,89-59 527,63-58-791,548-346-1577,-49-81 2528,-682 416 411,-83 33 1049,-171 137 713,-6-4 0,-5-6 1,98-151-1,-51 45-170,210-291 206,-67 178 2660,-123 148 2457,-166 190-5411,-6 7-54,-1-1-1,1 1 1,0-1 0,-1 0 0,1 1 0,-1-1 0,0 0-1,0 0 1,1 0 0,-1 0 0,0 0 0,-1 0 0,1 0 0,0-1-1,0-3 1,-1 6-171,0-1 1,0 1-1,-1 0 0,1-1 0,0 1 0,0 0 1,-1-1-1,1 1 0,0 0 0,-1-1 0,1 1 1,0 0-1,-1 0 0,1-1 0,-1 1 0,1 0 1,0 0-1,-1 0 0,1 0 0,-1 0 0,1-1 1,-1 1-1,1 0 0,0 0 0,-1 0 0,1 0 1,-1 0-1,1 0 0,-1 0 0,1 1 0,-1-1 0,-17 4-38,-37 15 33,-64 33 0,16-6 0,-816 328 0,855-348 0,40-20 0,49-22 0,49-21 0,92-32 0,68-15-484,1139-325-1947,-1367 408 2430,212-50-51,-213 49 52,0 1 0,0 1 0,0-1 0,-1 0 0,1 1 0,0 0 0,0 1 0,8 0 0,-12 0 0,0-1 0,0 0 0,0 1 0,0-1 0,0 1 0,-1-1 0,1 1 0,0 0 0,0-1 0,-1 1 0,1 0 0,-1 0 0,1-1 0,0 1 0,-1 0 0,1 0 0,0 1 0,-1 1 0,1-1 0,0 1 0,-1 0 0,1 0 0,-1-1 0,0 1 0,0 0 0,0 3 0,-8 114 1862,-3 183-830,65 352-1614,56-10 0,-97-574 582,64 259 0,-56-274-1159,-5-24-4635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8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 1 24575,'-4'125'19,"-21"132"0,-38 126-184,60-362 141,-59 293-337,-36 238-34,94-507-819,4-19-4856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5:59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907 140 24575,'0'-2'0,"0"1"0,0-1 0,-1 1 0,1-1 0,-1 1 0,0 0 0,1-1 0,-1 1 0,0 0 0,0 0 0,1-1 0,-1 1 0,0 0 0,0 0 0,0 0 0,-1 0 0,1 0 0,0 0 0,0 0 0,0 1 0,-1-1 0,1 0 0,0 1 0,-2-1 0,-39-13 0,36 13 0,-61-13 0,-1 3 0,1 3 0,-127 2 0,120 4 0,-134-19 0,151 5 0,46 12 0,0 0 0,0 1 0,0 0 0,-21-2 0,31 5 0,0 0 0,0 0 0,0 1 0,0-1 0,0 0 0,0 0 0,0 0 0,0 1 0,0-1 0,0 0 0,0 1 0,0-1 0,1 1 0,-1-1 0,0 1 0,0-1 0,0 1 0,1 0 0,-1-1 0,0 1 0,1 0 0,-1 0 0,0-1 0,1 1 0,-1 0 0,1 0 0,0 0 0,-1 0 0,1 0 0,0 0 0,-1 0 0,1-1 0,0 1 0,0 0 0,0 0 0,0 0 0,0 0 0,0 0 0,0 2 0,0 4 0,1 1 0,0-1 0,0 1 0,3 7 0,10 34 0,3 0 0,35 72 0,62 92 0,-13-46-1744,6-4 0,7-5 0,151 160 0,-191-242 1542,-15-21-811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0T11:46:05.14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1 164,'417'-28,"-230"10,832-45,-644 55,-98-4,-118 2,308 0,-223 6,-36-7,160 12,-453 8,-801 98,884-107,-228 23,-310-8,-146-18,416 4,400-1,30 0,87 0,105-1,105-2,88-5,1286-48,-1404 41,-54 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1:47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1 24575,'2'0'0,"-3"2"0,-6 3 0,-7 2 0,-5 2 0,-4 2 0,0 0 0,3-1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2:44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24575,'0'0'-8191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2:45.2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24575,'0'0'-8191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3:12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24575,'0'0'-8191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13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0 128 24575,'29'-1'0,"0"-2"0,0 0 0,38-11 0,3 0 0,662-75 0,-718 88 0,8-1 0,0 1 0,-1 1 0,44 5 0,-63-4 0,1-1 0,-1 1 0,1 0 0,-1 0 0,0 0 0,1 0 0,-1 0 0,0 0 0,0 0 0,0 1 0,0-1 0,0 1 0,0 0 0,0-1 0,-1 1 0,1 0 0,-1 0 0,1 0 0,-1 0 0,1 0 0,-1 1 0,0-1 0,0 0 0,0 1 0,-1-1 0,1 0 0,0 1 0,-1-1 0,0 1 0,1-1 0,-1 1 0,-1 4 0,1 4 0,-2 0 0,0 0 0,0 0 0,-1 0 0,0 0 0,-5 10 0,-29 61 0,-3-2 0,-64 94 0,28-50 0,-191 379 0,253-473-341,1 1 0,2 0-1,-9 38 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13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0 24575,'0'2'0,"0"3"0,0 2 0,-4 4 0,-5 4 0,-8 4 0,-2 2 0,0 2 0,3-2 0,3-1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8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24575,'0'2'0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9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24575,'0'0'-8191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30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24575,'-2'0'0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30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35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1094 24575,'2'0'0,"0"1"0,1-1 0,-1 1 0,1-1 0,-1 1 0,0 0 0,1 0 0,-1 0 0,0 0 0,0 1 0,0-1 0,0 0 0,3 3 0,24 25 0,-20-19 0,212 265 0,-162-197 0,40 59 0,62 77 0,-158-211 0,3 6 0,1-1 0,0 0 0,1 0 0,0 0 0,0-1 0,0 0 0,1-1 0,15 9 0,-23-15 0,0 0 0,0 1 0,0-1 0,0 0 0,-1 0 0,1 0 0,0 0 0,0 0 0,0 0 0,0 0 0,0 0 0,0 0 0,-1-1 0,1 1 0,0 0 0,0 0 0,0-1 0,-1 1 0,1-1 0,0 1 0,0 0 0,-1-1 0,1 0 0,0 1 0,-1-1 0,1 1 0,0-1 0,-1 0 0,1 1 0,-1-1 0,1 0 0,-1 0 0,1-1 0,11-31 0,14-125 0,-5 17 0,13 0-151,5 1 0,7 2 0,98-206 0,-54 169-50,7 3-1,131-174 1,-201 309-381,31-33 0,-34 47-5237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37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0 362 24575,'4'1'0,"-1"-1"0,0 1 0,0-1 0,0 1 0,0 0 0,-1 0 0,1 0 0,0 1 0,0-1 0,-1 1 0,1 0 0,-1-1 0,1 1 0,-1 0 0,0 1 0,1-1 0,-1 0 0,0 0 0,-1 1 0,1 0 0,2 3 0,4 8 0,-1 1 0,11 28 0,-12-26 0,7 16 0,2-1 0,1-1 0,1 0 0,1-1 0,2-1 0,1-1 0,27 28 0,-20-28 0,0-1 0,2-1 0,1-2 0,41 25 0,-70-47 0,0-1 0,1 0 0,-1 1 0,1-1 0,0 0 0,-1-1 0,1 1 0,-1 0 0,1-1 0,5 1 0,-7-1 0,0 0 0,0-1 0,0 1 0,0 0 0,0-1 0,0 1 0,0-1 0,-1 1 0,1-1 0,0 0 0,0 1 0,0-1 0,0 0 0,-1 0 0,1 1 0,0-1 0,-1 0 0,1 0 0,-1 0 0,1 0 0,-1 0 0,1 0 0,-1 0 0,1 0 0,-1 0 0,0 0 0,0 0 0,0 0 0,1 0 0,-1-1 0,3-22 0,0-1 0,-2-37 0,2-16 0,3 13 0,4 1 0,2 0 0,23-69 0,-24 99 0,1 0 0,2 1 0,2 0 0,1 2 0,1 0 0,2 0 0,29-34 0,-39 53 86,1 1-1,1 0 0,24-18 1,-30 25-242,0 0 1,0 1 0,1 0 0,-1 0 0,1 0 0,0 0 0,0 1-1,0 1 1,0-1 0,13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38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0 678 24575,'1'7'0,"0"1"0,0-1 0,0 0 0,1 0 0,0 0 0,0 0 0,1-1 0,-1 1 0,2-1 0,-1 1 0,1-1 0,4 6 0,9 9 0,35 37 0,-30-36 0,-3-2 0,94 92 0,-112-111 0,0 0 0,0-1 0,0 1 0,0 0 0,0 0 0,0-1 0,0 1 0,0-1 0,0 1 0,0-1 0,0 1 0,1-1 0,-1 0 0,0 0 0,0 1 0,0-1 0,2 0 0,-2 0 0,0-1 0,0 1 0,0 0 0,0-1 0,-1 1 0,1 0 0,0-1 0,0 1 0,-1-1 0,1 1 0,0-1 0,-1 0 0,1 1 0,-1-1 0,1 0 0,-1 1 0,1-1 0,-1 0 0,1 0 0,2-6 0,-1 1 0,0-1 0,0 1 0,0-1 0,0-8 0,0 4 0,15-79 0,4 1 0,57-156 0,-46 173 0,48-79 0,-55 110 0,2 0 0,2 2 0,40-41 0,-60 71-114,0 0 1,1 0-1,0 1 0,0 0 0,1 1 1,0 0-1,1 0 0,-1 2 0,1-1 1,0 1-1,13-3 0,15 0-6712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38.7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1636 24575,'0'0'0,"0"0"0,-1 0 0,1 0 0,0 0 0,0-1 0,0 1 0,-1 0 0,1 0 0,0 0 0,0 0 0,0 0 0,-1 0 0,1 0 0,0 0 0,0 0 0,-1 0 0,1 0 0,0 0 0,0 0 0,0 0 0,-1 0 0,1 0 0,0 0 0,0 0 0,-1 0 0,1 0 0,0 1 0,0-1 0,0 0 0,-1 0 0,1 0 0,0 0 0,0 0 0,0 0 0,0 1 0,-1-1 0,1 0 0,0 0 0,0 0 0,0 1 0,0-1 0,0 0 0,0 0 0,0 0 0,0 1 0,-1-1 0,1 0 0,0 0 0,0 0 0,0 1 0,0-1 0,0 0 0,0 0 0,0 1 0,0-1 0,0 0 0,0 0 0,1 1 0,-3 16 0,3-9 0,0 0 0,1 0 0,0-1 0,0 1 0,0 0 0,7 12 0,28 45 0,-21-36 0,52 86 0,5-3 0,101 121 0,-171-230 0,21 21 0,-24-23 0,1 0 0,0-1 0,0 1 0,0-1 0,0 1 0,-1-1 0,1 0 0,0 1 0,0-1 0,0 0 0,0 1 0,0-1 0,0 0 0,0 0 0,0 0 0,0 0 0,0 0 0,0 0 0,0 0 0,0 0 0,0-1 0,0 1 0,0 0 0,0 0 0,0-1 0,0 1 0,0-1 0,0 1 0,-1-1 0,2 0 0,3-3 0,0-1 0,-1 0 0,0 0 0,0-1 0,7-10 0,0-2 0,122-183 0,-8 17-384,42-55-1153,336-427-1262,53 45 2129,-386 460 106,-120 118 504,80-52-1,-127 94 60,3-4 171,1 0-1,0 1 0,1-1 1,-1 2-1,1-1 0,0 1 1,-1 0-1,14-2 0,-20 5-102,0 0 0,0 0 0,0-1 0,0 1 0,0 0 0,0 0 0,0 1 0,0-1 0,0 0 0,0 0 0,0 0 0,0 1 0,0-1 0,-1 0 0,1 1 0,0-1 0,0 1 0,0-1 0,0 1 0,0-1 0,-1 1 0,1 0 0,0 0 0,0-1 0,0 2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00.97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24575,'2'0'0,"2"0"0,4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01.25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24575,'0'2'0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01.44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24575,'2'0'0,"3"0"0,2 0 0,2 0 0,8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21.3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1 133 24575,'10'-1'0,"1"0"0,-1 0 0,16-5 0,12-2 0,576-53-1362,-565 58 1228,1019-47-166,-1043 50 300,-14-1 0,0 0 0,0 2 0,0-1 0,0 1 0,0 1 0,19 5 0,-29-7 2,0 0-1,0 1 0,0-1 0,0 1 0,0 0 0,0-1 0,0 1 0,0 0 0,0-1 0,-1 1 0,1 0 0,0 0 1,0 0-1,-1 0 0,1-1 0,0 1 0,-1 0 0,1 0 0,-1 0 0,0 0 0,1 1 0,-1-1 0,0 0 1,1 0-1,-1 0 0,0 0 0,0 0 0,0 0 0,0 0 0,0 1 0,0-1 0,0 0 0,-1 0 0,1 0 1,0 0-1,-1 0 0,1 0 0,0 0 0,-1 0 0,-1 2 0,-2 5 251,-1 0 0,0 0 1,-11 14-1,10-14 191,-197 238-144,-54 121-299,198-270 0,-90 204 0,134-263 171,-11 42 0,22-63-456,1-1 1,0 1-1,1-1 1,1 1-1,1 22 1,2-21-6542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21.62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84 1 24575,'0'2'0,"0"2"0,0 5 0,-2 5 0,-2 4 0,-5 2 0,-5 3 0,-4 0 0,0 2 0,0-5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21.93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7 24575,'0'0'0,"0"-1"0,0 1 0,0 0 0,0-1 0,0 1 0,1 0 0,-1-1 0,0 1 0,0 0 0,0 0 0,0-1 0,1 1 0,-1 0 0,0 0 0,0-1 0,0 1 0,1 0 0,-1 0 0,0 0 0,1-1 0,-1 1 0,0 0 0,0 0 0,1 0 0,-1 0 0,0 0 0,1-1 0,-1 1 0,0 0 0,1 0 0,-1 0 0,0 0 0,1 0 0,-1 0 0,0 0 0,1 0 0,-1 0 0,0 1 0,1-1 0,-1 0 0,0 0 0,1 0 0,-1 0 0,0 0 0,0 0 0,1 1 0,-1-1 0,0 0 0,0 0 0,1 0 0,-1 1 0,0-1 0,0 0 0,1 1 0,3 5 0,0 0 0,0 1 0,-1 0 0,0-1 0,0 1 0,-1 0 0,0 0 0,2 12 0,0-5 0,22 110 0,13 148 0,-29-193 0,28 239 0,61 445 0,-73-595-1365,-19-122-5461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33.0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24575,'13'19'0,"-7"-11"0,129 232 0,-22-36 0,-113-203 0,0 0 0,0-1 0,1 1 0,-1 0 0,0-1 0,0 1 0,1-1 0,-1 1 0,1 0 0,-1-1 0,1 1 0,-1-1 0,1 1 0,-1-1 0,1 1 0,-1-1 0,1 0 0,-1 1 0,1-1 0,0 0 0,-1 1 0,1-1 0,0 0 0,-1 0 0,1 1 0,0-1 0,-1 0 0,1 0 0,0 0 0,0 0 0,-1 0 0,1 0 0,0 0 0,-1 0 0,1 0 0,0-1 0,0 1 0,-1 0 0,1 0 0,-1-1 0,1 1 0,0 0 0,-1-1 0,1 1 0,0 0 0,-1-1 0,1 1 0,-1-1 0,1 1 0,-1-1 0,1 1 0,-1-1 0,0 0 0,1 1 0,-1-1 0,1-1 0,3-5 0,0-1 0,-1 1 0,6-16 0,-7 16 0,8-20-195,2 1 0,0 0 0,2 1 0,1 0 0,0 1 0,37-41 0,-31 42-6631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5:39.3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0 24575,'-2'0'0,"-3"0"0,0 2 0,-1 1 0,-1 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6:20.57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24575,'11'0'0,"-1"2"0,1 0 0,0 0 0,19 7 0,12 3 0,104 17 0,1-7 0,294 6 0,-335-29-1365,-70 1-5461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6:21.1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12 1 24575,'-10'291'0,"9"-286"0,1-2 0,0 1 0,0-1 0,0 1 0,0-1 0,0 1 0,1-1 0,-1 1 0,2 3 0,-1-6 0,0 1 0,0-1 0,0 1 0,0-1 0,0 1 0,1-1 0,-1 1 0,0-1 0,1 0 0,-1 0 0,1 0 0,-1 0 0,1 0 0,0 0 0,-1 0 0,1-1 0,0 1 0,0-1 0,2 1 0,153 34 0,-65-17 0,180 54 0,-233-59 0,-2 2 0,1 1 0,-2 2 0,66 44 0,-93-56 0,-1 1 0,0-1 0,0 1 0,-1 1 0,0-1 0,0 1 0,-1 1 0,0-1 0,0 1 0,-1 0 0,0 0 0,-1 1 0,0 0 0,0-1 0,-1 1 0,-1 0 0,1 1 0,-1-1 0,-1 0 0,0 1 0,-1-1 0,0 1 0,-2 16 0,-2-2 0,-1 1 0,-1-1 0,-1-1 0,-1 1 0,-1-1 0,-2 0 0,0-1 0,-1-1 0,-23 32 0,14-26 0,-1 0 0,-1-2 0,-2 0 0,0-1 0,-2-2 0,-39 27 0,58-45 0,1 0 0,-1-1 0,0-1 0,0 1 0,0-1 0,0-1 0,0 1 0,-1-1 0,1-1 0,-12 1 0,-1-1 0,-1-2 0,-39-5 0,53 5-136,0-1-1,0 1 1,0-1-1,1 0 1,-1-1-1,1 0 1,-1 0-1,1-1 0,-11-7 1,-2-5-6690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6:21.42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104 1 24575,'-2'0'0,"-3"2"0,-2 2 0,-2 3 0,-2 2 0,0 2 0,-1 1 0,0-3 0,-1 3 0,1 0 0,2 1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6:22.11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24575,'0'182'0,"1"195"0,-1-362 0,0 0 0,2 0 0,-1-1 0,2 1 0,6 20 0,-8-31 0,1 0 0,-1 0 0,1 0 0,0 0 0,1-1 0,-1 1 0,0-1 0,1 0 0,0 1 0,0-1 0,0 0 0,0-1 0,1 1 0,-1 0 0,1-1 0,-1 0 0,1 0 0,0 0 0,0 0 0,0-1 0,0 1 0,0-1 0,5 1 0,7 0 0,-1 0 0,31 0 0,-39-2 0,0-1 0,0 1 0,0-2 0,0 1 0,0-1 0,0 0 0,0 0 0,10-5 0,-14 5 0,0 0 0,-1 0 0,1-1 0,-1 1 0,0 0 0,1-1 0,-1 1 0,0-1 0,-1 0 0,1 0 0,0 0 0,-1 0 0,2-4 0,11-47 0,-12 44 0,13-69 0,-4 0 0,-4 0 0,-2-93 0,-6 165 0,0 0 0,0 1 0,-1-1 0,0 1 0,0 0 0,0-1 0,-1 1 0,0 0 0,0 0 0,0 1 0,-1-1 0,0 1 0,0-1 0,-1 1 0,-8-8 0,-4-2 0,0 2 0,-1 0 0,-28-16 0,39 25-195,-1 0 0,0 1 0,-1-1 0,1 2 0,0-1 0,-18-1 0,8 2-6631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7:43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4535 4040 24575,'-9'4'0,"0"-2"0,0 1 0,0-1 0,0 0 0,0-1 0,-18 0 0,-8 2 0,-210 16 0,20-10 0,-79-3-546,-70-1-1641,172-4 1820,-765 3-2065,4-30 979,644 3 1272,67-4-541,184 18 654,1-3 1,-116-35 0,169 42 219,0 0 1,0-2-1,1 1 1,0-2-1,1 1 1,-1-2-1,1 0 1,1 0-1,-16-17 1,19 16 183,-1-1 0,1 0 1,1-1-1,0 0 0,1 0 1,0-1-1,1 1 0,0-1 0,1 0 1,-3-16-1,-5-33 887,-4-98-1,10-67-773,6 158-519,8-1037-476,34 673 546,-26 341 0,4 1 0,51-145 0,-53 192 4,2 0 1,1 1 0,3 1-1,1 1 1,50-61-1,-39 61-73,2 1-1,1 2 0,3 2 1,81-55-1,-48 44-571,93-43-1,154-41-225,78 10-1398,-1 28 714,4 18 1,724-40-1,-743 106 1551,-82 21 52,-79 16 155,-183-20-163,0 1-1,-1 1 1,62 26 0,-85-28 98,-1 0 0,1 1 0,-1 0 1,-1 1-1,0 1 0,0 0 0,-1 1 0,-1 1 1,0 0-1,15 20 0,2 14 685,-1 2 1,26 65-1,-29-61-665,348 737 384,-363-770-354,69 162 2585,-69-153-2413,-1 0 0,-2 1 0,0 0-1,3 47 1,-8 26-364,-4-1 0,-5 1 0,-4-1 0,-39 159 0,26-167 0,-5-1 0,-3-1 0,-5-2 0,-3-1 0,-4-3 0,-4-1 0,-108 142 0,-246 255 0,247-303 0,31-44-1365,101-114-5461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1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2159 1 24575,'-21'1'0,"1"1"0,-1 2 0,0 0 0,-38 13 0,13-3 0,-830 251-345,27 70-1,659-238 346,146-67 0,43-30 0,1 1 0,-1-1 0,0 1 0,1-1 0,-1 1 0,0-1 0,1 1 0,-1-1 0,1 1 0,-1-1 0,1 1 0,-1 0 0,1-1 0,-1 1 0,1 0 0,0-1 0,-1 1 0,1 0 0,0 0 0,-1 0 0,1-1 0,0 1 0,0 0 0,0 0 0,0 0 0,0-1 0,0 1 0,0 0 0,0 0 0,0 0 0,1 0 0,0 1 0,1-1 0,0 1 0,-1-1 0,1 0 0,0 0 0,0 0 0,0 0 0,-1 0 0,1 0 0,0-1 0,0 1 0,4 0 0,30 7 0,70 5 0,-67-8 0,1373 121-1321,-1336-120 618,-6 0-1826,100-5 1,-170-1 2568,1 0 0,-1 0-1,1 0 1,0 0 0,-1 0 0,1-1 0,-1 1-1,1 0 1,0 0 0,-1-1 0,1 1-1,-1 0 1,1-1 0,-1 1 0,1-1 0,-1 1-1,1 0 1,-1-1 0,0 1 0,1-1 0,-1 1-1,0-1 1,1 0 0,-1 1 0,0-1-1,1 1 1,-1-1 0,0 1 0,0-1 0,0-1-1,0-21 1600,0 15-1573,0-7-3423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2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 1 24575,'0'4'0,"-2"5"0,0 11 0,-1 16 0,1 26 0,1 30 0,-4 29 0,-3 21 0,-4 19 0,-4 9 0,-1-4 0,-1-12 0,1-21 0,5-27 0,3-27 0,5-28-8191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2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0 24575,'0'2'0,"0"9"0,-2 6 0,-2 2 0,-5 2 0,-7 2 0,-4 0 0,-4-1 0,0-3 0,1-4 0,4-10 0,8-6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3.2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1008 10 24575,'-4'-2'0,"0"1"0,0-1 0,-1 1 0,1 0 0,0 0 0,-1 1 0,1-1 0,-1 1 0,1 0 0,-1 0 0,1 0 0,-1 1 0,1 0 0,-1-1 0,1 2 0,0-1 0,-1 0 0,-3 3 0,-8 4 0,0 1 0,1 0 0,-19 14 0,20-12 0,-692 511 0,693-512 0,-84 72 0,96-81 0,0 0 0,0-1 0,0 1 0,1 0 0,-1 0 0,0 0 0,1-1 0,-1 1 0,1 0 0,-1 0 0,1 0 0,0 0 0,-1 0 0,1 2 0,0-3 0,0 1 0,0-1 0,0 1 0,0-1 0,0 1 0,0-1 0,0 0 0,1 1 0,-1-1 0,0 1 0,0-1 0,0 0 0,1 1 0,-1-1 0,0 0 0,1 1 0,-1-1 0,0 0 0,1 1 0,-1-1 0,0 0 0,1 0 0,-1 1 0,1-1 0,3 2 0,0-1 0,0 0 0,0 0 0,1 0 0,6 0 0,-3 0 0,427 55 0,544-1 0,-963-55 132,-10 0-346,0 0 0,0 0 1,0 0-1,0 1 0,0 0 0,11 3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4:23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166 8 24575,'-2'-2'0,"-3"-1"0,-2 0 0,-2 9 0,-4 23 0,1 38 0,1 44 0,-3 34 0,2 24 0,0 14-708,-1-1 708,2-12 0,0-18 0,2-26 0,3-28 0,0-27 0,-1-23 0,1-20-7483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9:34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0 954 24575,'0'0'0,"0"-1"0,1 1 0,-1-1 0,0 1 0,0-1 0,1 1 0,-1-1 0,0 1 0,1 0 0,-1-1 0,0 1 0,1 0 0,-1-1 0,1 1 0,-1 0 0,1-1 0,-1 1 0,0 0 0,1 0 0,0-1 0,3-1 0,18-11 0,35-15 0,13 0 0,135-35 0,137-19-546,207-26-2023,210-16-63,175-1-213,2848-206-4220,-3200 304 6800,-191 15 676,-307 9-322,176 6 2019,-236 0-1649,-24-3-445,0 0 1,1 0 0,-1 0-1,0 0 1,0 0 0,0 0-1,0 0 1,0 0 0,1 0-1,-1 0 1,0 0 0,0 0-1,0 0 1,0 0 0,0 0-1,1 0 1,-1 0 0,0 0-1,0 0 1,0 0 0,0 0-1,0 0 1,0 0 0,1 1-1,-1-1 1,0 0 0,0 0-1,0 0 1,0 0 0,0 0-1,0 0 1,0 1 0,0-1-1,0 0 1,0 0 0,1 0 0,-1 0-1,0 0 1,0 1 0,0-1-1,0 0 1,0 0 0,0 0-1,0 0 1,0 0 0,0 1-1,0-1 1,0 0 0,0 0-1,-1 0 1,1 0 0,-3 2 271,-1 0 1,0 0 0,0 0 0,0-1-1,-1 0 1,-3 1 0,-80 19 737,-21 2-154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39:35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1602 1327 24575,'203'-52'0,"88"-11"-546,197-35-2184,203-32-438,169-22 333,2756-406-1566,-3051 484 4380,-196 34 16,-312 35 5,74 3 0,-128 2 5,-1 0-1,1 0 1,-1 0-1,1 1 1,0-1-1,-1 1 0,1 0 1,-1 0-1,0 0 1,5 2-1,-7-3 5,1 1-1,-1-1 0,0 1 1,0-1-1,0 1 0,0-1 1,1 1-1,-1-1 0,0 0 1,0 1-1,0-1 0,0 1 1,0-1-1,0 1 0,0-1 1,0 1-1,0-1 0,-1 1 1,1-1-1,0 1 0,0-1 1,0 0-1,0 1 0,-1-1 1,1 1-1,0-1 0,0 1 1,-1-1-1,1 0 0,0 1 1,-1-1-1,1 0 0,0 1 1,-1-1-1,1 0 0,-1 0 1,1 1-1,0-1 0,-1 0 1,0 0-1,-21 13 383,0-1-1,0-2 1,-39 13 0,-233 79-1,-185 50-345,-186 46 134,-176 39-135,-142 23-44,-1025 215-898,-11-87-771,1352-285 928,208-44-172,188-36 1058,256-22 180,-1-1 1,-28-3 0,33-3 23,11 6-340,0-1 0,0 1 1,0 0-1,0 0 0,0-1 1,0 1-1,0 0 0,0-1 1,0 1-1,1 0 0,-1-1 1,0 1-1,0 0 0,0-1 1,0 1-1,0 0 1,1 0-1,-1-1 0,0 1 1,0 0-1,0 0 0,1-1 1,-1 1-1,0 0 0,1 0 1,-1 0-1,1-1 0,21-10 60,2 1 0,0 0-1,39-9 1,345-87-69,299-57 0,298-55 0,249-45 0,3229-644-1819,-3714 753 901,23-4 580,-276 53 338,-229 44 1365,-148 30 5462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6:25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5 24575,'-2'0'0,"-3"-1"0,-2-2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2.2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1 133 24575,'8'-2'0,"24"-4"0,46-4 0,76-4 0,111-5 0,116-4-3276,91 3 1663,31 4-1482,-40 5 3095,-82 4 0,-101 4-74,-98 2-59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2.5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42 248 24575,'-8'6'-3150,"-5"3"3150,1 4 1510,3-2-1510,12-2 531,31-9-531,41-12 272,48-10-272,42-7 0,25-5 0,2-1-688,-19 5 688,-36 4 0,-39 1 0,-37-1 0,-31-4 0,-22 3-6666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2.9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1020 1 24575,'-1'0'0,"0"0"0,0 0 0,0 0 0,0 0 0,1 1 0,-1-1 0,0 0 0,0 0 0,0 1 0,1-1 0,-1 0 0,0 1 0,0-1 0,1 1 0,-1-1 0,0 1 0,1-1 0,-1 1 0,1-1 0,-1 1 0,1 0 0,-1-1 0,1 1 0,-2 1 0,-5 23 0,6-19 0,-42 273 0,19-99 0,-150 717-1101,-50-7-64,211-841 1105,-120 379-93,130-418 275,-14 28-358,16-37 339,0 1-1,0-1 0,1 1 0,-1-1 0,0 1 0,-1-1 0,1 0 0,0 0 1,0 0-1,0 0 0,-1 1 0,1-2 0,0 1 0,-1 0 0,1 0 0,-1 0 0,1-1 1,-4 2-1,3-2-76,1 0 1,-1-1-1,1 1 1,-1 0 0,1-1-1,0 1 1,-1-1-1,1 0 1,-1 1-1,1-1 1,0 0-1,0 0 1,0 0-1,-1 0 1,1 0 0,0 0-1,0 0 1,0 0-1,0 0 1,-1-2-1,-19-32 72,15 24-101,-7-11 18,-187-302-1395,133 228-5446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3.0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0 374 24575,'2'-2'0,"11"-1"0,6 1 0,15-2 0,37-2 0,61-4 0,102-10 0,126-14 0,109-11-1666,68-7 1666,-7 3-3277,-61 5 1573,-94 9 1704,-103 6-1413,-97 6 1413,-77 7-131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3.3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93 24575,'0'-2'0,"14"-5"0,10-1 0,17-1 0,34-1 0,45 1 0,58 3 0,64-5 0,48 0-2276,7 2 2276,-32 3 0,-60 2-5915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3.6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 24575,'-4'4'0,"-3"5"0,-1 9 0,2 13 0,1 14 0,2 19 0,1 21 0,1 25 0,1 22 0,0 15 0,0 11 0,1 2 0,-1-10 0,0-18 0,0-27 0,0-28 0,0-34 0,0-24-8191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3.8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0 164 24575,'0'-2'0,"0"-2"0,4-3 0,14-3 0,10 2 0,10-1 0,39-5 0,31-3 0,20-1 0,11-2 0,-7 1 0,-16 3 0,-23 6 0,-26 3 0,-24 5 0,-20 3-8191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4.2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1 882 24575,'0'-4'0,"4"-6"0,11-6 0,17-11 0,21-12 0,27-12 0,38-15 0,40-12 0,37-13-1264,19-6 1264,-2 1 0,-20 7 0,-35 14 0,-40 19-58,-37 17 58,-29 10 0,-24 11-6869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4.6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0 181 24575,'6'0'0,"22"-4"0,37-7 0,48-8 0,54-9 0,52-6 0,29-1-2230,-5 6 2230,-43 8-5961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4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4 24575,'-2'2'0,"4"0"0,16 1 0,30-1 0,18 0 0,22-2 0,31 1 0,36-3 0,26-1 0,3 1 0,-22-2 0,-39 0-8191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5.2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265 1 24575,'-2'6'0,"0"7"0,-5 13 0,-2 8 0,-4 14 0,-6 11 0,-5 10 0,-3 4 0,-3-2 0,1-2 0,-2-7 0,3-11 0,4-9 0,6-18 0,16-23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2:25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24575,'1'0'0,"0"0"0,-1 0 0,1 0 0,0 0 0,-1 1 0,1-1 0,0 0 0,-1 0 0,1 1 0,0-1 0,-1 0 0,1 1 0,-1-1 0,1 0 0,0 1 0,-1-1 0,1 1 0,-1-1 0,1 1 0,-1-1 0,0 1 0,1 0 0,-1-1 0,0 1 0,1 0 0,-1-1 0,0 1 0,1 1 0,3 22 0,-4-18 0,4 138 0,0-7 0,-2-111 0,1 0 0,1 0 0,10 30 0,-12-48 0,2 0 0,-1 0 0,1 0 0,0 0 0,0-1 0,1 1 0,0-1 0,0 0 0,1-1 0,0 1 0,12 9 0,-3-5 0,1 0 0,0-1 0,1-1 0,29 12 0,4-2 0,68 18 0,147 16-546,113-5-1672,102-6 990,1064 15-2740,-1168-67 3968,-104-13 0,-223 16 0,79-21 0,-117 25 0,-1 0 0,1-1 0,-1 0 0,0-1 0,0 0 0,-1 0 0,1-1 0,-1 0 0,0-1 0,10-10 0,-14 11 0,-1 0 0,0 1 0,0-1 0,-1-1 0,0 1 0,0-1 0,0 1 0,-1-1 0,1 0 0,-2 0 0,1 0 0,-1 0 0,0 0 0,0 0 0,-2-14 0,-3-35 758,-3 0 0,-23-90 1,21 107-937,-15-65-2150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8:16.2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24575,'0'0'-8191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49:48.8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24575,'0'0'-8191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0:06.9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583 15 24575,'-1'-1'0,"0"0"0,0 0 0,0 0 0,0 0 0,-1 1 0,1-1 0,0 0 0,0 1 0,-1-1 0,1 1 0,0 0 0,0-1 0,-1 1 0,1 0 0,-1 0 0,1-1 0,0 1 0,-3 1 0,1-2 0,-89-4 0,-124 9 0,209-3 0,4-1 0,-27 0 0,0 2 0,0 1 0,0 2 0,-58 15 0,87-19 3,-1-1 0,0 1-1,1 0 1,-1-1 0,1 1 0,0 0-1,-1 0 1,1 0 0,0 0 0,-1 0-1,1 0 1,0 0 0,0 0 0,0 0-1,0 1 1,0-1 0,0 1 0,0-1-1,0 0 1,1 1 0,-1 1 0,0-1 2,1 0-1,0 1 1,0-1 0,0 0 0,0 0 0,0 0 0,1 0 0,-1 0 0,1 0 0,-1 0 0,1 0 0,0 0 0,0 0 0,1 3-1,5 6-95,1 0 1,0-1-1,1 1 0,11 10 0,-12-13-135,3 4-1059,59 62-3148,84 109 3913,-130-150 815,20 27 5366,-18-19-6198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0:52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95 24575,'23'0'0,"-1"-1"0,0-1 0,40-9 0,166-31 0,-71 16 0,-138 22-341,0 0 0,0 2-1,33 0 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0:52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24575,'150'1'0,"178"-4"0,-325 2 9,5 1-181,-1 0 0,0-1 1,1 0-1,-1-1 0,0 1 0,0-1 1,8-4-1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1:35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1 24575,'2'2'0,"1"3"0,-2 2 0,-6 4 0,-5 4 0,-4 2 0,0 1 0,-3 3 0,-2 0 0,0 2 0,2-2 0,3-2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32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623 1 24575,'-72'81'0,"4"2"0,-76 122 0,-78 202 0,218-399 0,-22 45 0,3 0 0,2 2 0,-19 75 0,37-117-1365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33.0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24575,'0'59'-550,"-2"-5"-1009,3 0 1,2 0 0,15 74-1,-17-122 1953,1-1 0,1 1 0,-1-1 0,1 0 0,0 0-1,0 0 1,0-1 0,1 1 0,4 4 0,-3-3 80,0-1 0,-1 1 1,0-1-1,0 1 0,3 9 0,-5-10-474,0 0 0,0 0 0,0 0 0,1-1 0,0 1 0,5 6 0,-6-9 0,0 0 0,1-1 0,-1 1 0,0-1 0,0 0 0,1 0 0,-1 0 0,1 0 0,-1 0 0,1 0 0,-1-1 0,1 1 0,0-1 0,-1 1 0,6-1 0,43-1 0,0-2 0,95-18 0,-67 8 0,63-4 325,46-7-2015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38.5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2672 1128 24575,'0'6'0,"0"-1"0,-1 0 0,1 0 0,-1 0 0,0 0 0,-1 0 0,1 0 0,-1 0 0,0 0 0,0 0 0,0-1 0,-1 1 0,1-1 0,-1 0 0,0 0 0,-1 0 0,1 0 0,-1 0 0,1 0 0,-1-1 0,0 0 0,-1 0 0,-4 3 0,-19 12 0,-1 0 0,0-2 0,-1-2 0,-1 0 0,-58 16 0,-168 24 0,-239-16 0,335-32 0,-1122 16 0,1273-22 0,0 0 0,1-1 0,-1 0 0,-15-5 0,21 5 0,0-1 0,0 1 0,0-1 0,1 0 0,-1-1 0,1 1 0,-1 0 0,1-1 0,0 0 0,0 0 0,0 0 0,1 0 0,-4-4 0,-5-9 0,1 0 0,-13-25 0,19 33 0,1-1 0,0 1 0,1-1 0,0 0 0,0 0 0,0 0 0,1-14 0,1-7 0,1 0 0,1 0 0,2 0 0,1 1 0,2-1 0,0 1 0,2 0 0,1 1 0,2 0 0,0 0 0,19-28 0,4 1 0,3 2 0,2 1 0,2 3 0,2 1 0,3 2 0,1 3 0,72-52 0,-19 27 0,2 4 0,3 5 0,118-47 0,-135 69 0,103-29 0,-145 54 0,0 1 0,1 3 0,0 1 0,58 1 0,-20 5 0,1 3 0,112 19 0,-175-15 0,0 0 0,0 2 0,-1 1 0,0 1 0,24 13 0,-1 5 0,54 42 0,-74-49-424,-1 1 0,-2 1 0,0 2 0,-2 0 0,-1 1 0,0 1 0,19 38 0,-6-1-706,-3 0-1,30 91 0,-52-129 1470,-1 0 1,-1 1-1,-1 0 0,-2 0 0,0 0 0,-2 1 1,-1-1-1,-1 1 0,-8 44 0,2-38 85,-2-1 0,-1 1 0,-1-2 0,-2 1 0,-2-2 0,-1 0 0,-22 33 0,18-31-424,11-17 0,0-1 0,-1 0 0,-1-1 0,-18 20 0,27-33-136,0 0-1,1 1 1,-1-1-1,0 0 1,0 0-1,0 0 1,0 0-1,0 0 0,-3 1 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47.1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24575,'1'0'0,"-1"0"0,1 1 0,-1-1 0,0 0 0,1 1 0,-1-1 0,0 0 0,1 1 0,-1-1 0,0 1 0,1-1 0,-1 0 0,0 1 0,0-1 0,1 1 0,-1-1 0,0 1 0,0-1 0,0 1 0,0-1 0,1 1 0,0 3 0,12 38 0,-2 2 0,11 78 0,-11-51 0,13 88 0,-6 2 0,-6 195 0,-12-259 0,-2 93 0,-10-76 0,12-105 38,-3 33 254,3-40-398,-1 0 0,1 1 0,-1-1 0,0 0 0,0 0 0,1 0 0,-1 0 0,-1 0 1,1 0-1,0 0 0,0 0 0,-1 0 0,1-1 0,-1 1 0,-3 2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47.5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 24575,'0'4'0,"1"-1"0,0 0 0,0 0 0,0 1 0,0-1 0,0 0 0,1 0 0,2 4 0,3 8 0,216 508 0,-221-519 0,0 1 0,0-1 0,0 1 0,0-1 0,1 0 0,5 7 0,-8-11 0,0 0 0,0 0 0,1 1 0,-1-1 0,0 0 0,0 0 0,1 0 0,-1 0 0,0 1 0,0-1 0,1 0 0,-1 0 0,0 0 0,1 0 0,-1 0 0,0 0 0,1 0 0,-1 0 0,0 0 0,0 0 0,1 0 0,-1 0 0,0 0 0,1 0 0,-1 0 0,0 0 0,1 0 0,-1 0 0,0-1 0,0 1 0,1 0 0,-1 0 0,0 0 0,0 0 0,1-1 0,0-1 0,0 1 0,1-1 0,-1 0 0,-1 0 0,1 1 0,0-1 0,0 0 0,-1 0 0,2-3 0,95-402 0,-90 365-682,4-62-1,-9 64-6143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48.7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425 1 24575,'-1'16'0,"-1"1"0,0 0 0,-2-1 0,0 0 0,-8 21 0,0 2 0,-195 600 0,65-211 0,132-397 0,8-21 0,-1 1 0,-1-1 0,0 0 0,-8 15 0,9-22 0,3-9 0,3-14 0,1 0 0,1 1 0,0-1 0,10-18 0,37-76 0,-47 103 0,48-87 0,-45 83 0,2 2 0,-1-1 0,2 1 0,18-18 0,-28 30 0,0 0 0,0 0 0,0 0 0,1 0 0,-1 0 0,0 0 0,1 0 0,-1 0 0,1 1 0,-1-1 0,1 1 0,-1-1 0,1 1 0,-1-1 0,1 1 0,0 0 0,-1 0 0,3 0 0,-3 0 0,0 0 0,0 1 0,1-1 0,-1 1 0,0-1 0,0 1 0,1 0 0,-1 0 0,0-1 0,0 1 0,0 0 0,0 0 0,0 0 0,0 0 0,0 0 0,0 0 0,0 2 0,4 5 0,-1 1 0,0 0 0,0 0 0,-1 0 0,2 10 0,0-2 0,5 16 0,2-2 0,1 1 0,1-1 0,2-1 0,1-1 0,2 0 0,0-1 0,34 35 0,-5-17 0,1-1 0,3-4 0,1-1 0,3-3 0,93 48 0,-136-78 43,40 17 242,-49-22-454,1-1 0,-1 1-1,1-1 1,0 0 0,-1-1-1,1 1 1,0-1 0,0 0-1,5 0 1,-9-1-400,1 1 0,0 0 0,-1-1 0,1 1 1,-1-1-1,1 0 0,-1 1 0,1-1 0,-1 0 0,0 0 0,2-1 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53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1652 24575,'0'-23'0,"1"0"0,1 1 0,0-1 0,2 1 0,1-1 0,0 1 0,2 1 0,1-1 0,0 1 0,12-20 0,5-1 9,2 1 0,1 1 0,59-62 0,122-93-186,-73 89-84,4 5 1,4 7-1,4 6 1,180-78 0,-101 69-104,5 11 1,306-73-1,-205 94-579,-285 59-3771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53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24575,'126'3'0,"-1"5"0,0 6 0,137 34 0,-259-47 0,11 2 0,0 0 0,0 1 0,-1 1 0,22 10 0,-33-14 0,0 0 0,-1 0 0,1 0 0,-1 0 0,1 0 0,-1 1 0,1-1 0,-1 0 0,0 1 0,0-1 0,0 1 0,0 0 0,0-1 0,0 1 0,0 0 0,0 0 0,-1 0 0,1-1 0,0 3 0,-1 0 0,0 0 0,0-1 0,0 1 0,0-1 0,0 1 0,-1-1 0,0 1 0,0-1 0,-2 7 0,-4 4 0,0 0 0,-1 0 0,-16 23 0,18-30 0,-184 244 0,29-41 0,74-91-1365,63-87-5461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53.8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1 24575,'1'0'0,"0"0"0,0 1 0,-1-1 0,1 0 0,0 1 0,0-1 0,-1 1 0,1-1 0,0 1 0,-1-1 0,1 1 0,-1-1 0,1 1 0,-1 0 0,1-1 0,-1 1 0,1 0 0,-1-1 0,1 1 0,-1 0 0,1 1 0,6 17 0,-7-18 0,5 15 0,-2 1 0,0-1 0,-1 1 0,1 26 0,-8 69 0,3-84 0,-7 59 152,-39 168-1,-47 80-593,43-160-784,42-143-5600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3:54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281 14 24575,'0'0'0,"0"-1"0,0 1 0,0 0 0,0-1 0,-1 1 0,1-1 0,0 1 0,-1-1 0,1 1 0,0 0 0,-1-1 0,1 1 0,0 0 0,-1-1 0,1 1 0,0 0 0,-1 0 0,1-1 0,-1 1 0,1 0 0,-1 0 0,1 0 0,-1 0 0,1-1 0,-1 1 0,1 0 0,-1 0 0,0 0 0,-17-2 0,15 2 0,-66-3 0,-88 5 0,156-2 0,0 0 0,0 0 0,0 0 0,1 0 0,-1 1 0,0-1 0,0 0 0,0 0 0,0 0 0,0 1 0,1-1 0,-1 1 0,0-1 0,0 0 0,0 1 0,1-1 0,-1 1 0,0-1 0,1 1 0,-1 0 0,0-1 0,1 1 0,-1 0 0,1 0 0,-1-1 0,1 1 0,-1 0 0,1 0 0,0-1 0,-1 1 0,1 0 0,0 2 0,0 0 0,0 0 0,0 0 0,0-1 0,1 1 0,0 0 0,-1 0 0,1 0 0,0 0 0,3 5 0,15 27 0,1-1 0,2-1 0,2-1 0,28 31 0,-41-49 0,87 97-688,162 144 0,134 73-2447,-322-270-545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4:37.2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24575,'240'0'0,"383"3"0,3 31 0,-450-25 0,-117-7 0,-40 0-1365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4:39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24575,'2009'0'-1365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4:50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2360 1178 24575,'-7'3'0,"-1"-1"0,1 0 0,-1 0 0,1 0 0,-1-1 0,-8 1 0,-12 2 0,-750 119 0,-7-65 0,509-69 0,241 7 0,0-2 0,0-1 0,1-1 0,0-2 0,-58-26 0,82 31 0,-1-1 0,1 0 0,0 0 0,0-1 0,1-1 0,0 0 0,0 0 0,1 0 0,0-1 0,0-1 0,1 1 0,1-1 0,-1 0 0,1-1 0,1 0 0,0 1 0,1-2 0,0 1 0,0 0 0,2-1 0,-1 0 0,-1-20 0,0-9 0,1 0 0,2 0 0,2 0 0,8-50 0,-5 64 0,2 1 0,1 0 0,1 0 0,1 1 0,1 0 0,1 1 0,21-35 0,-10 26 0,3 0 0,0 1 0,2 2 0,1 1 0,1 1 0,2 1 0,47-31 0,-30 27 0,2 2 0,1 3 0,0 2 0,94-29 0,8 9 0,250-39 0,-374 79 0,0 1 0,38 1 0,-51 3 0,-1 0 0,1 2 0,-1 0 0,0 0 0,0 1 0,15 7 0,168 77 0,-32-13 0,-60-34 0,42 19 0,-143-57 0,-1-1 0,0 0 0,0 1 0,0 0 0,0 0 0,-1 0 0,1 0 0,-1 1 0,0-1 0,0 1 0,0 0 0,0 0 0,-1 0 0,1 0 0,-1 0 0,0 0 0,0 1 0,-1-1 0,2 6 0,0 6 0,-1 1 0,0 0 0,-1 0 0,-1 17 0,0-13 0,-1 15 0,-2-1 0,-1 0 0,-2 0 0,-1 0 0,-2-1 0,-2 0 0,-25 57 0,4-24 0,-4 0 0,-71 97 0,-20 1 0,99-134 0,-1-1 0,-1-1 0,-34 24 0,53-44 0,-1-2 0,1 1 0,-1-1 0,-1-1 0,1 0 0,-1-1 0,0 0 0,-1-1 0,1 0 0,-1-2 0,1 1 0,-29 0 0,14-2-1365,2 0-5461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4:52.6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3580 423 24575,'-5'106'0,"-28"160"0,33-262 0,-16 88 0,-3-1 0,-4 0 0,-44 108 0,50-155 0,-3-1 0,-2 0 0,-1-2 0,-3-1 0,-1 0 0,-1-3 0,-3 0 0,-44 42 0,43-52 0,-1-3 0,-1 0 0,-1-3 0,-1 0 0,-1-3 0,-1-1 0,0-1 0,-1-3 0,-43 10 0,-12-2 0,0-5 0,-170 7 0,160-20 0,-130-12 0,175 2 0,0-3 0,0-2 0,-94-32 0,42-1 0,1-5 0,3-5 0,-162-110 0,208 123 0,1-3 0,2-3 0,3-2 0,2-3 0,-93-118 0,98 105 0,2-2 0,4-2 0,2-2 0,-34-90 0,18 21 0,-35-98 0,81 204 0,8 26 0,0 0 0,-1 1 0,0-1 0,0 1 0,-7-11 0,-25-39 0,-61-92 0,96 149 0,-1 0 0,0-1 0,0 1 0,1 0 0,-1 1 0,0-1 0,0 0 0,0 0 0,0 0 0,0 0 0,0 1 0,0-1 0,-1 0 0,-1 0 0,3 1 0,-1 0 0,1 0 0,0 0 0,-1 0 0,1 0 0,-1 1 0,1-1 0,0 0 0,-1 0 0,1 0 0,-1 0 0,1 1 0,0-1 0,-1 0 0,1 0 0,0 0 0,-1 1 0,1-1 0,0 0 0,-1 1 0,1-1 0,0 0 0,0 1 0,-1-1 0,1 0 0,0 1 0,0-1 0,0 1 0,-2 4 0,1 1 0,-1-1 0,1 0 0,1 1 0,-1 8 0,0 339 0,5-167 0,-4-12 0,0-245-1365,0 25-5461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4:53.0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25 24575,'0'-1'0,"0"0"0,0 0 0,0 0 0,0 0 0,0 0 0,1 0 0,-1 0 0,0 0 0,1 0 0,-1 0 0,1 1 0,-1-1 0,1 0 0,0 0 0,-1 0 0,1 1 0,0-1 0,-1 0 0,1 0 0,0 1 0,0-1 0,0 1 0,0-1 0,-1 1 0,1-1 0,0 1 0,0 0 0,0-1 0,0 1 0,0 0 0,2-1 0,36-1 0,-29 2 0,51 3 0,0 3 0,75 16 0,-61-8 0,15 1 51,568 120-1467,-618-123-5410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4:55.0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1 24575,'0'0'0,"-1"0"0,1 0 0,0 0 0,0 1 0,0-1 0,0 0 0,0 0 0,0 0 0,0 0 0,-1 1 0,1-1 0,0 0 0,0 0 0,0 1 0,0-1 0,0 0 0,0 0 0,0 0 0,0 1 0,0-1 0,0 0 0,0 0 0,0 0 0,0 1 0,0-1 0,1 0 0,-1 0 0,0 0 0,0 1 0,0-1 0,0 0 0,0 0 0,0 0 0,0 1 0,1-1 0,-1 0 0,0 0 0,0 0 0,0 0 0,0 0 0,1 1 0,12 6 0,21 1 0,183 21 0,17-9 0,124 8-546,139 9-1944,138 7 177,133 5-479,119 1 490,103-7-207,79-11 1498,3874 2-1409,-4283-41 2441,-127 0 66,-108 1 117,-86 4 526,-73 6-206,169 25 4189,-381-20-2800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04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1334 3706 24575,'0'0'0,"0"0"0,-1 1 0,1-1 0,0 0 0,0 0 0,0 0 0,0 1 0,0-1 0,0 0 0,-1 0 0,1 0 0,0 1 0,0-1 0,0 0 0,-1 0 0,1 0 0,0 0 0,0 0 0,-1 0 0,1 0 0,0 1 0,0-1 0,0 0 0,-1 0 0,1 0 0,0 0 0,0 0 0,-1 0 0,1 0 0,0 0 0,0 0 0,-1 0 0,1 0 0,0 0 0,0-1 0,-1 1 0,1 0 0,0 0 0,0 0 0,-1 0 0,1 0 0,0 0 0,0 0 0,0-1 0,0 1 0,-1 0 0,1 0 0,0 0 0,0-1 0,0 1 0,0 0 0,-1 0 0,1 0 0,0-1 0,0 1 0,0 0 0,0 0 0,0-1 0,-2-20 0,6-21 0,16-76 0,-19 112 0,37-167 0,21-80-459,25-85-1376,23-72 830,184-600-2684,43 17 1052,-258 800 2247,-63 163 476,31-53 0,-42 79 14,1 0 0,0 0 1,0 1-1,0-1 0,8-5 1,-10 8-74,0 0 1,0 1-1,0-1 0,0 0 1,0 1-1,0-1 0,1 1 1,-1-1-1,0 1 1,1 0-1,-1 0 0,0-1 1,0 1-1,1 0 0,2 0 1,-1 1 22,-1 1-1,1-1 1,0 1 0,0-1 0,-1 1 0,1 0 0,-1 0 0,1 0 0,-1 0 0,0 0-1,0 0 1,0 1 0,0-1 0,0 1 0,-1-1 0,3 5 0,17 31 726,-3 0-1,0 1 1,13 50 0,-21-63-786,55 167 83,18 64 7,316 1137 320,-317-1081-625,-20-54-675,7 76 632,-63-303 262,-4-20 5,1 0 1,-1 0 0,-1 1-1,0-1 1,-1 1-1,-2 16 1,2-28 28,0 0-1,0 0 1,0 0-1,-1 0 1,1-1-1,0 1 1,-1 0-1,1 0 1,0 0-1,-1 0 1,1 0 0,-1 0-1,0 0 1,1-1-1,-1 1 1,0 0-1,1 0 1,-1-1-1,0 1 1,0-1-1,0 1 1,0 0-1,1-1 1,-1 0 0,0 1-1,0-1 1,-2 1-1,-1-1 183,1 0 0,-1 1-1,1-2 1,-1 1 0,0 0-1,1-1 1,-5-1 0,-23-7 611,0-1 0,-55-26 0,68 28-543,-820-415-1807,29-53 543,225 102-1653,29-30 1410,543 394 1205,-147-123-210,126 102 345,1-2 0,-38-51-1,64 77 185,1-1 0,-1 0-1,1 0 1,1-1 0,0 0-1,-4-12 1,7 19-156,0 0-1,1-1 1,-1 1 0,1 0-1,0 0 1,0-1 0,0 1-1,0 0 1,0-1 0,0 1-1,1 0 1,-1 0 0,1-1-1,-1 1 1,1 0 0,0 0 0,0 0-1,0 0 1,0 0 0,1 0-1,-1 0 1,0 0 0,1 0-1,-1 1 1,1-1 0,0 1-1,-1-1 1,1 1 0,0-1-1,0 1 1,3-2 0,12-5-78,1 1 0,0 0 0,0 1 0,24-4 0,-33 7-43,441-79-174,13 36-2102,919-5 1438,-1343 51 761,2-1 55,50 7 0,-89-6 40,-1 0 0,1 0 0,0 0 0,0 0 0,0 1 0,-1-1 0,1 1 0,0-1 0,-1 1 0,1 0 0,0-1 0,-1 1 0,1 0 0,-1 0 0,1 0 0,-1 0 0,1 0 0,-1 1 0,0-1 0,1 0 0,-1 1 0,1 1 0,-1 0 82,-1-1 0,0 1 0,1 0 1,-1-1-1,0 1 0,0 0 1,-1-1-1,1 1 0,0-1 0,-1 1 1,0-1-1,-1 6 0,0-2-75,0 1 0,1-1 0,0 1-1,0-1 1,1 1 0,-1 0 0,1 0 0,1-1-1,-1 1 1,1 0 0,1-1 0,-1 1 0,1-1 0,0 1-1,1-1 1,-1 0 0,1 0 0,0 0 0,1 0 0,-1-1-1,8 9 1,-6-10-43,1 0 0,0 0 0,-1 0 0,2 0 0,-1-1 0,0 0 0,1-1 0,-1 1 0,1-1 0,0 0 0,13 1 0,4 3 0,24 7 0,7 0 0,-1 3 0,64 29 0,-115-44 0,1 0 0,-1 1 0,0-1 0,-1 1 0,1 0 0,0 0 0,0 0 0,-1 0 0,0 1 0,1-1 0,-1 1 0,0-1 0,0 1 0,0 0 0,0 0 0,-1 0 0,1 0 0,-1 0 0,2 6 0,-2-5 0,-1 0 0,0 1 0,0-1 0,-1 0 0,1 0 0,-1 0 0,0 0 0,0 0 0,0 0 0,0 0 0,-1 0 0,0 0 0,0-1 0,0 1 0,0-1 0,-4 5 0,-24 32 0,-2-2 0,-41 37 0,4-5 0,-431 505-965,23 19-837,22-28 808,364-455 831,-229 264 1010,318-373-666,0-1 0,1 1 0,-1 0 0,0 0 0,1 0 0,0 0 0,-1 0 0,1 0 0,0 1 0,0-1 0,0 0 0,1 1 0,-1-1 0,0 0 0,1 1 0,-1 4 0,-7 9-250,5-11-1227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0:48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24575,'0'-2'0,"2"2"0,0 4 0,3 5 0,2 10 0,1 7 0,2 3 0,3 1 0,4-1 0,0-1 0,-2-6-8191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0:49.4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34 24575,'-2'0'0,"-2"0"0,0 0 0,10-2 0,14-1 0,15 1 0,13-4 0,5-1 0,1 1 0,-4 2 0,-12 1-8191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07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0 24575,'-2'0'0,"-3"0"0,0 8 0,1 21 0,2 30 0,4 34 0,6 28 0,1 22 0,-1 10 0,-1-6 0,-1-12 0,0-23 0,0-26 0,1-27 0,1-26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08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 24575,'0'0'0,"1"-1"0,-1 1 0,1-1 0,-1 1 0,0-1 0,1 1 0,-1-1 0,1 1 0,-1 0 0,1-1 0,-1 1 0,1 0 0,-1-1 0,1 1 0,0 0 0,-1-1 0,1 1 0,-1 0 0,1 0 0,0 0 0,-1 0 0,1 0 0,-1 0 0,1 0 0,0 0 0,0 0 0,24-1 0,-24 1 0,123 5 0,-59-1 0,169 8 0,141 3-546,159 3-2184,156-2-547,130-1 418,93 0 1252,2939 19-3516,12-31 7261,-3435-3-1158,-79 2 2181,-320-2-2732,-15 0 57,-1 0 1,0 1 0,0 0-1,1 1 1,-1 1 0,15 5-1,-26-7-359,-1 0 1,0 0-1,0 0 0,0 0 0,0 1 0,0-1 1,-1 1-1,1-1 0,0 1 0,-1 0 0,1 0 1,-1 0-1,1 0 0,-1 0 0,0 0 0,0 0 1,0 0-1,0 0 0,0 1 0,-1-1 0,1 0 1,-1 0-1,1 1 0,-1 2 0,1 7 351,-1 0 1,0 1-1,-4 19 0,1 1 117,-7 923-1225,11-651 641,0-212-11,-2 95 0,1-183 0,0 0 0,-1 0 0,1 0 0,-1-1 0,0 1 0,0 0 0,0 0 0,-4 6 0,4-9 0,0 0 0,0-1 0,-1 1 0,1-1 0,-1 1 0,1-1 0,-1 0 0,1 0 0,-1 1 0,0-1 0,0 0 0,0 0 0,1-1 0,-1 1 0,0 0 0,0-1 0,0 1 0,0-1 0,0 1 0,0-1 0,-3 0 0,-15 1 12,0-1-1,-21-2 1,11 0 113,-253-8 674,8 6-1345,-124 1-1756,-127 1 737,-112 1-1102,-90 1 663,9 0 994,-1653-12-4035,1716-6 4638,72-12 345,65-7-184,-753-81 1281,211 18 238,134 32 1158,464 51-182,1 19 3578,435-1-6369,12 0-4068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09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24575,'0'4'0,"0"10"0,0 13 0,0 9 0,4 10 0,3 23 0,5 23 0,2 24 0,-2 24 0,2 12 0,-2 0 0,-1-12 0,-2-24 0,-1-28 0,0-28 0,-1-27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09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24575,'0'0'0,"1"0"0,0 0 0,-1 1 0,1-1 0,0 0 0,-1 1 0,1-1 0,-1 0 0,1 1 0,0-1 0,-1 1 0,1-1 0,-1 1 0,1 0 0,-1-1 0,0 1 0,1-1 0,-1 1 0,0 0 0,1-1 0,-1 1 0,0 0 0,0-1 0,1 1 0,-1 1 0,5 23 0,-4-20 0,44 333 0,-19-119 0,-15-141 0,4 45 0,53 201 0,-66-319 41,-2-3-115,0 0 0,1 0 0,-1 0 0,1 0 0,0 0 0,-1 0 0,1 0 0,0 0 0,0 0 0,0-1 0,0 1 0,1 0 0,-1-1 0,0 1 0,1-1 0,-1 1 0,1-1 0,2 2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09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 24575,'2'-2'0,"0"1"0,0 0 0,0 0 0,1 0 0,-1 0 0,0 0 0,1 0 0,-1 0 0,0 1 0,1-1 0,-1 1 0,1 0 0,-1 0 0,0 0 0,1 0 0,-1 0 0,1 0 0,-1 1 0,1-1 0,-1 1 0,0 0 0,1 0 0,-1 0 0,0 0 0,0 0 0,0 0 0,0 0 0,0 1 0,0-1 0,0 1 0,0-1 0,0 1 0,-1 0 0,3 3 0,6 7 0,-1 1 0,-1 0 0,0 0 0,9 22 0,-9-20 0,231 572 0,-173-382 0,-2-6 0,-62-195 13,13 31 312,-14-34-415,-1 1 1,1-1-1,0 0 0,0 1 1,0-1-1,0 0 1,1 0-1,-1 1 0,0-1 1,0 0-1,1 0 0,-1-1 1,1 1-1,-1 0 0,1 0 1,-1-1-1,1 1 1,2 0-1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10.1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24575,'2'0'-2,"0"0"0,0 1 0,1-1 0,-1 1-1,0-1 1,0 1 0,0 0 0,0-1 0,-1 1 0,1 0 0,0 0-1,0 0 1,0 1 0,-1-1 0,1 0 0,-1 1 0,1-1-1,-1 1 1,3 3 0,1 3 7,0 0-1,0 0 1,4 12-1,-3-7-7,114 304 6,-25 13-3,-33-71-3380,33 299 1,-91-531 3893,4-4 3653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11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24575,'1'-3'0,"1"8"0,2 8 0,1 49 0,-4 98 0,-2-74 0,-1 147-1813,4 220-3119,0-430 4659,0-9-900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11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887 26 24575,'0'0'0,"1"0"0,-1-1 0,0 1 0,1 0 0,-1 0 0,0 0 0,1-1 0,-1 1 0,0 0 0,0-1 0,1 1 0,-1 0 0,0-1 0,0 1 0,0 0 0,1-1 0,-1 1 0,0 0 0,0-1 0,0 1 0,0-1 0,0 1 0,0 0 0,0-1 0,0 1 0,0-1 0,0 1 0,0 0 0,0-1 0,0 1 0,0-1 0,0 1 0,0 0 0,0-1 0,0 1 0,-1 0 0,1-1 0,0 1 0,0 0 0,0-1 0,-1 1 0,1 0 0,0-1 0,0 1 0,-1 0 0,1-1 0,0 1 0,-1 0 0,1 0 0,0 0 0,-1-1 0,1 1 0,-1 0 0,-25-5 0,-323 1 0,201 6 0,-189-2 0,336 0 0,0 0 0,0 0 0,0 0 0,0 0 0,0 0 0,1 0 0,-1 0 0,0 0 0,0 1 0,0-1 0,0 0 0,0 1 0,0-1 0,0 0 0,0 1 0,0-1 0,1 1 0,-1-1 0,0 1 0,0 0 0,1-1 0,-1 1 0,0 0 0,1-1 0,-1 1 0,1 0 0,-1 0 0,1 0 0,-1 0 0,1-1 0,0 1 0,-1 0 0,1 0 0,0 0 0,-1 0 0,1 0 0,0 0 0,0 0 0,0 0 0,0 0 0,0 0 0,0 0 0,0 0 0,1 0 0,-1 0 0,0 0 0,0-1 0,1 1 0,0 1 0,2 7 0,0 0 0,1-1 0,0 0 0,5 9 0,15 20 0,2-1 0,1-1 0,2-1 0,49 45 0,147 102 0,-89-94 0,-28-19 0,-80-47-1365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13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6290 4301 24575,'13'1'0,"0"0"0,1 1 0,-1 1 0,0 0 0,-1 0 0,1 1 0,0 1 0,19 10 0,-16-6 0,0 1 0,0 0 0,-1 1 0,-1 0 0,22 23 0,-28-24 0,0 0 0,0 1 0,-1 0 0,-1 1 0,0-1 0,-1 1 0,0 1 0,-1-1 0,0 0 0,-1 1 0,0 0 0,-1 0 0,0 0 0,-1 0 0,-1 17 0,-2 5 0,-1 0 0,-1 0 0,-2 0 0,-17 52 0,5-34 6,-2-1-1,-3-1 0,-2-1 0,-2-1 1,-2-2-1,-2-1 0,-2-1 1,-53 55-1,-1-12-85,-3-4 1,-169 120-1,-222 103-943,356-241 1046,-3-6-1,-140 46 1,181-79-59,0-4 1,-1-4-1,-1-4 1,-174 7-1,158-22-81,0-5 0,1-4-1,-202-45 1,73-10-295,3-9 1,-333-156-1,380 138 412,5-8 0,4-8 0,5-7 0,-220-193 0,-65-128 105,315 283 9,-124-179 1,173 201 0,-141-276 0,176 288-81,6-2 1,-61-233 0,75 192-35,7-2 0,-7-174 0,37-330 0,6 550 548,33-161-1,-25 209-247,2 1-1,4 0 0,48-103 0,-36 105-292,3 1-1,2 2 0,4 1 0,1 3 0,4 1 0,2 3 1,2 2-1,3 2 0,1 2 0,68-42 0,279-141-6,-149 93 0,-244 134 0,0 0 0,1 0 0,-1 1 0,1 0 0,0 0 0,19-2 0,-66 8 0,-52-2 0,29-1 0,-26 5 0,-1 4 0,-132 30 0,163-30 0,39-7 0,0 1 0,0 1 0,0 1 0,-20 7 0,36-11 0,0 0 0,0 0 0,0 0 0,-1 0 0,1 0 0,0 0 0,0 0 0,0 0 0,0 0 0,0 0 0,0 0 0,-1 0 0,1 0 0,0 0 0,0 0 0,0 0 0,0 0 0,0 0 0,0 0 0,0 1 0,-1-1 0,1 0 0,0 0 0,0 0 0,0 0 0,0 0 0,0 0 0,0 0 0,0 1 0,0-1 0,0 0 0,0 0 0,0 0 0,0 0 0,0 0 0,0 0 0,0 1 0,0-1 0,0 0 0,0 0 0,0 0 0,0 0 0,0 0 0,0 0 0,0 1 0,0-1 0,0 0 0,0 0 0,0 0 0,0 0 0,0 0 0,0 0 0,0 0 0,0 1 0,0-1 0,1 0 0,-1 0 0,0 0 0,0 0 0,0 0 0,0 0 0,0 0 0,0 0 0,14 6 0,20 0 0,20-2-1365,5-1-5461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14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24575,'0'1131'-1365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46.2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24575,'1'12'0,"0"0"0,1-1 0,1 1 0,4 14 0,3 11 0,8 61 0,15 67 0,-24-135 0,0-1 0,2 0 0,25 46 0,-7-25 0,3-2 0,2-1 0,46 49 0,100 91 0,85 54-546,88 55-1851,78 40 452,1629 1127-2568,-824-692 4513,-820-544 0,471 181 0,-396-222-1398,7-22 0,726 141 1,-1005-268 2273,-147-26 617,82 1-1,-114-14-256,-39 2-1144,-1 0 0,1 0 0,0 0 0,-1 0 0,1-1-1,-1 1 1,1 0 0,-1 0 0,1 0 0,-1-1 0,1 1 0,-1 0 0,1-1 0,-1 1 0,0 0 0,1-1 0,-1 1 0,1-1 0,-1 1 0,0 0 0,1-1 0,-1 1-1,0-1 1,0 1 0,1-1 0,-1 1 0,0-1 0,0 1 0,0-1 0,0 1 0,0-1 0,1 0 0,-1 1 0,0-1 0,0 1 0,0-1 0,-1 1 0,1-1 0,0 1-1,0-1 1,0 0 0,0 1 0,0-1 0,-1 1 0,1-1 0,-17-27 2436,10 17-2022,-5-12-873,3 0-6223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47.0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 0 24575,'0'125'0,"-6"0"0,-37 210 0,-3-103 0,51-290-1365,-2 22-5461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47.3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24575,'19'-7'0,"0"0"0,1 1 0,0 1 0,0 0 0,0 2 0,0 0 0,1 2 0,-1 0 0,1 1 0,-1 1 0,1 1 0,23 5 0,-22-1 0,-1 0 0,-1 2 0,1 0 0,36 22 0,74 55 0,-115-73 0,325 235 328,97 66-2021,-398-286-5133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0.6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529 0 24575,'-3'1'0,"1"-1"0,-1 0 0,1 1 0,-1-1 0,1 1 0,0 0 0,-1 0 0,1 0 0,0 0 0,0 0 0,0 1 0,0-1 0,0 1 0,0-1 0,0 1 0,0 0 0,1-1 0,-1 1 0,1 0 0,-3 4 0,-3 5 0,1 1 0,-10 22 0,8-16 0,-197 465 0,-19-18 0,209-440 0,13-22 0,4-6 0,21-38 0,26-34 0,3 3 0,4 1 0,121-119 0,-165 179 0,27-23 0,-37 32 0,1 0 0,0 0 0,0 1 0,0-1 0,0 1 0,0-1 0,0 1 0,0 0 0,1 0 0,-1 1 0,6-2 0,-7 3 0,-1-1 0,1 0 0,-1 1 0,1-1 0,-1 1 0,1-1 0,-1 1 0,0 0 0,1-1 0,-1 1 0,0 0 0,1 0 0,-1 0 0,0 0 0,0 0 0,0 0 0,0 0 0,0 1 0,0-1 0,0 0 0,0 1 0,-1-1 0,1 0 0,0 1 0,-1-1 0,1 3 0,3 7 0,-1-1 0,2 20 0,-1-12 0,6 30 0,-7-29 0,1 0 0,1-1 0,0 1 0,2-1 0,9 19 0,-14-34 0,0 0 0,0-1 0,0 1 0,1 0 0,-1-1 0,1 0 0,0 0 0,-1 0 0,1 0 0,0 0 0,0-1 0,0 1 0,1-1 0,-1 1 0,0-1 0,0-1 0,1 1 0,-1 0 0,5 0 0,8 0 0,1 0 0,28-2 0,-23 0 0,-14 1-341,0-1 0,0 0-1,15-3 1,-7-2-6485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0.9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24575,'119'10'-897,"-29"-1"1227,309-5 237,-398-4-629,1 0 0,-1 0 0,0 0 0,1 0 0,-1 0 0,1 0 0,-1-1 0,1 1 0,-1-1 0,1 1 0,-1-1 0,0 1-1,1-1 1,-1 0 0,0 0 0,0 1 0,1-1 0,-1 0 0,0 0 0,0 0 0,1-3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1.2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146 3 24575,'0'-2'0,"0"5"0,0 6 0,0 10 0,0 17 0,0 22 0,0 29 0,-2 28 0,-3 22 0,-6 13 0,-5 1 0,-6-7 0,-4-19 0,2-23 0,2-29 0,5-25-8191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19.0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2358 273 24575,'-900'60'0,"513"-7"0,301-36 0,1 4 0,-119 44 0,186-57 0,1 1 0,-1 1 0,2 0 0,-1 1 0,1 1 0,1 1 0,0 0 0,1 1 0,-15 18 0,-10 18 0,-50 82 0,45-61 0,20-36 0,-143 229 0,135-206 0,2 2 0,-36 104 0,58-141 0,2 1 0,1 0 0,0 0 0,2 1 0,0 41 0,4-47 0,0-1 0,1 0 0,1-1 0,1 1 0,1 0 0,0-1 0,1 0 0,12 25 0,12 9 0,1 0 0,3-2 0,2-2 0,2-1 0,2-2 0,72 62 0,-9-22 0,211 130 0,-165-124 0,4-7 0,3-7 0,4-7 0,2-6 0,200 48 0,389 37-2047,6-53 1,29-35 1746,-2-74-1721,-497-21 2532,-235 25 241,-1-2-1,0-2 1,70-30-1,-80 24-274,-1-1-1,64-46 0,64-65 894,-122 94-1272,260-233-98,-256 220 0,-2-3 0,-3-1 0,66-104 0,-87 116 0,-3-1 0,-1-1 0,-2-1 0,14-57 0,-16 36 0,-3 0 0,7-98 0,-19 140 0,0-1 0,-2 1 0,-1-1 0,0 1 0,-2 0 0,-2-1 0,-9-30 0,7 35 0,-1 0 0,-1 1 0,0 0 0,-2 1 0,0 0 0,-1 1 0,-1 0 0,-26-26 0,-2 6 0,-1 1 0,-80-52 0,-112-47 0,-841-377-2671,272 221 2297,609 238 143,-2 9 0,-248-25 0,-61 43 26,3 34-178,355 1 346,0 6 0,-198 46 0,78 11 2406,243-64-8492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20.1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1789 24575,'-1'0'0,"1"-1"0,-1 1 0,1 0 0,-1-1 0,1 1 0,0 0 0,-1-1 0,1 1 0,-1-1 0,1 1 0,0-1 0,-1 1 0,1-1 0,0 1 0,0-1 0,-1 1 0,1-1 0,0 1 0,0-1 0,0 1 0,0-1 0,0 0 0,0 1 0,0-1 0,0 1 0,0-1 0,0 1 0,0-1 0,0 0 0,0 1 0,0-1 0,1 0 0,3-22 0,8-21 0,3 1 0,35-72 0,53-76 0,-102 188 0,285-447 0,-228 371 0,5 3 0,2 2 0,108-92 0,-121 125 0,2 2 0,1 3 0,2 3 0,1 2 0,2 2 0,88-29 0,14 8 0,213-37 0,184 0-405,-411 73 203,268 12-1,-336 8 203,-2 3 0,1 4 0,-1 3 0,-1 4 0,87 34 0,-115-34 0,-1 2 0,-2 2 0,0 2 0,-2 1 0,-1 3 0,-1 2 0,-1 1 0,66 72 0,197 302 695,-213-277-580,318 472-115,-401-591 342,-8-10-391,0-1 0,0 0 0,1 0 1,-1 1-1,0-1 0,0 0 0,0 0 0,0 1 1,0-1-1,1 0 0,-1 0 0,0 0 1,0 1-1,1-1 0,-1 0 0,0 0 1,0 0-1,0 0 0,1 1 0,-1-1 1,0 0-1,1 0 0,-1 0 0,0 0 1,0 0-1,1 0 0,-1 0 0,0 0 1,0 0-1,1 0 0,-1 0 0,0 0 0,1 0 1,-1 0-1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20.5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3849 1 24575,'0'0'0,"0"0"0,0 0 0,0 0 0,0 0 0,0 0 0,0 0 0,0 0 0,0 0 0,0 0 0,0 1 0,0-1 0,0 0 0,0 0 0,1 0 0,-1 0 0,0 0 0,0 0 0,0 0 0,0 0 0,0 0 0,0 0 0,0 0 0,0 0 0,0 0 0,0 0 0,0 0 0,0 0 0,0 0 0,0 0 0,0 0 0,1 0 0,-1 0 0,0 0 0,0 0 0,0 0 0,0 0 0,0 0 0,0 0 0,0 0 0,0 0 0,0 0 0,0 0 0,0 0 0,0 0 0,1 0 0,-1 0 0,0 0 0,0 0 0,0 0 0,0 0 0,0 0 0,0 0 0,0 0 0,0 0 0,0 0 0,0 0 0,0 0 0,0 0 0,0 0 0,0-1 0,8 13 0,8 18 0,326 708 0,-316-677 0,34 88 0,-59-147 0,0 0 0,-1 0 0,1 0 0,-1 0 0,1 0 0,-1 0 0,0 0 0,0 0 0,0 0 0,0 0 0,0 0 0,0 0 0,0 0 0,-2 4 0,1-4 0,0-1 0,0 0 0,-1 0 0,1 1 0,0-1 0,-1 0 0,1 0 0,-1 0 0,1 0 0,-1-1 0,1 1 0,-1 0 0,0-1 0,1 1 0,-1-1 0,0 1 0,0-1 0,1 0 0,-1 0 0,-2 0 0,-34 3 0,-1-1 0,-51-5 0,29 0 0,-217-9-546,-150-8-1750,-143-6 1303,-106 0 335,-776-9-3700,816 25 5018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3.4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24575,'0'21'0,"5"150"0,-2-143 0,1 0 0,1 0 0,2 0 0,11 29 0,12 15-95,3-1 0,3-2 0,3-1 1,3-2-1,51 60 0,278 282-1076,95 30 179,19-13 174,-172-153 625,512 455-481,-798-706 1415,-27-21-723,0 0 1,1 1-1,-1-1 1,0 0 0,0 0-1,0 1 1,0-1-1,1 0 1,-1 0-1,0 0 1,0 0 0,1 0-1,-1 1 1,0-1-1,0 0 1,1 0 0,-1 0-1,0 0 1,0 0-1,1 0 1,-1 0-1,0 0 1,1 0 0,-1 0-1,0 0 1,0 0-1,1 0 1,-1 0 0,0 0-1,1 0 1,-1 0-1,0 0 1,0-1 0,1 1-1,-1 0 1,0 0-1,0 0 1,0 0-1,1 0 1,-1-1 0,0 1-1,0 0 1,0 0-1,1 0 1,-1-1 0,0 1-1,0-12 158,0 12-197,-5-19-5522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4.1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0 24575,'-1'5'0,"1"-1"0,-1 1 0,-1-1 0,1 1 0,-3 6 0,-3 7 0,-6 31 0,-1-2 0,3 1 0,-7 58 0,6 478 0,14-418 0,-1 14 0,-1-410-1365,0 142-5461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4.3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24575,'4'2'0,"7"5"0,4 4 0,7 8 0,14 15 0,22 20 0,28 25 0,28 22 0,25 13 0,14 6-1009,3-2 1009,-9-8 0,-23-20 0,-32-22 0,-31-24-7182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56.2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96 191 24575,'-17'-4'0,"17"4"0,-1 0 0,0-1 0,0 1 0,0 0 0,0-1 0,1 1 0,-1 0 0,0 0 0,0 0 0,0 0 0,0-1 0,0 2 0,0-1 0,0 0 0,0 0 0,0 0 0,1 0 0,-1 0 0,0 1 0,0-1 0,0 0 0,0 1 0,0-1 0,1 1 0,-1-1 0,0 1 0,0-1 0,1 1 0,-1-1 0,0 1 0,1 0 0,-1-1 0,0 3 0,-4 5 0,1 0 0,0 0 0,0 1 0,1-1 0,0 1 0,0 0 0,1 0 0,1 0 0,-1 0 0,1 11 0,-1-6 0,-8 82 0,4 1 0,12 187 0,-4-262 0,1 0 0,0 0 0,2 0 0,1-1 0,0 0 0,12 25 0,-15-40 0,-1-1 0,2 1 0,-1-1 0,0 1 0,1-1 0,0 0 0,0 0 0,1-1 0,-1 0 0,1 1 0,0-1 0,0-1 0,1 1 0,-1-1 0,1 0 0,-1 0 0,1-1 0,0 1 0,0-1 0,0 0 0,0-1 0,0 0 0,1 0 0,-1 0 0,0-1 0,8 0 0,-3-1 0,1-1 0,-1 0 0,0 0 0,0-2 0,-1 1 0,1-1 0,-1-1 0,0 0 0,0 0 0,0-1 0,0 0 0,16-15 0,-9 6 0,-2-1 0,1 0 0,-2-1 0,0 0 0,20-34 0,-17 19 0,-2-1 0,0-1 0,-3 0 0,-1-1 0,-1 0 0,7-50 0,-9 22 0,-3 0 0,-4-117 0,-2 171 0,-1 1 0,1 0 0,-1-1 0,-1 1 0,1 0 0,-2 0 0,1 0 0,-1 0 0,0 1 0,0-1 0,-1 1 0,0 0 0,0 1 0,-1-1 0,0 1 0,0 0 0,-1 0 0,1 1 0,-15-9 0,-8-3 0,-1 1 0,0 1 0,-51-17 0,77 31 0,-14-6-273,0 1 0,-1 1 0,1 1 0,-38-4 0,31 7-6553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01.9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2994 3921 24575,'-154'-4'-246,"-252"-40"0,-143-69-667,-75-69 615,487 130 275,2-6 0,-181-108 0,253 127-69,0-3 1,3-3-1,2-2 0,-54-58 1,81 72 94,2-1 0,1-1 0,2-1 0,1-2 0,2-1 0,2 0 1,1-2-1,-14-44 0,15 24-3,3-1 0,3 0 0,-5-68 0,4-193 0,18 186 0,5-1 0,6 2 0,7 0 0,64-223 0,-67 301 0,2 1 0,3 1 0,2 1 0,63-96 0,-61 112 0,2 1 0,1 2 0,2 1 0,2 2 0,0 1 0,72-48 0,-33 34-216,3 3 0,1 4 0,164-58 0,-91 51-215,211-36-1,-133 48-282,347-9 0,239 58-715,-135 32-279,827 166 0,-1106-124 1507,-108 0-492,-247-72 684,-1 2 1,59 35 0,-89-45 87,0 1 0,0 1 0,-1 0 1,-1 1-1,1 1 0,-2 0 0,0 0 0,19 29 1,-24-29 82,0 0 0,-1 0 1,0 1-1,-1 0 0,0 1 1,-2-1-1,1 1 0,-2 0 1,0 0-1,0 23 0,-3 1-66,-1 0-1,-2-1 1,-12 50-1,-40 115-125,6-51 1403,-8-2 1,-6-3-1,-117 199 1,10-74-1663,-66 63 271,-14-12 0,-14-10 0,-424 388 0,564-589-399,-230 162 0,287-231 383,-1-2-1,-3-3 1,-1-3-1,-1-4 1,-121 35-1,99-44-37,0-4-1,-153 9 1,111-22-137,-171-18 1,-135-45-114,11-27 387,-160-61 1190,522 125-5631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26.5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645 32 24575,'-31'0'0,"-78"3"0,95-1 0,0 0 0,0 1 0,0 0 0,0 1 0,-21 10 0,5 0 0,0 2 0,1 2 0,1 0 0,0 2 0,-29 28 0,41-33 0,0 1 0,2 0 0,-1 2 0,2-1 0,1 2 0,0-1 0,1 2 0,1 0 0,-7 21 0,-29 112 0,41-131 0,1-1 0,1 1 0,1 0 0,1 0 0,2 30 0,1-44 0,0 0 0,0 0 0,1 1 0,0-1 0,0-1 0,1 1 0,0 0 0,1-1 0,-1 0 0,1 0 0,1 0 0,-1-1 0,1 0 0,0 0 0,0 0 0,10 6 0,13 8 0,0-1 0,50 24 0,-5-8 0,2-3 0,1-4 0,1-4 0,1-2 0,1-4 0,1-4 0,93 5 0,-144-17 0,0-1 0,0-2 0,0 0 0,40-9 0,-61 9 0,0-2 0,0 1 0,0-1 0,0 0 0,-1-1 0,1 0 0,-1-1 0,0 1 0,-1-2 0,1 1 0,-1-1 0,0 0 0,0 0 0,-1-1 0,0 0 0,0 0 0,-1 0 0,7-12 0,24-46 0,-2 4 0,36-87 0,-66 136 0,0 1 0,-1 0 0,0-1 0,-1 0 0,0 1 0,-1-1 0,0 0 0,-1 0 0,0 0 0,-1 0 0,0 0 0,-1 0 0,0 1 0,-1-1 0,0 1 0,-1-1 0,-1 1 0,1 0 0,-2 1 0,1-1 0,-2 1 0,-7-11 0,-13-13 0,-1 2 0,-2 1 0,-62-52 0,-115-67 0,105 79 0,92 64 0,1 0 0,-1 0 0,0 0 0,-22-9 0,29 15 0,0 0 0,0 0 0,0 0 0,0 0 0,0 1 0,0-1 0,0 1 0,-1 0 0,1 0 0,0 0 0,0 0 0,0 1 0,-1-1 0,1 1 0,0 0 0,0 0 0,0 0 0,0 0 0,-4 3 0,-160 89-1365,139-76-5461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27.0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132 9 24575,'0'0'0,"0"-1"0,0 1 0,0 0 0,0-1 0,-1 1 0,1-1 0,0 1 0,0 0 0,0-1 0,-1 1 0,1 0 0,0-1 0,0 1 0,-1 0 0,1-1 0,0 1 0,-1 0 0,1-1 0,0 1 0,-1 0 0,1 0 0,-1 0 0,1-1 0,0 1 0,-1 0 0,1 0 0,-1 0 0,1 0 0,0 0 0,-1 0 0,1 0 0,-1 0 0,1 0 0,-1 0 0,1 0 0,-1 0 0,1 0 0,0 0 0,-1 0 0,1 0 0,-1 1 0,1-1 0,0 0 0,-1 0 0,0 1 0,-19 8 0,16-5 0,-1 1 0,1-1 0,0 1 0,1-1 0,-1 1 0,1 0 0,-4 9 0,-16 41 0,18-45 0,-2 11 0,0-1 0,2 1 0,0 0 0,1 0 0,2 0 0,0 1 0,1-1 0,1 1 0,1-1 0,5 30 0,-5-39 0,2 0 0,0-1 0,0 1 0,1-1 0,1 0 0,0 0 0,0-1 0,1 1 0,0-1 0,1 0 0,0-1 0,0 1 0,1-1 0,1-1 0,-1 0 0,1 0 0,1-1 0,0 0 0,-1 0 0,13 5 0,-15-9-151,1 0-1,-1 0 0,1-1 0,-1 0 1,1 0-1,0-1 0,0 0 1,13 0-1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27.5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106 173 24575,'-19'32'0,"5"-8"0,-31 58 0,40-70 0,-1 0 0,2 1 0,-1-1 0,-3 23 0,8-35 0,0 0 0,0 0 0,1-1 0,-1 1 0,0 0 0,0 0 0,0 0 0,0 0 0,1 0 0,-1 0 0,0 0 0,0 0 0,0 0 0,0 0 0,1 0 0,-1 0 0,0 0 0,0 0 0,0 0 0,0 0 0,1 0 0,-1 0 0,0 0 0,0 0 0,0 0 0,0 0 0,1 1 0,-1-1 0,0 0 0,0 0 0,0 0 0,0 0 0,0 0 0,0 0 0,1 0 0,-1 1 0,0-1 0,0 0 0,0 0 0,0 0 0,0 0 0,0 0 0,0 1 0,0-1 0,0 0 0,0 0 0,0 0 0,0 0 0,0 1 0,0-1 0,0 0 0,0 0 0,0 0 0,0 0 0,0 1 0,0-1 0,0 0 0,0 0 0,0 0 0,0 0 0,0 1 0,0-1 0,0 0 0,0 0 0,0 0 0,0 0 0,-1 0 0,1 1 0,13-12 0,-12 10 0,329-343 0,-324 338 0,0-1 0,0 1 0,1 0 0,-1 1 0,13-8 0,-19 13 0,0 0 0,1-1 0,-1 1 0,1 0 0,-1 0 0,0 0 0,1 0 0,-1-1 0,1 1 0,-1 0 0,0 0 0,1 0 0,-1 0 0,1 0 0,-1 0 0,1 0 0,-1 0 0,0 0 0,1 0 0,-1 0 0,1 1 0,-1-1 0,1 0 0,-1 0 0,0 0 0,1 0 0,-1 1 0,0-1 0,1 0 0,0 1 0,4 14 0,-5 24 0,0-34 0,-2 34 0,0 62 0,2-88 0,2 0 0,-1 0 0,2 0 0,0 0 0,7 20 0,-7-28 0,0 0 0,0 0 0,0 0 0,1-1 0,0 1 0,0-1 0,0 0 0,0 0 0,0 0 0,1-1 0,0 1 0,0-1 0,0-1 0,0 1 0,0 0 0,0-1 0,1 0 0,-1-1 0,1 1 0,8 0 0,-3 0 0,-1 0 0,1-1 0,0 0 0,0-1 0,0 0 0,0-1 0,0 0 0,0-1 0,21-6 0,-7-4-1365,-6-1-5461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27.8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 0 24575,'2'1'0,"0"-1"0,0 1 0,0 0 0,0 0 0,0 0 0,-1 0 0,1 0 0,0 0 0,-1 0 0,1 1 0,-1-1 0,1 1 0,-1-1 0,0 1 0,2 2 0,0-1 0,14 18 0,-1 1 0,-1 1 0,-1 0 0,15 35 0,-10-12 0,21 71 0,-28-74 0,6 49 0,-15-71 0,-1-1 0,-1 0 0,-1 1 0,-4 36 0,2-49 25,0 0-1,-1-1 0,1 1 0,-1-1 1,-1 1-1,0-1 0,0 0 1,0-1-1,0 1 0,-1-1 0,-1 0 1,1 0-1,-10 8 0,-7 4-500,-1 0 0,-35 18 0,51-31 199,-74 42-6549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41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73 24575,'0'-2'0,"4"-1"0,23 1 0,47 0 0,69 0 0,103-5 0,116-5-3276,91-1 2437,50 2-2438,-11 3 3056,-61 2 221,-86 3-1907,-96 2 1907,-87 1 0,-70 0 1329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42.2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1 220 24575,'0'-3'0,"0"0"0,0-1 0,1 1 0,0 0 0,0 0 0,0 0 0,0 0 0,0 1 0,0-1 0,1 0 0,-1 0 0,1 1 0,0-1 0,0 1 0,0-1 0,0 1 0,0 0 0,0 0 0,4-3 0,5-2 0,0 0 0,0 0 0,17-7 0,19-6 0,0 2 0,1 3 0,64-13 0,153-10 0,-91 30 0,-156 8 0,0 1 0,-1 1 0,0 1 0,1 1 0,-1 0 0,0 1 0,27 12 0,-38-14 0,-1 0 0,0 1 0,0-1 0,0 1 0,0 0 0,-1 1 0,1-1 0,-1 1 0,0 0 0,0 0 0,-1 0 0,0 0 0,0 1 0,0-1 0,0 1 0,-1 0 0,0 0 0,0 0 0,-1 0 0,0 0 0,0 0 0,0 0 0,0 1 0,-1-1 0,0 0 0,-1 0 0,1 1 0,-1-1 0,-1 0 0,1 0 0,-1 0 0,0 0 0,0 0 0,0-1 0,-1 1 0,0 0 0,0-1 0,-1 0 0,0 0 0,1 0 0,-2 0 0,-4 4 0,-4 3 0,0-2 0,0 0 0,-1 0 0,-1-1 0,1-1 0,-22 9 0,-99 31 0,125-45 0,-214 54 0,25-7 0,192-48 0,3-1 0,0 0 0,0 0 0,0 1 0,0-1 0,0 1 0,0 0 0,0 0 0,-4 4 0,8-6 0,0 0 0,0 0 0,-1 0 0,1 1 0,0-1 0,0 0 0,0 0 0,0 1 0,0-1 0,-1 0 0,1 0 0,0 1 0,0-1 0,0 0 0,0 0 0,0 1 0,0-1 0,0 0 0,0 0 0,0 1 0,0-1 0,0 0 0,0 1 0,0-1 0,0 0 0,0 0 0,1 1 0,-1-1 0,0 0 0,0 0 0,0 0 0,0 1 0,0-1 0,1 0 0,-1 0 0,0 1 0,0-1 0,0 0 0,0 0 0,1 0 0,-1 0 0,0 1 0,0-1 0,1 0 0,-1 0 0,0 0 0,0 0 0,1 0 0,-1 0 0,0 0 0,18 6 0,17 0 0,0-1 0,0-2 0,44-2 0,-29 0 0,658 1 0,-697-2 62,-6 0-172,-1 0 0,0 0 0,1 0 1,-1 0-1,0-1 0,0 1 0,1-1 1,-1 0-1,0-1 0,0 1 0,0-1 1,7-3-1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5:43.0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143 245 24575,'-1'0'0,"0"0"0,0 0 0,0 1 0,1-1 0,-1 0 0,0 0 0,0 1 0,0-1 0,0 1 0,1-1 0,-1 1 0,0-1 0,1 1 0,-1-1 0,0 1 0,1 0 0,-1-1 0,1 1 0,-1 0 0,1-1 0,-1 1 0,1 0 0,-1 1 0,-8 23 0,7-18 0,-68 282 0,54-211 0,7-35 0,1 0 0,2 0 0,1 87 0,23-181 0,56-146 0,189-357 0,-253 536 0,-5 8 0,0-1 0,1 2 0,0-1 0,1 1 0,0-1 0,0 2 0,17-16 0,-23 24 0,0-1 0,0 1 0,-1-1 0,1 1 0,0-1 0,0 1 0,0-1 0,0 1 0,1 0 0,-1-1 0,0 1 0,0 0 0,0 0 0,0 0 0,0 0 0,0 0 0,0 0 0,0 0 0,0 1 0,0-1 0,0 0 0,0 0 0,0 1 0,0-1 0,0 1 0,0-1 0,0 1 0,0-1 0,0 1 0,0 0 0,0-1 0,0 1 0,0 1 0,4 3 0,-1 0 0,0 0 0,0 0 0,4 8 0,-5-8 0,20 36 0,-2 1 0,-2 1 0,-1 1 0,17 68 0,27 187 0,-52-245 0,42 247 0,-50-291 0,-1-1 0,1 0 0,1 0 0,5 14 0,-7-21 0,-1 0 0,1-1 0,0 1 0,0-1 0,0 1 0,0-1 0,0 1 0,0-1 0,1 1 0,-1-1 0,0 0 0,1 0 0,-1 0 0,1 0 0,-1 0 0,1 0 0,0 0 0,-1 0 0,1-1 0,0 1 0,-1 0 0,1-1 0,0 0 0,2 1 0,49-4-1365,-18 1-5461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06.5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5496 976 24575,'-12'276'0,"9"-211"0,-3 0 0,-2 0 0,-32 117 0,5-65 0,-58 127 0,47-142 0,-5-3 0,-3-2 0,-5-3 0,-4-2 0,-4-3 0,-3-3 0,-4-3 0,-144 123 0,152-154 0,-3-3 0,-1-3 0,-3-3 0,-2-3 0,-1-3 0,-91 29 0,58-31 0,-2-5 0,-1-4 0,-226 20 0,199-37 0,-259-17 0,318 0 0,1-4 0,0-3 0,1-3 0,-129-50 0,48-3 0,3-7 0,-178-120 0,286 166 0,1-3 0,1-1 0,3-3 0,1-1 0,1-2 0,-60-83 0,9-8 0,-75-148 0,-51-157 0,81 134-2573,27-11 1639,0-186 3507,90 361-2106,-3-229 0,24 342-467,0 19 0,-1-1 0,0 1 0,0-1 0,-1 0 0,0 1 0,-4-16 0,5 24 0,0-1 0,0 1 0,0 0 0,-1-1 0,1 1 0,0-1 0,0 1 0,0 0 0,0-1 0,-1 1 0,1-1 0,0 1 0,0 0 0,-1-1 0,1 1 0,0 0 0,-1 0 0,1-1 0,0 1 0,-1 0 0,1 0 0,0-1 0,-1 1 0,1 0 0,0 0 0,-1 0 0,1 0 0,-1 0 0,1-1 0,0 1 0,-2 0 0,-9 9 0,-4 20 0,-18 65 0,-22 106 0,12-33 0,30-123 0,-60 190 0,50-172 0,-50 99 0,71-158 46,-7 12 235,9-15-329,0 1-1,0-1 1,-1 0 0,1 1-1,0-1 1,0 0 0,0 0-1,-1 1 1,1-1 0,0 0-1,-1 0 1,1 1-1,0-1 1,-1 0 0,1 0-1,0 0 1,-1 0 0,1 1-1,0-1 1,-1 0 0,1 0-1,0 0 1,-1 0 0,1 0-1,0 0 1,-1 0 0,1 0-1,-1 0 1,1 0 0,0 0-1,-1 0 1,1 0 0,0-1-1,-1 1 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06.9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 24575,'0'0'0,"0"-1"0,0 1 0,0-1 0,0 1 0,0-1 0,1 1 0,-1-1 0,0 1 0,0-1 0,1 1 0,-1 0 0,0-1 0,1 1 0,-1-1 0,0 1 0,1 0 0,-1-1 0,0 1 0,1 0 0,-1 0 0,1-1 0,-1 1 0,1 0 0,-1 0 0,1 0 0,-1-1 0,1 1 0,-1 0 0,1 0 0,-1 0 0,1 0 0,-1 0 0,1 0 0,-1 0 0,1 0 0,-1 0 0,1 0 0,-1 0 0,1 1 0,-1-1 0,1 0 0,0 1 0,23 8 0,9 15 0,-1 1 0,41 42 0,0 0 0,518 397 0,-499-402-1365,-68-49-5461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12.8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0 223 24575,'10'-1'0,"0"0"0,-1 0 0,17-5 0,9-2 0,1811-195-2039,-1217 201 3738,-596 5-2724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13.6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658 90 24575,'-2'-1'0,"1"0"0,-1 0 0,0 0 0,1 1 0,-1-1 0,0 0 0,1 0 0,-1 1 0,0 0 0,0-1 0,1 1 0,-1 0 0,0-1 0,0 1 0,0 0 0,1 1 0,-1-1 0,0 0 0,0 0 0,0 1 0,1-1 0,-1 1 0,-2 0 0,-6 3 0,1 1 0,-18 10 0,17-10 0,-31 20 0,1 3 0,-59 51 0,-63 76 0,157-150 0,-29 29 0,1 2 0,-44 62 0,68-86 0,1 1 0,1 0 0,0 0 0,0 1 0,2 0 0,-1 0 0,2 0 0,0 1 0,1 0 0,0-1 0,1 1 0,1 25 0,1-33 0,1 1 0,0-1 0,0 0 0,1 0 0,0 0 0,0 0 0,1-1 0,0 1 0,0-1 0,1 1 0,-1-1 0,6 6 0,-2-4 0,0 0 0,1 0 0,0-1 0,0 0 0,0-1 0,1 0 0,14 7 0,2-1 0,0-1 0,1-2 0,0-1 0,1-1 0,42 6 0,-22-7 0,-1-2 0,0-2 0,1-2 0,-1-2 0,1-3 0,54-11 0,-72 10 0,0-1 0,-1-2 0,1-1 0,-2-1 0,0-2 0,0 0 0,-1-2 0,-1 0 0,0-2 0,39-35 0,-56 43 0,0 1 0,-1-1 0,0 0 0,0 0 0,-1-1 0,0 0 0,-1 0 0,0 0 0,-1-1 0,0 0 0,0 0 0,3-20 0,-5 17 0,-1 0 0,-1 0 0,0-1 0,-1 1 0,0 0 0,-1 0 0,-1 0 0,0 0 0,-10-26 0,1 10 0,-2 1 0,-1 1 0,-2 0 0,-25-33 0,2 9 0,-53-51 0,74 84 0,0 1 0,-2 1 0,0 0 0,-41-24 0,44 32 0,0 1 0,-1 0 0,1 1 0,-1 1 0,0 1 0,-1 1 0,-20-2 0,-19 1 0,0 3 0,-93 9 0,147-6-195,1-1 0,0 1 0,-1 0 0,1 0 0,0 0 0,-6 2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14.1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365 0 24575,'-6'1'0,"0"0"0,1 1 0,-1 0 0,0 0 0,1 0 0,-1 0 0,1 1 0,0 0 0,-7 4 0,1 0 0,-13 8 0,0 0 0,1 2 0,1 0 0,0 2 0,2 0 0,-30 36 0,38-39 0,0 1 0,1 0 0,0 0 0,2 2 0,0-1 0,1 1 0,1 0 0,0 1 0,-6 38 0,10-38 0,0 1 0,2 0 0,0 0 0,5 41 0,-2-51 0,0 0 0,1-1 0,0 1 0,0-1 0,1 0 0,1 0 0,0 0 0,0-1 0,1 1 0,0-1 0,10 11 0,-2-4-105,2-1 0,0-1 0,0 0 0,1-1 0,1-1 0,0 0 0,1-2 0,0 0 0,0-1 0,1-1 0,0-1 0,41 9 0,-44-14-6721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14.7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6 24575,'-2'46'0,"-8"48"0,5-58 0,1 0 0,2 65 0,2-101 0,-1 1 0,1-1 0,0 0 0,0 1 0,0-1 0,0 0 0,0 1 0,0-1 0,0 0 0,0 1 0,0-1 0,0 0 0,0 1 0,1-1 0,-1 0 0,0 1 0,0-1 0,0 0 0,0 0 0,0 1 0,1-1 0,-1 0 0,0 0 0,0 1 0,0-1 0,1 0 0,-1 0 0,0 1 0,0-1 0,1 0 0,-1 0 0,0 0 0,0 0 0,1 1 0,-1-1 0,0 0 0,1 0 0,-1 0 0,11-10 0,10-24 0,-20 33 0,57-120 0,15-25 0,-72 144 0,-1 1 0,1 0 0,0 0 0,0-1 0,0 1 0,-1 0 0,2 0 0,-1 0 0,0 0 0,0 0 0,0 0 0,2-1 0,-3 2 0,0 0 0,1 0 0,-1 0 0,0 0 0,1 0 0,-1 0 0,0 0 0,1 0 0,-1 0 0,1 0 0,-1 0 0,0 0 0,1 0 0,-1 0 0,0 0 0,1 1 0,-1-1 0,0 0 0,0 0 0,1 0 0,-1 0 0,0 1 0,1-1 0,-1 0 0,0 0 0,0 1 0,1-1 0,-1 0 0,0 0 0,0 1 0,3 4 0,-1-1 0,-1 1 0,1-1 0,-1 1 0,2 7 0,-1-3 0,27 128 0,20 77 0,-47-208 57,0-1 0,0 1 0,0-1 0,1 0 0,3 8 0,-5-12-129,0 0 1,1 0 0,-1 1 0,0-1 0,0 0 0,1 0 0,-1 0 0,0 0 0,1 0-1,-1-1 1,1 1 0,-1 0 0,1-1 0,-1 1 0,1-1 0,0 1 0,-1-1 0,1 0 0,-1 0-1,1 0 1,0 0 0,-1 0 0,3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15.0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24575,'2'0'0,"3"0"0,2 0 0,2 2 0,4 6 0,3 8 0,3 12 0,4 10 0,3 9 0,-2 2 0,-5 1 0,-5 2 0,-5 0 0,-13 3 0,-14 2 0,-21 5 0,-4-8-8191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3.4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46 38 24575,'-30'601'0,"27"-567"0,3-21 0,-2 1 0,0-1 0,-7 26 0,12-63 0,10-19 0,2 0 0,1 2 0,41-73 0,83-107 0,-128 203 0,70-97 0,-64 92 0,1 1 0,38-34 0,-52 51 0,0 1 0,0 1 0,0-1 0,1 1 0,-1 0 0,9-4 0,-12 7 0,-1-1 0,0 1 0,1 0 0,-1-1 0,0 1 0,1 0 0,-1 0 0,1 0 0,-1 0 0,1 0 0,-1 0 0,0 0 0,1 1 0,-1-1 0,0 0 0,1 1 0,-1-1 0,0 1 0,1 0 0,-1-1 0,0 1 0,0 0 0,0 0 0,1 0 0,-1 0 0,0 0 0,0 0 0,-1 0 0,1 0 0,0 0 0,0 0 0,0 0 0,0 2 0,11 22 0,-2 0 0,-1 1 0,-1 0 0,7 36 0,-4-14 0,-3-17 0,48 170 0,-42-162 0,1 0 0,2-2 0,24 39 0,-36-67 10,55 82 319,-54-83-519,0 0 1,1-1 0,0 0 0,0-1-1,0 1 1,1-1 0,0-1-1,16 9 1,-3-6-6637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4.4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9206 12 24575,'0'0'0,"0"0"0,0 0 0,0 0 0,0 0 0,0 0 0,0 0 0,0 0 0,0 0 0,1-1 0,-1 1 0,0 0 0,0 0 0,0 0 0,0 0 0,0 0 0,0 0 0,0 0 0,0 0 0,0 0 0,0 0 0,1 0 0,-1 0 0,0 0 0,0 0 0,0 0 0,0-1 0,0 1 0,0 0 0,0 0 0,0 0 0,0 0 0,0 0 0,0 0 0,0 0 0,0 0 0,0 0 0,0-1 0,0 1 0,0 0 0,0 0 0,0 0 0,0 0 0,0 0 0,0 0 0,0 0 0,0 0 0,0-1 0,0 1 0,0 0 0,0 0 0,0 0 0,0 0 0,0 0 0,0 0 0,-1 0 0,1 0 0,0 0 0,0 0 0,0 0 0,0 0 0,0 0 0,0-1 0,0 1 0,0 0 0,0 0 0,0 0 0,-1 0 0,-11-3 0,-15 0 0,-32 3 0,-62 8 0,40-1 0,-1315 51-1248,876-43-1170,329-10 1694,-1960 47-6032,-13-33 5740,2052-19 1960,-367 1 3386,159 9 1427,-150 3-4935,-17 1-513,-89 26-1674,537-38-5461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7.5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689 0 24575,'-2'1'0,"0"0"0,0 0 0,-1 0 0,1 0 0,0 0 0,0 0 0,0 0 0,0 1 0,1-1 0,-1 1 0,0-1 0,0 1 0,1 0 0,-1 0 0,1 0 0,0 0 0,0 0 0,-1 0 0,1 0 0,-1 3 0,-4 5 0,-41 57 0,-4-3 0,-91 92 0,75-91 0,2-3 0,-76 92 0,125-133 0,0 1 0,2 0 0,0 1 0,1 0 0,2 1 0,0 0 0,2 1 0,0 0 0,-4 28 0,10-40 0,2-1 0,-1 1 0,2 0 0,0-1 0,0 1 0,1 0 0,4 18 0,-3-23 0,0 0 0,1 0 0,0 0 0,1-1 0,-1 1 0,1-1 0,1 0 0,-1 0 0,1 0 0,0-1 0,1 0 0,9 9 0,-3-6 0,1 0 0,1 0 0,-1-1 0,2-1 0,-1 0 0,1-1 0,0-1 0,0 0 0,0-1 0,1-1 0,30 3 0,-3-3 0,1-2 0,0-2 0,49-7 0,-30-1 0,-1-2 0,-1-3 0,84-31 0,-104 29 0,-1-1 0,-1-2 0,0-2 0,-2-1 0,62-50 0,-81 56 0,0 0 0,-2-2 0,0 0 0,-1 0 0,-1-2 0,0 0 0,-2 0 0,13-29 0,-18 34 0,-1-1 0,-1 1 0,0-1 0,-1 0 0,-1 0 0,0-1 0,-1 1 0,-1 0 0,-1-1 0,0 1 0,-1-1 0,-6-29 0,6 39 0,-1 0 0,0 0 0,-1 1 0,0-1 0,0 1 0,0-1 0,-1 1 0,1 0 0,-2 0 0,1 1 0,-1-1 0,1 1 0,-2 0 0,1 0 0,0 1 0,-1-1 0,0 1 0,-8-4 0,0 1 0,0 2 0,0 0 0,0 0 0,0 2 0,-1 0 0,0 0 0,-27 0 0,-154 5-1365,165-1-5461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7.9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166 1 24575,'-52'139'0,"24"-69"0,-33 136 0,52-168 0,3 0 0,1 1 0,1 0 0,3 54 0,2-88 0,-1 1 0,1-1 0,0 0 0,0 1 0,1-1 0,-1 0 0,1 0 0,0 0 0,1 0 0,-1 0 0,1-1 0,0 1 0,0-1 0,1 0 0,-1 1 0,1-1 0,6 4 0,-4-3 0,0-1 0,1-1 0,-1 1 0,1-1 0,0 0 0,0-1 0,0 0 0,1 0 0,-1 0 0,0-1 0,1 0 0,7 0 0,17-2-1365,-5-1-5461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8.5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1 24575,'-1'41'-7841,"-3"0"5298,-16 76 8677,14-87-5391,4-5 1830,2-25-2560,0 1 0,0-1 1,0 0-1,0 1 1,0-1-1,0 0 0,0 0 1,0 1-1,0-1 0,0 0 1,0 1-1,0-1 0,0 0 1,0 1-1,0-1 0,0 0 1,0 0-1,0 1 0,0-1 1,1 0-1,-1 0 0,0 1 1,0-1-1,0 0 1,1 0-1,-1 1 0,0-1 1,0 0-1,0 0 0,1 0 1,-1 0-1,0 1 0,0-1 1,1 0-1,-1 0 0,0 0 1,1 0-1,-1 0 0,0 0 1,0 0-1,1 0 0,-1 0 1,0 0-1,1 0 0,-1 0 1,0 0-1,1 0 1,-1 0-1,0 0 0,0 0 1,1 0-1,-1 0 0,0 0 1,1 0-1,-1-1 0,0 1 1,0 0-1,1 0 0,-1 0 1,0 0-1,0-1 0,1 1 1,-1 0-1,0 0 0,0-1 1,0 1-1,0 0 1,1 0-1,-1-1 0,11-10-13,0-1 0,15-20 0,13-16 0,-26 35 0,-1 1 0,2 1 0,0 0 0,0 1 0,30-17 0,-39 25 0,0 0 0,0-1 0,0 2 0,-1-1 0,2 1 0,-1-1 0,0 2 0,0-1 0,0 0 0,0 1 0,1 0 0,-1 0 0,0 1 0,0-1 0,0 1 0,1 0 0,-1 1 0,0-1 0,-1 1 0,1 0 0,0 0 0,0 0 0,-1 1 0,7 4 0,0 3 0,0 0 0,0 1 0,-1 1 0,0 0 0,-1 0 0,-1 1 0,12 21 0,41 106 0,-49-110 0,31 83 0,44 102 0,-76-196 0,-11-19 0,0 1 0,0-1 0,0 0 0,0 0 0,0 0 0,1 0 0,-1 0 0,0 0 0,0 0 0,0 1 0,0-1 0,0 0 0,0 0 0,0 0 0,0 0 0,0 0 0,0 0 0,1 0 0,-1 0 0,0 0 0,0 0 0,0 0 0,0 1 0,0-1 0,0 0 0,1 0 0,-1 0 0,0 0 0,0 0 0,0 0 0,0 0 0,0 0 0,0 0 0,1 0 0,-1 0 0,0 0 0,0 0 0,0 0 0,0 0 0,0-1 0,0 1 0,0 0 0,1 0 0,-1 0 0,0 0 0,0 0 0,0 0 0,0 0 0,0 0 0,0 0 0,0 0 0,0 0 0,0-1 0,1 1 0,1-11 0,-1-14 0,0-57-1365,0 38-5461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9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24575,'6'1'0,"0"-1"0,0 1 0,0 1 0,0-1 0,-1 1 0,1 0 0,-1 0 0,1 1 0,-1-1 0,0 1 0,0 1 0,0-1 0,0 1 0,0-1 0,-1 1 0,0 1 0,6 6 0,4 6 0,-1 1 0,-1 0 0,14 27 0,18 45 0,-39-77 0,0 0 0,-1 0 0,0 1 0,-1 0 0,1 16 0,-4-28 0,0 1 0,0 0 0,0 0 0,-1-1 0,1 1 0,-1 0 0,0 0 0,0-1 0,0 1 0,0-1 0,0 1 0,0-1 0,-1 1 0,1-1 0,-1 0 0,0 0 0,0 0 0,0 0 0,0 0 0,0 0 0,0 0 0,0-1 0,0 1 0,-1-1 0,1 1 0,-1-1 0,1 0 0,-1 0 0,1 0 0,-5 1 0,-9 2 0,-1 0 0,0-1 0,-31 1 0,25-2 0,22-2 0,0 0 0,-1 0 0,1 0 0,0 1 0,-1-1 0,1 0 0,0 0 0,0 1 0,-1-1 0,1 1 0,0-1 0,0 1 0,0 0 0,0-1 0,-1 2 0,1-1 0,1-1 0,0 0 0,0 1 0,0-1 0,0 1 0,0-1 0,0 0 0,0 1 0,0-1 0,0 1 0,0-1 0,0 0 0,0 1 0,0-1 0,0 1 0,0-1 0,0 1 0,0-1 0,0 0 0,1 1 0,-1-1 0,0 0 0,0 1 0,0-1 0,1 0 0,-1 1 0,0-1 0,0 0 0,1 1 0,4 4 0,0-1 0,1 1 0,-1-1 0,8 4 0,-12-7 0,18 8 0,-1 0 0,1 0 0,0-2 0,1-1 0,0 0 0,0-1 0,0-1 0,0-1 0,1-1 0,21-1 0,-36 0-227,-1-2-1,1 1 1,0 0-1,0-1 1,6-2-1,5-3-6598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1:56:29.3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382 0 24575,'205'417'0,"-186"-375"0,-3 0 0,14 55 0,-25-75 0,-1 0 0,-1 1 0,0-1 0,-2 0 0,-1 1 0,-4 35 0,-3-23 0,0-1 0,-3 0 0,-1 0 0,-1-1 0,-1-1 0,-32 53 0,16-37 0,-3-1 0,-2-1 0,-57 59 0,47-62-341,-2-2 0,-2-2-1,-99 62 1,59-51-6485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8A586-8924-8FE1-B227-C55FD164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5F3689-7F2D-5AF7-BCDA-86B0830EF1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18E869-A9D4-8C28-4B2F-7872E1D2718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7792B8A-EFC1-19A5-B2AE-F727659FD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CFAF4F-D278-2468-4659-A41C6A666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5185B-0EB0-CE46-89A4-90DDFE34AE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CFB49-ABAC-6844-1B79-C5ACB98C9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18629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2945985" y="733864"/>
            <a:ext cx="5257800" cy="812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3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本课时内容速递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/>
          </p:nvPr>
        </p:nvSpPr>
        <p:spPr>
          <a:xfrm>
            <a:off x="1648023" y="1600200"/>
            <a:ext cx="8895954" cy="3657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4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6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9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3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4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9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20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21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23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24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5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6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7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8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9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30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31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32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3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4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6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7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8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9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40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41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2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3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4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5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6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7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9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5.png"/><Relationship Id="rId3" Type="http://schemas.openxmlformats.org/officeDocument/2006/relationships/hyperlink" Target="https://www.luogu.com.cn/problem/P10387" TargetMode="External"/><Relationship Id="rId7" Type="http://schemas.openxmlformats.org/officeDocument/2006/relationships/image" Target="../media/image2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.xml"/><Relationship Id="rId11" Type="http://schemas.openxmlformats.org/officeDocument/2006/relationships/image" Target="../media/image4.png"/><Relationship Id="rId5" Type="http://schemas.openxmlformats.org/officeDocument/2006/relationships/hyperlink" Target="https://www.lanqiao.cn/problems/218/learning/?isWithAnswer=true&amp;page=1&amp;first_category_id=1&amp;second_category_id=3&amp;tags=%E8%B4%AA%E5%BF%83,%E6%8E%92%E5%BA%8F&amp;tag_relation=intersection" TargetMode="External"/><Relationship Id="rId15" Type="http://schemas.openxmlformats.org/officeDocument/2006/relationships/image" Target="../media/image6.png"/><Relationship Id="rId10" Type="http://schemas.openxmlformats.org/officeDocument/2006/relationships/customXml" Target="../ink/ink3.xml"/><Relationship Id="rId4" Type="http://schemas.openxmlformats.org/officeDocument/2006/relationships/hyperlink" Target="https://leetcode.cn/problems/queue-reconstruction-by-height/" TargetMode="External"/><Relationship Id="rId9" Type="http://schemas.openxmlformats.org/officeDocument/2006/relationships/image" Target="../media/image3.png"/><Relationship Id="rId1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luogu.com.cn/problem/P10387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4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1.png"/><Relationship Id="rId12" Type="http://schemas.openxmlformats.org/officeDocument/2006/relationships/customXml" Target="../ink/ink10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7.xml"/><Relationship Id="rId11" Type="http://schemas.openxmlformats.org/officeDocument/2006/relationships/image" Target="../media/image13.png"/><Relationship Id="rId24" Type="http://schemas.openxmlformats.org/officeDocument/2006/relationships/customXml" Target="../ink/ink16.xml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10" Type="http://schemas.openxmlformats.org/officeDocument/2006/relationships/customXml" Target="../ink/ink9.xml"/><Relationship Id="rId19" Type="http://schemas.openxmlformats.org/officeDocument/2006/relationships/image" Target="../media/image17.png"/><Relationship Id="rId4" Type="http://schemas.openxmlformats.org/officeDocument/2006/relationships/customXml" Target="../ink/ink6.xml"/><Relationship Id="rId9" Type="http://schemas.openxmlformats.org/officeDocument/2006/relationships/image" Target="../media/image12.png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.png"/><Relationship Id="rId21" Type="http://schemas.openxmlformats.org/officeDocument/2006/relationships/image" Target="../media/image32.png"/><Relationship Id="rId42" Type="http://schemas.openxmlformats.org/officeDocument/2006/relationships/customXml" Target="../ink/ink37.xml"/><Relationship Id="rId63" Type="http://schemas.openxmlformats.org/officeDocument/2006/relationships/image" Target="../media/image53.png"/><Relationship Id="rId84" Type="http://schemas.openxmlformats.org/officeDocument/2006/relationships/customXml" Target="../ink/ink58.xml"/><Relationship Id="rId138" Type="http://schemas.openxmlformats.org/officeDocument/2006/relationships/customXml" Target="../ink/ink87.xml"/><Relationship Id="rId159" Type="http://schemas.openxmlformats.org/officeDocument/2006/relationships/image" Target="../media/image99.png"/><Relationship Id="rId170" Type="http://schemas.openxmlformats.org/officeDocument/2006/relationships/customXml" Target="../ink/ink103.xml"/><Relationship Id="rId191" Type="http://schemas.openxmlformats.org/officeDocument/2006/relationships/image" Target="../media/image115.png"/><Relationship Id="rId107" Type="http://schemas.openxmlformats.org/officeDocument/2006/relationships/image" Target="../media/image73.png"/><Relationship Id="rId11" Type="http://schemas.openxmlformats.org/officeDocument/2006/relationships/image" Target="../media/image27.png"/><Relationship Id="rId32" Type="http://schemas.openxmlformats.org/officeDocument/2006/relationships/customXml" Target="../ink/ink32.xml"/><Relationship Id="rId53" Type="http://schemas.openxmlformats.org/officeDocument/2006/relationships/image" Target="../media/image48.png"/><Relationship Id="rId74" Type="http://schemas.openxmlformats.org/officeDocument/2006/relationships/customXml" Target="../ink/ink53.xml"/><Relationship Id="rId128" Type="http://schemas.openxmlformats.org/officeDocument/2006/relationships/customXml" Target="../ink/ink82.xml"/><Relationship Id="rId149" Type="http://schemas.openxmlformats.org/officeDocument/2006/relationships/image" Target="../media/image94.png"/><Relationship Id="rId5" Type="http://schemas.openxmlformats.org/officeDocument/2006/relationships/image" Target="../media/image24.png"/><Relationship Id="rId95" Type="http://schemas.openxmlformats.org/officeDocument/2006/relationships/image" Target="../media/image69.png"/><Relationship Id="rId160" Type="http://schemas.openxmlformats.org/officeDocument/2006/relationships/customXml" Target="../ink/ink98.xml"/><Relationship Id="rId181" Type="http://schemas.openxmlformats.org/officeDocument/2006/relationships/image" Target="../media/image110.png"/><Relationship Id="rId22" Type="http://schemas.openxmlformats.org/officeDocument/2006/relationships/customXml" Target="../ink/ink27.xml"/><Relationship Id="rId43" Type="http://schemas.openxmlformats.org/officeDocument/2006/relationships/image" Target="../media/image43.png"/><Relationship Id="rId64" Type="http://schemas.openxmlformats.org/officeDocument/2006/relationships/customXml" Target="../ink/ink48.xml"/><Relationship Id="rId118" Type="http://schemas.openxmlformats.org/officeDocument/2006/relationships/customXml" Target="../ink/ink77.xml"/><Relationship Id="rId139" Type="http://schemas.openxmlformats.org/officeDocument/2006/relationships/image" Target="../media/image89.png"/><Relationship Id="rId85" Type="http://schemas.openxmlformats.org/officeDocument/2006/relationships/image" Target="../media/image64.png"/><Relationship Id="rId150" Type="http://schemas.openxmlformats.org/officeDocument/2006/relationships/customXml" Target="../ink/ink93.xml"/><Relationship Id="rId171" Type="http://schemas.openxmlformats.org/officeDocument/2006/relationships/image" Target="../media/image105.png"/><Relationship Id="rId192" Type="http://schemas.openxmlformats.org/officeDocument/2006/relationships/customXml" Target="../ink/ink114.xml"/><Relationship Id="rId12" Type="http://schemas.openxmlformats.org/officeDocument/2006/relationships/customXml" Target="../ink/ink22.xml"/><Relationship Id="rId33" Type="http://schemas.openxmlformats.org/officeDocument/2006/relationships/image" Target="../media/image38.png"/><Relationship Id="rId108" Type="http://schemas.openxmlformats.org/officeDocument/2006/relationships/customXml" Target="../ink/ink72.xml"/><Relationship Id="rId129" Type="http://schemas.openxmlformats.org/officeDocument/2006/relationships/image" Target="../media/image84.png"/><Relationship Id="rId54" Type="http://schemas.openxmlformats.org/officeDocument/2006/relationships/customXml" Target="../ink/ink43.xml"/><Relationship Id="rId75" Type="http://schemas.openxmlformats.org/officeDocument/2006/relationships/image" Target="../media/image59.png"/><Relationship Id="rId96" Type="http://schemas.openxmlformats.org/officeDocument/2006/relationships/customXml" Target="../ink/ink64.xml"/><Relationship Id="rId140" Type="http://schemas.openxmlformats.org/officeDocument/2006/relationships/customXml" Target="../ink/ink88.xml"/><Relationship Id="rId161" Type="http://schemas.openxmlformats.org/officeDocument/2006/relationships/image" Target="../media/image100.png"/><Relationship Id="rId182" Type="http://schemas.openxmlformats.org/officeDocument/2006/relationships/customXml" Target="../ink/ink109.xml"/><Relationship Id="rId6" Type="http://schemas.openxmlformats.org/officeDocument/2006/relationships/customXml" Target="../ink/ink19.xml"/><Relationship Id="rId23" Type="http://schemas.openxmlformats.org/officeDocument/2006/relationships/image" Target="../media/image33.png"/><Relationship Id="rId119" Type="http://schemas.openxmlformats.org/officeDocument/2006/relationships/image" Target="../media/image79.png"/><Relationship Id="rId44" Type="http://schemas.openxmlformats.org/officeDocument/2006/relationships/customXml" Target="../ink/ink38.xml"/><Relationship Id="rId65" Type="http://schemas.openxmlformats.org/officeDocument/2006/relationships/image" Target="../media/image54.png"/><Relationship Id="rId86" Type="http://schemas.openxmlformats.org/officeDocument/2006/relationships/customXml" Target="../ink/ink59.xml"/><Relationship Id="rId130" Type="http://schemas.openxmlformats.org/officeDocument/2006/relationships/customXml" Target="../ink/ink83.xml"/><Relationship Id="rId151" Type="http://schemas.openxmlformats.org/officeDocument/2006/relationships/image" Target="../media/image95.png"/><Relationship Id="rId172" Type="http://schemas.openxmlformats.org/officeDocument/2006/relationships/customXml" Target="../ink/ink104.xml"/><Relationship Id="rId193" Type="http://schemas.openxmlformats.org/officeDocument/2006/relationships/image" Target="../media/image116.png"/><Relationship Id="rId13" Type="http://schemas.openxmlformats.org/officeDocument/2006/relationships/image" Target="../media/image28.png"/><Relationship Id="rId109" Type="http://schemas.openxmlformats.org/officeDocument/2006/relationships/image" Target="../media/image74.png"/><Relationship Id="rId34" Type="http://schemas.openxmlformats.org/officeDocument/2006/relationships/customXml" Target="../ink/ink33.xml"/><Relationship Id="rId55" Type="http://schemas.openxmlformats.org/officeDocument/2006/relationships/image" Target="../media/image49.png"/><Relationship Id="rId76" Type="http://schemas.openxmlformats.org/officeDocument/2006/relationships/customXml" Target="../ink/ink54.xml"/><Relationship Id="rId97" Type="http://schemas.openxmlformats.org/officeDocument/2006/relationships/image" Target="../media/image70.png"/><Relationship Id="rId120" Type="http://schemas.openxmlformats.org/officeDocument/2006/relationships/customXml" Target="../ink/ink78.xml"/><Relationship Id="rId141" Type="http://schemas.openxmlformats.org/officeDocument/2006/relationships/image" Target="../media/image90.png"/><Relationship Id="rId7" Type="http://schemas.openxmlformats.org/officeDocument/2006/relationships/image" Target="../media/image25.png"/><Relationship Id="rId71" Type="http://schemas.openxmlformats.org/officeDocument/2006/relationships/image" Target="../media/image57.png"/><Relationship Id="rId92" Type="http://schemas.openxmlformats.org/officeDocument/2006/relationships/customXml" Target="../ink/ink62.xml"/><Relationship Id="rId162" Type="http://schemas.openxmlformats.org/officeDocument/2006/relationships/customXml" Target="../ink/ink99.xml"/><Relationship Id="rId183" Type="http://schemas.openxmlformats.org/officeDocument/2006/relationships/image" Target="../media/image111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36.png"/><Relationship Id="rId24" Type="http://schemas.openxmlformats.org/officeDocument/2006/relationships/customXml" Target="../ink/ink28.xml"/><Relationship Id="rId40" Type="http://schemas.openxmlformats.org/officeDocument/2006/relationships/customXml" Target="../ink/ink36.xml"/><Relationship Id="rId45" Type="http://schemas.openxmlformats.org/officeDocument/2006/relationships/image" Target="../media/image44.png"/><Relationship Id="rId66" Type="http://schemas.openxmlformats.org/officeDocument/2006/relationships/customXml" Target="../ink/ink49.xml"/><Relationship Id="rId87" Type="http://schemas.openxmlformats.org/officeDocument/2006/relationships/image" Target="../media/image65.png"/><Relationship Id="rId110" Type="http://schemas.openxmlformats.org/officeDocument/2006/relationships/customXml" Target="../ink/ink73.xml"/><Relationship Id="rId115" Type="http://schemas.openxmlformats.org/officeDocument/2006/relationships/image" Target="../media/image77.png"/><Relationship Id="rId131" Type="http://schemas.openxmlformats.org/officeDocument/2006/relationships/image" Target="../media/image85.png"/><Relationship Id="rId136" Type="http://schemas.openxmlformats.org/officeDocument/2006/relationships/customXml" Target="../ink/ink86.xml"/><Relationship Id="rId157" Type="http://schemas.openxmlformats.org/officeDocument/2006/relationships/image" Target="../media/image98.png"/><Relationship Id="rId178" Type="http://schemas.openxmlformats.org/officeDocument/2006/relationships/customXml" Target="../ink/ink107.xml"/><Relationship Id="rId61" Type="http://schemas.openxmlformats.org/officeDocument/2006/relationships/image" Target="../media/image52.png"/><Relationship Id="rId82" Type="http://schemas.openxmlformats.org/officeDocument/2006/relationships/customXml" Target="../ink/ink57.xml"/><Relationship Id="rId152" Type="http://schemas.openxmlformats.org/officeDocument/2006/relationships/customXml" Target="../ink/ink94.xml"/><Relationship Id="rId173" Type="http://schemas.openxmlformats.org/officeDocument/2006/relationships/image" Target="../media/image106.png"/><Relationship Id="rId194" Type="http://schemas.openxmlformats.org/officeDocument/2006/relationships/customXml" Target="../ink/ink115.xml"/><Relationship Id="rId19" Type="http://schemas.openxmlformats.org/officeDocument/2006/relationships/image" Target="../media/image31.png"/><Relationship Id="rId14" Type="http://schemas.openxmlformats.org/officeDocument/2006/relationships/customXml" Target="../ink/ink23.xml"/><Relationship Id="rId30" Type="http://schemas.openxmlformats.org/officeDocument/2006/relationships/customXml" Target="../ink/ink31.xml"/><Relationship Id="rId35" Type="http://schemas.openxmlformats.org/officeDocument/2006/relationships/image" Target="../media/image39.png"/><Relationship Id="rId56" Type="http://schemas.openxmlformats.org/officeDocument/2006/relationships/customXml" Target="../ink/ink44.xml"/><Relationship Id="rId77" Type="http://schemas.openxmlformats.org/officeDocument/2006/relationships/image" Target="../media/image60.png"/><Relationship Id="rId100" Type="http://schemas.openxmlformats.org/officeDocument/2006/relationships/customXml" Target="../ink/ink67.xml"/><Relationship Id="rId105" Type="http://schemas.openxmlformats.org/officeDocument/2006/relationships/image" Target="../media/image72.png"/><Relationship Id="rId126" Type="http://schemas.openxmlformats.org/officeDocument/2006/relationships/customXml" Target="../ink/ink81.xml"/><Relationship Id="rId147" Type="http://schemas.openxmlformats.org/officeDocument/2006/relationships/image" Target="../media/image93.png"/><Relationship Id="rId168" Type="http://schemas.openxmlformats.org/officeDocument/2006/relationships/customXml" Target="../ink/ink102.xml"/><Relationship Id="rId8" Type="http://schemas.openxmlformats.org/officeDocument/2006/relationships/customXml" Target="../ink/ink20.xml"/><Relationship Id="rId51" Type="http://schemas.openxmlformats.org/officeDocument/2006/relationships/image" Target="../media/image47.png"/><Relationship Id="rId72" Type="http://schemas.openxmlformats.org/officeDocument/2006/relationships/customXml" Target="../ink/ink52.xml"/><Relationship Id="rId93" Type="http://schemas.openxmlformats.org/officeDocument/2006/relationships/image" Target="../media/image68.png"/><Relationship Id="rId98" Type="http://schemas.openxmlformats.org/officeDocument/2006/relationships/customXml" Target="../ink/ink65.xml"/><Relationship Id="rId121" Type="http://schemas.openxmlformats.org/officeDocument/2006/relationships/image" Target="../media/image80.png"/><Relationship Id="rId142" Type="http://schemas.openxmlformats.org/officeDocument/2006/relationships/customXml" Target="../ink/ink89.xml"/><Relationship Id="rId163" Type="http://schemas.openxmlformats.org/officeDocument/2006/relationships/image" Target="../media/image101.png"/><Relationship Id="rId184" Type="http://schemas.openxmlformats.org/officeDocument/2006/relationships/customXml" Target="../ink/ink110.xml"/><Relationship Id="rId189" Type="http://schemas.openxmlformats.org/officeDocument/2006/relationships/image" Target="../media/image114.png"/><Relationship Id="rId3" Type="http://schemas.openxmlformats.org/officeDocument/2006/relationships/image" Target="../media/image23.png"/><Relationship Id="rId25" Type="http://schemas.openxmlformats.org/officeDocument/2006/relationships/image" Target="../media/image34.png"/><Relationship Id="rId46" Type="http://schemas.openxmlformats.org/officeDocument/2006/relationships/customXml" Target="../ink/ink39.xml"/><Relationship Id="rId67" Type="http://schemas.openxmlformats.org/officeDocument/2006/relationships/image" Target="../media/image55.png"/><Relationship Id="rId116" Type="http://schemas.openxmlformats.org/officeDocument/2006/relationships/customXml" Target="../ink/ink76.xml"/><Relationship Id="rId137" Type="http://schemas.openxmlformats.org/officeDocument/2006/relationships/image" Target="../media/image88.png"/><Relationship Id="rId158" Type="http://schemas.openxmlformats.org/officeDocument/2006/relationships/customXml" Target="../ink/ink97.xml"/><Relationship Id="rId20" Type="http://schemas.openxmlformats.org/officeDocument/2006/relationships/customXml" Target="../ink/ink26.xml"/><Relationship Id="rId41" Type="http://schemas.openxmlformats.org/officeDocument/2006/relationships/image" Target="../media/image42.png"/><Relationship Id="rId62" Type="http://schemas.openxmlformats.org/officeDocument/2006/relationships/customXml" Target="../ink/ink47.xml"/><Relationship Id="rId83" Type="http://schemas.openxmlformats.org/officeDocument/2006/relationships/image" Target="../media/image63.png"/><Relationship Id="rId88" Type="http://schemas.openxmlformats.org/officeDocument/2006/relationships/customXml" Target="../ink/ink60.xml"/><Relationship Id="rId111" Type="http://schemas.openxmlformats.org/officeDocument/2006/relationships/image" Target="../media/image75.png"/><Relationship Id="rId132" Type="http://schemas.openxmlformats.org/officeDocument/2006/relationships/customXml" Target="../ink/ink84.xml"/><Relationship Id="rId153" Type="http://schemas.openxmlformats.org/officeDocument/2006/relationships/image" Target="../media/image96.png"/><Relationship Id="rId174" Type="http://schemas.openxmlformats.org/officeDocument/2006/relationships/customXml" Target="../ink/ink105.xml"/><Relationship Id="rId179" Type="http://schemas.openxmlformats.org/officeDocument/2006/relationships/image" Target="../media/image109.png"/><Relationship Id="rId195" Type="http://schemas.openxmlformats.org/officeDocument/2006/relationships/image" Target="../media/image117.png"/><Relationship Id="rId190" Type="http://schemas.openxmlformats.org/officeDocument/2006/relationships/customXml" Target="../ink/ink113.xml"/><Relationship Id="rId15" Type="http://schemas.openxmlformats.org/officeDocument/2006/relationships/image" Target="../media/image29.png"/><Relationship Id="rId36" Type="http://schemas.openxmlformats.org/officeDocument/2006/relationships/customXml" Target="../ink/ink34.xml"/><Relationship Id="rId57" Type="http://schemas.openxmlformats.org/officeDocument/2006/relationships/image" Target="../media/image50.png"/><Relationship Id="rId106" Type="http://schemas.openxmlformats.org/officeDocument/2006/relationships/customXml" Target="../ink/ink71.xml"/><Relationship Id="rId127" Type="http://schemas.openxmlformats.org/officeDocument/2006/relationships/image" Target="../media/image83.png"/><Relationship Id="rId10" Type="http://schemas.openxmlformats.org/officeDocument/2006/relationships/customXml" Target="../ink/ink21.xml"/><Relationship Id="rId31" Type="http://schemas.openxmlformats.org/officeDocument/2006/relationships/image" Target="../media/image37.png"/><Relationship Id="rId52" Type="http://schemas.openxmlformats.org/officeDocument/2006/relationships/customXml" Target="../ink/ink42.xml"/><Relationship Id="rId73" Type="http://schemas.openxmlformats.org/officeDocument/2006/relationships/image" Target="../media/image58.png"/><Relationship Id="rId78" Type="http://schemas.openxmlformats.org/officeDocument/2006/relationships/customXml" Target="../ink/ink55.xml"/><Relationship Id="rId94" Type="http://schemas.openxmlformats.org/officeDocument/2006/relationships/customXml" Target="../ink/ink63.xml"/><Relationship Id="rId99" Type="http://schemas.openxmlformats.org/officeDocument/2006/relationships/customXml" Target="../ink/ink66.xml"/><Relationship Id="rId101" Type="http://schemas.openxmlformats.org/officeDocument/2006/relationships/image" Target="../media/image71.png"/><Relationship Id="rId122" Type="http://schemas.openxmlformats.org/officeDocument/2006/relationships/customXml" Target="../ink/ink79.xml"/><Relationship Id="rId143" Type="http://schemas.openxmlformats.org/officeDocument/2006/relationships/image" Target="../media/image91.png"/><Relationship Id="rId148" Type="http://schemas.openxmlformats.org/officeDocument/2006/relationships/customXml" Target="../ink/ink92.xml"/><Relationship Id="rId164" Type="http://schemas.openxmlformats.org/officeDocument/2006/relationships/customXml" Target="../ink/ink100.xml"/><Relationship Id="rId169" Type="http://schemas.openxmlformats.org/officeDocument/2006/relationships/image" Target="../media/image104.png"/><Relationship Id="rId185" Type="http://schemas.openxmlformats.org/officeDocument/2006/relationships/image" Target="../media/image112.png"/><Relationship Id="rId4" Type="http://schemas.openxmlformats.org/officeDocument/2006/relationships/customXml" Target="../ink/ink18.xml"/><Relationship Id="rId9" Type="http://schemas.openxmlformats.org/officeDocument/2006/relationships/image" Target="../media/image26.png"/><Relationship Id="rId180" Type="http://schemas.openxmlformats.org/officeDocument/2006/relationships/customXml" Target="../ink/ink108.xml"/><Relationship Id="rId26" Type="http://schemas.openxmlformats.org/officeDocument/2006/relationships/customXml" Target="../ink/ink29.xml"/><Relationship Id="rId47" Type="http://schemas.openxmlformats.org/officeDocument/2006/relationships/image" Target="../media/image45.png"/><Relationship Id="rId68" Type="http://schemas.openxmlformats.org/officeDocument/2006/relationships/customXml" Target="../ink/ink50.xml"/><Relationship Id="rId89" Type="http://schemas.openxmlformats.org/officeDocument/2006/relationships/image" Target="../media/image66.png"/><Relationship Id="rId112" Type="http://schemas.openxmlformats.org/officeDocument/2006/relationships/customXml" Target="../ink/ink74.xml"/><Relationship Id="rId133" Type="http://schemas.openxmlformats.org/officeDocument/2006/relationships/image" Target="../media/image86.png"/><Relationship Id="rId154" Type="http://schemas.openxmlformats.org/officeDocument/2006/relationships/customXml" Target="../ink/ink95.xml"/><Relationship Id="rId175" Type="http://schemas.openxmlformats.org/officeDocument/2006/relationships/image" Target="../media/image107.png"/><Relationship Id="rId196" Type="http://schemas.openxmlformats.org/officeDocument/2006/relationships/customXml" Target="../ink/ink116.xml"/><Relationship Id="rId16" Type="http://schemas.openxmlformats.org/officeDocument/2006/relationships/customXml" Target="../ink/ink24.xml"/><Relationship Id="rId37" Type="http://schemas.openxmlformats.org/officeDocument/2006/relationships/image" Target="../media/image40.png"/><Relationship Id="rId58" Type="http://schemas.openxmlformats.org/officeDocument/2006/relationships/customXml" Target="../ink/ink45.xml"/><Relationship Id="rId79" Type="http://schemas.openxmlformats.org/officeDocument/2006/relationships/image" Target="../media/image61.png"/><Relationship Id="rId102" Type="http://schemas.openxmlformats.org/officeDocument/2006/relationships/customXml" Target="../ink/ink68.xml"/><Relationship Id="rId123" Type="http://schemas.openxmlformats.org/officeDocument/2006/relationships/image" Target="../media/image81.png"/><Relationship Id="rId144" Type="http://schemas.openxmlformats.org/officeDocument/2006/relationships/customXml" Target="../ink/ink90.xml"/><Relationship Id="rId90" Type="http://schemas.openxmlformats.org/officeDocument/2006/relationships/customXml" Target="../ink/ink61.xml"/><Relationship Id="rId165" Type="http://schemas.openxmlformats.org/officeDocument/2006/relationships/image" Target="../media/image102.png"/><Relationship Id="rId186" Type="http://schemas.openxmlformats.org/officeDocument/2006/relationships/customXml" Target="../ink/ink111.xml"/><Relationship Id="rId27" Type="http://schemas.openxmlformats.org/officeDocument/2006/relationships/image" Target="../media/image35.png"/><Relationship Id="rId48" Type="http://schemas.openxmlformats.org/officeDocument/2006/relationships/customXml" Target="../ink/ink40.xml"/><Relationship Id="rId69" Type="http://schemas.openxmlformats.org/officeDocument/2006/relationships/image" Target="../media/image56.png"/><Relationship Id="rId113" Type="http://schemas.openxmlformats.org/officeDocument/2006/relationships/image" Target="../media/image76.png"/><Relationship Id="rId134" Type="http://schemas.openxmlformats.org/officeDocument/2006/relationships/customXml" Target="../ink/ink85.xml"/><Relationship Id="rId80" Type="http://schemas.openxmlformats.org/officeDocument/2006/relationships/customXml" Target="../ink/ink56.xml"/><Relationship Id="rId155" Type="http://schemas.openxmlformats.org/officeDocument/2006/relationships/image" Target="../media/image97.png"/><Relationship Id="rId176" Type="http://schemas.openxmlformats.org/officeDocument/2006/relationships/customXml" Target="../ink/ink106.xml"/><Relationship Id="rId197" Type="http://schemas.openxmlformats.org/officeDocument/2006/relationships/image" Target="../media/image118.png"/><Relationship Id="rId17" Type="http://schemas.openxmlformats.org/officeDocument/2006/relationships/image" Target="../media/image30.png"/><Relationship Id="rId38" Type="http://schemas.openxmlformats.org/officeDocument/2006/relationships/customXml" Target="../ink/ink35.xml"/><Relationship Id="rId59" Type="http://schemas.openxmlformats.org/officeDocument/2006/relationships/image" Target="../media/image51.png"/><Relationship Id="rId103" Type="http://schemas.openxmlformats.org/officeDocument/2006/relationships/customXml" Target="../ink/ink69.xml"/><Relationship Id="rId124" Type="http://schemas.openxmlformats.org/officeDocument/2006/relationships/customXml" Target="../ink/ink80.xml"/><Relationship Id="rId70" Type="http://schemas.openxmlformats.org/officeDocument/2006/relationships/customXml" Target="../ink/ink51.xml"/><Relationship Id="rId91" Type="http://schemas.openxmlformats.org/officeDocument/2006/relationships/image" Target="../media/image67.png"/><Relationship Id="rId145" Type="http://schemas.openxmlformats.org/officeDocument/2006/relationships/image" Target="../media/image92.png"/><Relationship Id="rId166" Type="http://schemas.openxmlformats.org/officeDocument/2006/relationships/customXml" Target="../ink/ink101.xml"/><Relationship Id="rId187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28" Type="http://schemas.openxmlformats.org/officeDocument/2006/relationships/customXml" Target="../ink/ink30.xml"/><Relationship Id="rId49" Type="http://schemas.openxmlformats.org/officeDocument/2006/relationships/image" Target="../media/image46.png"/><Relationship Id="rId114" Type="http://schemas.openxmlformats.org/officeDocument/2006/relationships/customXml" Target="../ink/ink75.xml"/><Relationship Id="rId60" Type="http://schemas.openxmlformats.org/officeDocument/2006/relationships/customXml" Target="../ink/ink46.xml"/><Relationship Id="rId81" Type="http://schemas.openxmlformats.org/officeDocument/2006/relationships/image" Target="../media/image62.png"/><Relationship Id="rId135" Type="http://schemas.openxmlformats.org/officeDocument/2006/relationships/image" Target="../media/image87.png"/><Relationship Id="rId156" Type="http://schemas.openxmlformats.org/officeDocument/2006/relationships/customXml" Target="../ink/ink96.xml"/><Relationship Id="rId177" Type="http://schemas.openxmlformats.org/officeDocument/2006/relationships/image" Target="../media/image108.png"/><Relationship Id="rId18" Type="http://schemas.openxmlformats.org/officeDocument/2006/relationships/customXml" Target="../ink/ink25.xml"/><Relationship Id="rId39" Type="http://schemas.openxmlformats.org/officeDocument/2006/relationships/image" Target="../media/image41.png"/><Relationship Id="rId50" Type="http://schemas.openxmlformats.org/officeDocument/2006/relationships/customXml" Target="../ink/ink41.xml"/><Relationship Id="rId104" Type="http://schemas.openxmlformats.org/officeDocument/2006/relationships/customXml" Target="../ink/ink70.xml"/><Relationship Id="rId125" Type="http://schemas.openxmlformats.org/officeDocument/2006/relationships/image" Target="../media/image82.png"/><Relationship Id="rId146" Type="http://schemas.openxmlformats.org/officeDocument/2006/relationships/customXml" Target="../ink/ink91.xml"/><Relationship Id="rId167" Type="http://schemas.openxmlformats.org/officeDocument/2006/relationships/image" Target="../media/image103.png"/><Relationship Id="rId188" Type="http://schemas.openxmlformats.org/officeDocument/2006/relationships/customXml" Target="../ink/ink11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8.xml"/><Relationship Id="rId21" Type="http://schemas.openxmlformats.org/officeDocument/2006/relationships/image" Target="../media/image128.png"/><Relationship Id="rId42" Type="http://schemas.openxmlformats.org/officeDocument/2006/relationships/customXml" Target="../ink/ink136.xml"/><Relationship Id="rId47" Type="http://schemas.openxmlformats.org/officeDocument/2006/relationships/image" Target="../media/image141.png"/><Relationship Id="rId63" Type="http://schemas.openxmlformats.org/officeDocument/2006/relationships/image" Target="../media/image149.png"/><Relationship Id="rId68" Type="http://schemas.openxmlformats.org/officeDocument/2006/relationships/customXml" Target="../ink/ink149.xml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123.xml"/><Relationship Id="rId29" Type="http://schemas.openxmlformats.org/officeDocument/2006/relationships/image" Target="../media/image132.png"/><Relationship Id="rId11" Type="http://schemas.openxmlformats.org/officeDocument/2006/relationships/image" Target="../media/image123.png"/><Relationship Id="rId24" Type="http://schemas.openxmlformats.org/officeDocument/2006/relationships/customXml" Target="../ink/ink127.xml"/><Relationship Id="rId32" Type="http://schemas.openxmlformats.org/officeDocument/2006/relationships/customXml" Target="../ink/ink131.xml"/><Relationship Id="rId37" Type="http://schemas.openxmlformats.org/officeDocument/2006/relationships/image" Target="../media/image136.png"/><Relationship Id="rId40" Type="http://schemas.openxmlformats.org/officeDocument/2006/relationships/customXml" Target="../ink/ink135.xml"/><Relationship Id="rId45" Type="http://schemas.openxmlformats.org/officeDocument/2006/relationships/image" Target="../media/image140.png"/><Relationship Id="rId53" Type="http://schemas.openxmlformats.org/officeDocument/2006/relationships/image" Target="../media/image144.png"/><Relationship Id="rId58" Type="http://schemas.openxmlformats.org/officeDocument/2006/relationships/customXml" Target="../ink/ink144.xml"/><Relationship Id="rId66" Type="http://schemas.openxmlformats.org/officeDocument/2006/relationships/customXml" Target="../ink/ink148.xml"/><Relationship Id="rId5" Type="http://schemas.openxmlformats.org/officeDocument/2006/relationships/image" Target="../media/image120.png"/><Relationship Id="rId61" Type="http://schemas.openxmlformats.org/officeDocument/2006/relationships/image" Target="../media/image148.png"/><Relationship Id="rId19" Type="http://schemas.openxmlformats.org/officeDocument/2006/relationships/image" Target="../media/image127.png"/><Relationship Id="rId14" Type="http://schemas.openxmlformats.org/officeDocument/2006/relationships/customXml" Target="../ink/ink122.xml"/><Relationship Id="rId22" Type="http://schemas.openxmlformats.org/officeDocument/2006/relationships/customXml" Target="../ink/ink126.xml"/><Relationship Id="rId27" Type="http://schemas.openxmlformats.org/officeDocument/2006/relationships/image" Target="../media/image131.png"/><Relationship Id="rId30" Type="http://schemas.openxmlformats.org/officeDocument/2006/relationships/customXml" Target="../ink/ink130.xml"/><Relationship Id="rId35" Type="http://schemas.openxmlformats.org/officeDocument/2006/relationships/image" Target="../media/image135.png"/><Relationship Id="rId43" Type="http://schemas.openxmlformats.org/officeDocument/2006/relationships/image" Target="../media/image139.png"/><Relationship Id="rId48" Type="http://schemas.openxmlformats.org/officeDocument/2006/relationships/customXml" Target="../ink/ink139.xml"/><Relationship Id="rId56" Type="http://schemas.openxmlformats.org/officeDocument/2006/relationships/customXml" Target="../ink/ink143.xml"/><Relationship Id="rId64" Type="http://schemas.openxmlformats.org/officeDocument/2006/relationships/customXml" Target="../ink/ink147.xml"/><Relationship Id="rId69" Type="http://schemas.openxmlformats.org/officeDocument/2006/relationships/image" Target="../media/image152.png"/><Relationship Id="rId8" Type="http://schemas.openxmlformats.org/officeDocument/2006/relationships/customXml" Target="../ink/ink119.xml"/><Relationship Id="rId51" Type="http://schemas.openxmlformats.org/officeDocument/2006/relationships/image" Target="../media/image143.png"/><Relationship Id="rId3" Type="http://schemas.openxmlformats.org/officeDocument/2006/relationships/image" Target="../media/image119.png"/><Relationship Id="rId12" Type="http://schemas.openxmlformats.org/officeDocument/2006/relationships/customXml" Target="../ink/ink121.xml"/><Relationship Id="rId17" Type="http://schemas.openxmlformats.org/officeDocument/2006/relationships/image" Target="../media/image126.png"/><Relationship Id="rId25" Type="http://schemas.openxmlformats.org/officeDocument/2006/relationships/image" Target="../media/image130.png"/><Relationship Id="rId33" Type="http://schemas.openxmlformats.org/officeDocument/2006/relationships/image" Target="../media/image134.png"/><Relationship Id="rId38" Type="http://schemas.openxmlformats.org/officeDocument/2006/relationships/customXml" Target="../ink/ink134.xml"/><Relationship Id="rId46" Type="http://schemas.openxmlformats.org/officeDocument/2006/relationships/customXml" Target="../ink/ink138.xml"/><Relationship Id="rId59" Type="http://schemas.openxmlformats.org/officeDocument/2006/relationships/image" Target="../media/image147.png"/><Relationship Id="rId67" Type="http://schemas.openxmlformats.org/officeDocument/2006/relationships/image" Target="../media/image151.png"/><Relationship Id="rId20" Type="http://schemas.openxmlformats.org/officeDocument/2006/relationships/customXml" Target="../ink/ink125.xml"/><Relationship Id="rId41" Type="http://schemas.openxmlformats.org/officeDocument/2006/relationships/image" Target="../media/image138.png"/><Relationship Id="rId54" Type="http://schemas.openxmlformats.org/officeDocument/2006/relationships/customXml" Target="../ink/ink142.xml"/><Relationship Id="rId62" Type="http://schemas.openxmlformats.org/officeDocument/2006/relationships/customXml" Target="../ink/ink14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18.xml"/><Relationship Id="rId15" Type="http://schemas.openxmlformats.org/officeDocument/2006/relationships/image" Target="../media/image125.png"/><Relationship Id="rId23" Type="http://schemas.openxmlformats.org/officeDocument/2006/relationships/image" Target="../media/image129.png"/><Relationship Id="rId28" Type="http://schemas.openxmlformats.org/officeDocument/2006/relationships/customXml" Target="../ink/ink129.xml"/><Relationship Id="rId36" Type="http://schemas.openxmlformats.org/officeDocument/2006/relationships/customXml" Target="../ink/ink133.xml"/><Relationship Id="rId49" Type="http://schemas.openxmlformats.org/officeDocument/2006/relationships/image" Target="../media/image142.png"/><Relationship Id="rId57" Type="http://schemas.openxmlformats.org/officeDocument/2006/relationships/image" Target="../media/image146.png"/><Relationship Id="rId10" Type="http://schemas.openxmlformats.org/officeDocument/2006/relationships/customXml" Target="../ink/ink120.xml"/><Relationship Id="rId31" Type="http://schemas.openxmlformats.org/officeDocument/2006/relationships/image" Target="../media/image133.png"/><Relationship Id="rId44" Type="http://schemas.openxmlformats.org/officeDocument/2006/relationships/customXml" Target="../ink/ink137.xml"/><Relationship Id="rId52" Type="http://schemas.openxmlformats.org/officeDocument/2006/relationships/customXml" Target="../ink/ink141.xml"/><Relationship Id="rId60" Type="http://schemas.openxmlformats.org/officeDocument/2006/relationships/customXml" Target="../ink/ink145.xml"/><Relationship Id="rId65" Type="http://schemas.openxmlformats.org/officeDocument/2006/relationships/image" Target="../media/image150.png"/><Relationship Id="rId4" Type="http://schemas.openxmlformats.org/officeDocument/2006/relationships/customXml" Target="../ink/ink117.xml"/><Relationship Id="rId9" Type="http://schemas.openxmlformats.org/officeDocument/2006/relationships/image" Target="../media/image122.png"/><Relationship Id="rId13" Type="http://schemas.openxmlformats.org/officeDocument/2006/relationships/image" Target="../media/image124.png"/><Relationship Id="rId18" Type="http://schemas.openxmlformats.org/officeDocument/2006/relationships/customXml" Target="../ink/ink124.xml"/><Relationship Id="rId39" Type="http://schemas.openxmlformats.org/officeDocument/2006/relationships/image" Target="../media/image137.png"/><Relationship Id="rId34" Type="http://schemas.openxmlformats.org/officeDocument/2006/relationships/customXml" Target="../ink/ink132.xml"/><Relationship Id="rId50" Type="http://schemas.openxmlformats.org/officeDocument/2006/relationships/customXml" Target="../ink/ink140.xml"/><Relationship Id="rId55" Type="http://schemas.openxmlformats.org/officeDocument/2006/relationships/image" Target="../media/image14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0.png"/><Relationship Id="rId21" Type="http://schemas.openxmlformats.org/officeDocument/2006/relationships/image" Target="../media/image162.png"/><Relationship Id="rId42" Type="http://schemas.openxmlformats.org/officeDocument/2006/relationships/customXml" Target="../ink/ink169.xml"/><Relationship Id="rId63" Type="http://schemas.openxmlformats.org/officeDocument/2006/relationships/image" Target="../media/image183.png"/><Relationship Id="rId84" Type="http://schemas.openxmlformats.org/officeDocument/2006/relationships/customXml" Target="../ink/ink190.xml"/><Relationship Id="rId138" Type="http://schemas.openxmlformats.org/officeDocument/2006/relationships/customXml" Target="../ink/ink217.xml"/><Relationship Id="rId107" Type="http://schemas.openxmlformats.org/officeDocument/2006/relationships/image" Target="../media/image205.png"/><Relationship Id="rId11" Type="http://schemas.openxmlformats.org/officeDocument/2006/relationships/image" Target="../media/image157.png"/><Relationship Id="rId32" Type="http://schemas.openxmlformats.org/officeDocument/2006/relationships/customXml" Target="../ink/ink164.xml"/><Relationship Id="rId53" Type="http://schemas.openxmlformats.org/officeDocument/2006/relationships/image" Target="../media/image178.png"/><Relationship Id="rId74" Type="http://schemas.openxmlformats.org/officeDocument/2006/relationships/customXml" Target="../ink/ink185.xml"/><Relationship Id="rId128" Type="http://schemas.openxmlformats.org/officeDocument/2006/relationships/customXml" Target="../ink/ink212.xml"/><Relationship Id="rId5" Type="http://schemas.openxmlformats.org/officeDocument/2006/relationships/image" Target="../media/image154.png"/><Relationship Id="rId90" Type="http://schemas.openxmlformats.org/officeDocument/2006/relationships/customXml" Target="../ink/ink193.xml"/><Relationship Id="rId95" Type="http://schemas.openxmlformats.org/officeDocument/2006/relationships/image" Target="../media/image199.png"/><Relationship Id="rId22" Type="http://schemas.openxmlformats.org/officeDocument/2006/relationships/customXml" Target="../ink/ink159.xml"/><Relationship Id="rId27" Type="http://schemas.openxmlformats.org/officeDocument/2006/relationships/image" Target="../media/image165.png"/><Relationship Id="rId43" Type="http://schemas.openxmlformats.org/officeDocument/2006/relationships/image" Target="../media/image173.png"/><Relationship Id="rId48" Type="http://schemas.openxmlformats.org/officeDocument/2006/relationships/customXml" Target="../ink/ink172.xml"/><Relationship Id="rId64" Type="http://schemas.openxmlformats.org/officeDocument/2006/relationships/customXml" Target="../ink/ink180.xml"/><Relationship Id="rId69" Type="http://schemas.openxmlformats.org/officeDocument/2006/relationships/image" Target="../media/image186.png"/><Relationship Id="rId113" Type="http://schemas.openxmlformats.org/officeDocument/2006/relationships/image" Target="../media/image208.png"/><Relationship Id="rId118" Type="http://schemas.openxmlformats.org/officeDocument/2006/relationships/customXml" Target="../ink/ink207.xml"/><Relationship Id="rId134" Type="http://schemas.openxmlformats.org/officeDocument/2006/relationships/customXml" Target="../ink/ink215.xml"/><Relationship Id="rId139" Type="http://schemas.openxmlformats.org/officeDocument/2006/relationships/image" Target="../media/image221.png"/><Relationship Id="rId80" Type="http://schemas.openxmlformats.org/officeDocument/2006/relationships/customXml" Target="../ink/ink188.xml"/><Relationship Id="rId85" Type="http://schemas.openxmlformats.org/officeDocument/2006/relationships/image" Target="../media/image194.png"/><Relationship Id="rId12" Type="http://schemas.openxmlformats.org/officeDocument/2006/relationships/customXml" Target="../ink/ink154.xml"/><Relationship Id="rId17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customXml" Target="../ink/ink167.xml"/><Relationship Id="rId59" Type="http://schemas.openxmlformats.org/officeDocument/2006/relationships/image" Target="../media/image181.png"/><Relationship Id="rId103" Type="http://schemas.openxmlformats.org/officeDocument/2006/relationships/image" Target="../media/image203.png"/><Relationship Id="rId108" Type="http://schemas.openxmlformats.org/officeDocument/2006/relationships/customXml" Target="../ink/ink202.xml"/><Relationship Id="rId124" Type="http://schemas.openxmlformats.org/officeDocument/2006/relationships/customXml" Target="../ink/ink210.xml"/><Relationship Id="rId129" Type="http://schemas.openxmlformats.org/officeDocument/2006/relationships/image" Target="../media/image216.png"/><Relationship Id="rId54" Type="http://schemas.openxmlformats.org/officeDocument/2006/relationships/customXml" Target="../ink/ink175.xml"/><Relationship Id="rId70" Type="http://schemas.openxmlformats.org/officeDocument/2006/relationships/customXml" Target="../ink/ink183.xml"/><Relationship Id="rId75" Type="http://schemas.openxmlformats.org/officeDocument/2006/relationships/image" Target="../media/image189.png"/><Relationship Id="rId91" Type="http://schemas.openxmlformats.org/officeDocument/2006/relationships/image" Target="../media/image197.png"/><Relationship Id="rId96" Type="http://schemas.openxmlformats.org/officeDocument/2006/relationships/customXml" Target="../ink/ink196.xml"/><Relationship Id="rId140" Type="http://schemas.openxmlformats.org/officeDocument/2006/relationships/customXml" Target="../ink/ink218.xml"/><Relationship Id="rId145" Type="http://schemas.openxmlformats.org/officeDocument/2006/relationships/image" Target="../media/image224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51.xml"/><Relationship Id="rId23" Type="http://schemas.openxmlformats.org/officeDocument/2006/relationships/image" Target="../media/image163.png"/><Relationship Id="rId28" Type="http://schemas.openxmlformats.org/officeDocument/2006/relationships/customXml" Target="../ink/ink162.xml"/><Relationship Id="rId49" Type="http://schemas.openxmlformats.org/officeDocument/2006/relationships/image" Target="../media/image176.png"/><Relationship Id="rId114" Type="http://schemas.openxmlformats.org/officeDocument/2006/relationships/customXml" Target="../ink/ink205.xml"/><Relationship Id="rId119" Type="http://schemas.openxmlformats.org/officeDocument/2006/relationships/image" Target="../media/image211.png"/><Relationship Id="rId44" Type="http://schemas.openxmlformats.org/officeDocument/2006/relationships/customXml" Target="../ink/ink170.xml"/><Relationship Id="rId60" Type="http://schemas.openxmlformats.org/officeDocument/2006/relationships/customXml" Target="../ink/ink178.xml"/><Relationship Id="rId65" Type="http://schemas.openxmlformats.org/officeDocument/2006/relationships/image" Target="../media/image184.png"/><Relationship Id="rId81" Type="http://schemas.openxmlformats.org/officeDocument/2006/relationships/image" Target="../media/image192.png"/><Relationship Id="rId86" Type="http://schemas.openxmlformats.org/officeDocument/2006/relationships/customXml" Target="../ink/ink191.xml"/><Relationship Id="rId130" Type="http://schemas.openxmlformats.org/officeDocument/2006/relationships/customXml" Target="../ink/ink213.xml"/><Relationship Id="rId135" Type="http://schemas.openxmlformats.org/officeDocument/2006/relationships/image" Target="../media/image219.png"/><Relationship Id="rId13" Type="http://schemas.openxmlformats.org/officeDocument/2006/relationships/image" Target="../media/image158.png"/><Relationship Id="rId18" Type="http://schemas.openxmlformats.org/officeDocument/2006/relationships/customXml" Target="../ink/ink157.xml"/><Relationship Id="rId39" Type="http://schemas.openxmlformats.org/officeDocument/2006/relationships/image" Target="../media/image171.png"/><Relationship Id="rId109" Type="http://schemas.openxmlformats.org/officeDocument/2006/relationships/image" Target="../media/image206.png"/><Relationship Id="rId34" Type="http://schemas.openxmlformats.org/officeDocument/2006/relationships/customXml" Target="../ink/ink165.xml"/><Relationship Id="rId50" Type="http://schemas.openxmlformats.org/officeDocument/2006/relationships/customXml" Target="../ink/ink173.xml"/><Relationship Id="rId55" Type="http://schemas.openxmlformats.org/officeDocument/2006/relationships/image" Target="../media/image179.png"/><Relationship Id="rId76" Type="http://schemas.openxmlformats.org/officeDocument/2006/relationships/customXml" Target="../ink/ink186.xml"/><Relationship Id="rId97" Type="http://schemas.openxmlformats.org/officeDocument/2006/relationships/image" Target="../media/image200.png"/><Relationship Id="rId104" Type="http://schemas.openxmlformats.org/officeDocument/2006/relationships/customXml" Target="../ink/ink200.xml"/><Relationship Id="rId120" Type="http://schemas.openxmlformats.org/officeDocument/2006/relationships/customXml" Target="../ink/ink208.xml"/><Relationship Id="rId125" Type="http://schemas.openxmlformats.org/officeDocument/2006/relationships/image" Target="../media/image214.png"/><Relationship Id="rId141" Type="http://schemas.openxmlformats.org/officeDocument/2006/relationships/image" Target="../media/image222.png"/><Relationship Id="rId7" Type="http://schemas.openxmlformats.org/officeDocument/2006/relationships/image" Target="../media/image155.png"/><Relationship Id="rId71" Type="http://schemas.openxmlformats.org/officeDocument/2006/relationships/image" Target="../media/image187.png"/><Relationship Id="rId92" Type="http://schemas.openxmlformats.org/officeDocument/2006/relationships/customXml" Target="../ink/ink194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66.png"/><Relationship Id="rId24" Type="http://schemas.openxmlformats.org/officeDocument/2006/relationships/customXml" Target="../ink/ink160.xml"/><Relationship Id="rId40" Type="http://schemas.openxmlformats.org/officeDocument/2006/relationships/customXml" Target="../ink/ink168.xml"/><Relationship Id="rId45" Type="http://schemas.openxmlformats.org/officeDocument/2006/relationships/image" Target="../media/image174.png"/><Relationship Id="rId66" Type="http://schemas.openxmlformats.org/officeDocument/2006/relationships/customXml" Target="../ink/ink181.xml"/><Relationship Id="rId87" Type="http://schemas.openxmlformats.org/officeDocument/2006/relationships/image" Target="../media/image195.png"/><Relationship Id="rId110" Type="http://schemas.openxmlformats.org/officeDocument/2006/relationships/customXml" Target="../ink/ink203.xml"/><Relationship Id="rId115" Type="http://schemas.openxmlformats.org/officeDocument/2006/relationships/image" Target="../media/image209.png"/><Relationship Id="rId131" Type="http://schemas.openxmlformats.org/officeDocument/2006/relationships/image" Target="../media/image217.png"/><Relationship Id="rId136" Type="http://schemas.openxmlformats.org/officeDocument/2006/relationships/customXml" Target="../ink/ink216.xml"/><Relationship Id="rId61" Type="http://schemas.openxmlformats.org/officeDocument/2006/relationships/image" Target="../media/image182.png"/><Relationship Id="rId82" Type="http://schemas.openxmlformats.org/officeDocument/2006/relationships/customXml" Target="../ink/ink189.xml"/><Relationship Id="rId19" Type="http://schemas.openxmlformats.org/officeDocument/2006/relationships/image" Target="../media/image161.png"/><Relationship Id="rId14" Type="http://schemas.openxmlformats.org/officeDocument/2006/relationships/customXml" Target="../ink/ink155.xml"/><Relationship Id="rId30" Type="http://schemas.openxmlformats.org/officeDocument/2006/relationships/customXml" Target="../ink/ink163.xml"/><Relationship Id="rId35" Type="http://schemas.openxmlformats.org/officeDocument/2006/relationships/image" Target="../media/image169.png"/><Relationship Id="rId56" Type="http://schemas.openxmlformats.org/officeDocument/2006/relationships/customXml" Target="../ink/ink176.xml"/><Relationship Id="rId77" Type="http://schemas.openxmlformats.org/officeDocument/2006/relationships/image" Target="../media/image190.png"/><Relationship Id="rId100" Type="http://schemas.openxmlformats.org/officeDocument/2006/relationships/customXml" Target="../ink/ink198.xml"/><Relationship Id="rId105" Type="http://schemas.openxmlformats.org/officeDocument/2006/relationships/image" Target="../media/image204.png"/><Relationship Id="rId126" Type="http://schemas.openxmlformats.org/officeDocument/2006/relationships/customXml" Target="../ink/ink211.xml"/><Relationship Id="rId8" Type="http://schemas.openxmlformats.org/officeDocument/2006/relationships/customXml" Target="../ink/ink152.xml"/><Relationship Id="rId51" Type="http://schemas.openxmlformats.org/officeDocument/2006/relationships/image" Target="../media/image177.png"/><Relationship Id="rId72" Type="http://schemas.openxmlformats.org/officeDocument/2006/relationships/customXml" Target="../ink/ink184.xml"/><Relationship Id="rId93" Type="http://schemas.openxmlformats.org/officeDocument/2006/relationships/image" Target="../media/image198.png"/><Relationship Id="rId98" Type="http://schemas.openxmlformats.org/officeDocument/2006/relationships/customXml" Target="../ink/ink197.xml"/><Relationship Id="rId121" Type="http://schemas.openxmlformats.org/officeDocument/2006/relationships/image" Target="../media/image212.png"/><Relationship Id="rId142" Type="http://schemas.openxmlformats.org/officeDocument/2006/relationships/customXml" Target="../ink/ink219.xml"/><Relationship Id="rId3" Type="http://schemas.openxmlformats.org/officeDocument/2006/relationships/image" Target="../media/image153.png"/><Relationship Id="rId25" Type="http://schemas.openxmlformats.org/officeDocument/2006/relationships/image" Target="../media/image164.png"/><Relationship Id="rId46" Type="http://schemas.openxmlformats.org/officeDocument/2006/relationships/customXml" Target="../ink/ink171.xml"/><Relationship Id="rId67" Type="http://schemas.openxmlformats.org/officeDocument/2006/relationships/image" Target="../media/image185.png"/><Relationship Id="rId116" Type="http://schemas.openxmlformats.org/officeDocument/2006/relationships/customXml" Target="../ink/ink206.xml"/><Relationship Id="rId137" Type="http://schemas.openxmlformats.org/officeDocument/2006/relationships/image" Target="../media/image220.png"/><Relationship Id="rId20" Type="http://schemas.openxmlformats.org/officeDocument/2006/relationships/customXml" Target="../ink/ink158.xml"/><Relationship Id="rId41" Type="http://schemas.openxmlformats.org/officeDocument/2006/relationships/image" Target="../media/image172.png"/><Relationship Id="rId62" Type="http://schemas.openxmlformats.org/officeDocument/2006/relationships/customXml" Target="../ink/ink179.xml"/><Relationship Id="rId83" Type="http://schemas.openxmlformats.org/officeDocument/2006/relationships/image" Target="../media/image193.png"/><Relationship Id="rId88" Type="http://schemas.openxmlformats.org/officeDocument/2006/relationships/customXml" Target="../ink/ink192.xml"/><Relationship Id="rId111" Type="http://schemas.openxmlformats.org/officeDocument/2006/relationships/image" Target="../media/image207.png"/><Relationship Id="rId132" Type="http://schemas.openxmlformats.org/officeDocument/2006/relationships/customXml" Target="../ink/ink214.xml"/><Relationship Id="rId15" Type="http://schemas.openxmlformats.org/officeDocument/2006/relationships/image" Target="../media/image159.png"/><Relationship Id="rId36" Type="http://schemas.openxmlformats.org/officeDocument/2006/relationships/customXml" Target="../ink/ink166.xml"/><Relationship Id="rId57" Type="http://schemas.openxmlformats.org/officeDocument/2006/relationships/image" Target="../media/image180.png"/><Relationship Id="rId106" Type="http://schemas.openxmlformats.org/officeDocument/2006/relationships/customXml" Target="../ink/ink201.xml"/><Relationship Id="rId127" Type="http://schemas.openxmlformats.org/officeDocument/2006/relationships/image" Target="../media/image215.png"/><Relationship Id="rId10" Type="http://schemas.openxmlformats.org/officeDocument/2006/relationships/customXml" Target="../ink/ink153.xml"/><Relationship Id="rId31" Type="http://schemas.openxmlformats.org/officeDocument/2006/relationships/image" Target="../media/image167.png"/><Relationship Id="rId52" Type="http://schemas.openxmlformats.org/officeDocument/2006/relationships/customXml" Target="../ink/ink174.xml"/><Relationship Id="rId73" Type="http://schemas.openxmlformats.org/officeDocument/2006/relationships/image" Target="../media/image188.png"/><Relationship Id="rId78" Type="http://schemas.openxmlformats.org/officeDocument/2006/relationships/customXml" Target="../ink/ink187.xml"/><Relationship Id="rId94" Type="http://schemas.openxmlformats.org/officeDocument/2006/relationships/customXml" Target="../ink/ink195.xml"/><Relationship Id="rId99" Type="http://schemas.openxmlformats.org/officeDocument/2006/relationships/image" Target="../media/image201.png"/><Relationship Id="rId101" Type="http://schemas.openxmlformats.org/officeDocument/2006/relationships/image" Target="../media/image202.png"/><Relationship Id="rId122" Type="http://schemas.openxmlformats.org/officeDocument/2006/relationships/customXml" Target="../ink/ink209.xml"/><Relationship Id="rId143" Type="http://schemas.openxmlformats.org/officeDocument/2006/relationships/image" Target="../media/image223.png"/><Relationship Id="rId4" Type="http://schemas.openxmlformats.org/officeDocument/2006/relationships/customXml" Target="../ink/ink150.xml"/><Relationship Id="rId9" Type="http://schemas.openxmlformats.org/officeDocument/2006/relationships/image" Target="../media/image156.png"/><Relationship Id="rId26" Type="http://schemas.openxmlformats.org/officeDocument/2006/relationships/customXml" Target="../ink/ink161.xml"/><Relationship Id="rId47" Type="http://schemas.openxmlformats.org/officeDocument/2006/relationships/image" Target="../media/image175.png"/><Relationship Id="rId68" Type="http://schemas.openxmlformats.org/officeDocument/2006/relationships/customXml" Target="../ink/ink182.xml"/><Relationship Id="rId89" Type="http://schemas.openxmlformats.org/officeDocument/2006/relationships/image" Target="../media/image196.png"/><Relationship Id="rId112" Type="http://schemas.openxmlformats.org/officeDocument/2006/relationships/customXml" Target="../ink/ink204.xml"/><Relationship Id="rId133" Type="http://schemas.openxmlformats.org/officeDocument/2006/relationships/image" Target="../media/image218.png"/><Relationship Id="rId16" Type="http://schemas.openxmlformats.org/officeDocument/2006/relationships/customXml" Target="../ink/ink156.xml"/><Relationship Id="rId37" Type="http://schemas.openxmlformats.org/officeDocument/2006/relationships/image" Target="../media/image170.png"/><Relationship Id="rId58" Type="http://schemas.openxmlformats.org/officeDocument/2006/relationships/customXml" Target="../ink/ink177.xml"/><Relationship Id="rId79" Type="http://schemas.openxmlformats.org/officeDocument/2006/relationships/image" Target="../media/image191.png"/><Relationship Id="rId102" Type="http://schemas.openxmlformats.org/officeDocument/2006/relationships/customXml" Target="../ink/ink199.xml"/><Relationship Id="rId123" Type="http://schemas.openxmlformats.org/officeDocument/2006/relationships/image" Target="../media/image213.png"/><Relationship Id="rId144" Type="http://schemas.openxmlformats.org/officeDocument/2006/relationships/customXml" Target="../ink/ink220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2.xml"/><Relationship Id="rId21" Type="http://schemas.openxmlformats.org/officeDocument/2006/relationships/image" Target="../media/image234.png"/><Relationship Id="rId42" Type="http://schemas.openxmlformats.org/officeDocument/2006/relationships/customXml" Target="../ink/ink240.xml"/><Relationship Id="rId47" Type="http://schemas.openxmlformats.org/officeDocument/2006/relationships/image" Target="../media/image247.png"/><Relationship Id="rId63" Type="http://schemas.openxmlformats.org/officeDocument/2006/relationships/image" Target="../media/image255.png"/><Relationship Id="rId68" Type="http://schemas.openxmlformats.org/officeDocument/2006/relationships/customXml" Target="../ink/ink253.xml"/><Relationship Id="rId16" Type="http://schemas.openxmlformats.org/officeDocument/2006/relationships/customXml" Target="../ink/ink227.xml"/><Relationship Id="rId11" Type="http://schemas.openxmlformats.org/officeDocument/2006/relationships/image" Target="../media/image229.png"/><Relationship Id="rId24" Type="http://schemas.openxmlformats.org/officeDocument/2006/relationships/customXml" Target="../ink/ink231.xml"/><Relationship Id="rId32" Type="http://schemas.openxmlformats.org/officeDocument/2006/relationships/customXml" Target="../ink/ink235.xml"/><Relationship Id="rId37" Type="http://schemas.openxmlformats.org/officeDocument/2006/relationships/image" Target="../media/image242.png"/><Relationship Id="rId40" Type="http://schemas.openxmlformats.org/officeDocument/2006/relationships/customXml" Target="../ink/ink239.xml"/><Relationship Id="rId45" Type="http://schemas.openxmlformats.org/officeDocument/2006/relationships/image" Target="../media/image246.png"/><Relationship Id="rId53" Type="http://schemas.openxmlformats.org/officeDocument/2006/relationships/image" Target="../media/image250.png"/><Relationship Id="rId58" Type="http://schemas.openxmlformats.org/officeDocument/2006/relationships/customXml" Target="../ink/ink248.xml"/><Relationship Id="rId66" Type="http://schemas.openxmlformats.org/officeDocument/2006/relationships/customXml" Target="../ink/ink252.xml"/><Relationship Id="rId74" Type="http://schemas.openxmlformats.org/officeDocument/2006/relationships/customXml" Target="../ink/ink256.xml"/><Relationship Id="rId5" Type="http://schemas.openxmlformats.org/officeDocument/2006/relationships/image" Target="../media/image226.png"/><Relationship Id="rId61" Type="http://schemas.openxmlformats.org/officeDocument/2006/relationships/image" Target="../media/image254.png"/><Relationship Id="rId19" Type="http://schemas.openxmlformats.org/officeDocument/2006/relationships/image" Target="../media/image233.png"/><Relationship Id="rId14" Type="http://schemas.openxmlformats.org/officeDocument/2006/relationships/customXml" Target="../ink/ink226.xml"/><Relationship Id="rId22" Type="http://schemas.openxmlformats.org/officeDocument/2006/relationships/customXml" Target="../ink/ink230.xml"/><Relationship Id="rId27" Type="http://schemas.openxmlformats.org/officeDocument/2006/relationships/image" Target="../media/image237.png"/><Relationship Id="rId30" Type="http://schemas.openxmlformats.org/officeDocument/2006/relationships/customXml" Target="../ink/ink234.xml"/><Relationship Id="rId35" Type="http://schemas.openxmlformats.org/officeDocument/2006/relationships/image" Target="../media/image241.png"/><Relationship Id="rId43" Type="http://schemas.openxmlformats.org/officeDocument/2006/relationships/image" Target="../media/image245.png"/><Relationship Id="rId48" Type="http://schemas.openxmlformats.org/officeDocument/2006/relationships/customXml" Target="../ink/ink243.xml"/><Relationship Id="rId56" Type="http://schemas.openxmlformats.org/officeDocument/2006/relationships/customXml" Target="../ink/ink247.xml"/><Relationship Id="rId64" Type="http://schemas.openxmlformats.org/officeDocument/2006/relationships/customXml" Target="../ink/ink251.xml"/><Relationship Id="rId69" Type="http://schemas.openxmlformats.org/officeDocument/2006/relationships/image" Target="../media/image258.png"/><Relationship Id="rId77" Type="http://schemas.openxmlformats.org/officeDocument/2006/relationships/image" Target="../media/image262.png"/><Relationship Id="rId8" Type="http://schemas.openxmlformats.org/officeDocument/2006/relationships/customXml" Target="../ink/ink223.xml"/><Relationship Id="rId51" Type="http://schemas.openxmlformats.org/officeDocument/2006/relationships/image" Target="../media/image249.png"/><Relationship Id="rId72" Type="http://schemas.openxmlformats.org/officeDocument/2006/relationships/customXml" Target="../ink/ink255.xml"/><Relationship Id="rId3" Type="http://schemas.openxmlformats.org/officeDocument/2006/relationships/image" Target="../media/image225.png"/><Relationship Id="rId12" Type="http://schemas.openxmlformats.org/officeDocument/2006/relationships/customXml" Target="../ink/ink225.xml"/><Relationship Id="rId17" Type="http://schemas.openxmlformats.org/officeDocument/2006/relationships/image" Target="../media/image232.png"/><Relationship Id="rId25" Type="http://schemas.openxmlformats.org/officeDocument/2006/relationships/image" Target="../media/image236.png"/><Relationship Id="rId33" Type="http://schemas.openxmlformats.org/officeDocument/2006/relationships/image" Target="../media/image240.png"/><Relationship Id="rId38" Type="http://schemas.openxmlformats.org/officeDocument/2006/relationships/customXml" Target="../ink/ink238.xml"/><Relationship Id="rId46" Type="http://schemas.openxmlformats.org/officeDocument/2006/relationships/customXml" Target="../ink/ink242.xml"/><Relationship Id="rId59" Type="http://schemas.openxmlformats.org/officeDocument/2006/relationships/image" Target="../media/image253.png"/><Relationship Id="rId67" Type="http://schemas.openxmlformats.org/officeDocument/2006/relationships/image" Target="../media/image257.png"/><Relationship Id="rId20" Type="http://schemas.openxmlformats.org/officeDocument/2006/relationships/customXml" Target="../ink/ink229.xml"/><Relationship Id="rId41" Type="http://schemas.openxmlformats.org/officeDocument/2006/relationships/image" Target="../media/image244.png"/><Relationship Id="rId54" Type="http://schemas.openxmlformats.org/officeDocument/2006/relationships/customXml" Target="../ink/ink246.xml"/><Relationship Id="rId62" Type="http://schemas.openxmlformats.org/officeDocument/2006/relationships/customXml" Target="../ink/ink250.xml"/><Relationship Id="rId70" Type="http://schemas.openxmlformats.org/officeDocument/2006/relationships/customXml" Target="../ink/ink254.xml"/><Relationship Id="rId75" Type="http://schemas.openxmlformats.org/officeDocument/2006/relationships/image" Target="../media/image261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22.xml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28" Type="http://schemas.openxmlformats.org/officeDocument/2006/relationships/customXml" Target="../ink/ink233.xml"/><Relationship Id="rId36" Type="http://schemas.openxmlformats.org/officeDocument/2006/relationships/customXml" Target="../ink/ink237.xml"/><Relationship Id="rId49" Type="http://schemas.openxmlformats.org/officeDocument/2006/relationships/image" Target="../media/image248.png"/><Relationship Id="rId57" Type="http://schemas.openxmlformats.org/officeDocument/2006/relationships/image" Target="../media/image252.png"/><Relationship Id="rId10" Type="http://schemas.openxmlformats.org/officeDocument/2006/relationships/customXml" Target="../ink/ink224.xml"/><Relationship Id="rId31" Type="http://schemas.openxmlformats.org/officeDocument/2006/relationships/image" Target="../media/image239.png"/><Relationship Id="rId44" Type="http://schemas.openxmlformats.org/officeDocument/2006/relationships/customXml" Target="../ink/ink241.xml"/><Relationship Id="rId52" Type="http://schemas.openxmlformats.org/officeDocument/2006/relationships/customXml" Target="../ink/ink245.xml"/><Relationship Id="rId60" Type="http://schemas.openxmlformats.org/officeDocument/2006/relationships/customXml" Target="../ink/ink249.xml"/><Relationship Id="rId65" Type="http://schemas.openxmlformats.org/officeDocument/2006/relationships/image" Target="../media/image256.png"/><Relationship Id="rId73" Type="http://schemas.openxmlformats.org/officeDocument/2006/relationships/image" Target="../media/image260.png"/><Relationship Id="rId4" Type="http://schemas.openxmlformats.org/officeDocument/2006/relationships/customXml" Target="../ink/ink221.xml"/><Relationship Id="rId9" Type="http://schemas.openxmlformats.org/officeDocument/2006/relationships/image" Target="../media/image228.png"/><Relationship Id="rId13" Type="http://schemas.openxmlformats.org/officeDocument/2006/relationships/image" Target="../media/image230.png"/><Relationship Id="rId18" Type="http://schemas.openxmlformats.org/officeDocument/2006/relationships/customXml" Target="../ink/ink228.xml"/><Relationship Id="rId39" Type="http://schemas.openxmlformats.org/officeDocument/2006/relationships/image" Target="../media/image243.png"/><Relationship Id="rId34" Type="http://schemas.openxmlformats.org/officeDocument/2006/relationships/customXml" Target="../ink/ink236.xml"/><Relationship Id="rId50" Type="http://schemas.openxmlformats.org/officeDocument/2006/relationships/customXml" Target="../ink/ink244.xml"/><Relationship Id="rId55" Type="http://schemas.openxmlformats.org/officeDocument/2006/relationships/image" Target="../media/image251.png"/><Relationship Id="rId76" Type="http://schemas.openxmlformats.org/officeDocument/2006/relationships/customXml" Target="../ink/ink257.xml"/><Relationship Id="rId7" Type="http://schemas.openxmlformats.org/officeDocument/2006/relationships/image" Target="../media/image227.png"/><Relationship Id="rId71" Type="http://schemas.openxmlformats.org/officeDocument/2006/relationships/image" Target="../media/image259.png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2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customXml" Target="../ink/ink262.xml"/><Relationship Id="rId3" Type="http://schemas.openxmlformats.org/officeDocument/2006/relationships/image" Target="../media/image263.png"/><Relationship Id="rId7" Type="http://schemas.openxmlformats.org/officeDocument/2006/relationships/customXml" Target="../ink/ink259.xml"/><Relationship Id="rId12" Type="http://schemas.openxmlformats.org/officeDocument/2006/relationships/image" Target="../media/image2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5.png"/><Relationship Id="rId11" Type="http://schemas.openxmlformats.org/officeDocument/2006/relationships/customXml" Target="../ink/ink261.xml"/><Relationship Id="rId5" Type="http://schemas.openxmlformats.org/officeDocument/2006/relationships/customXml" Target="../ink/ink258.xml"/><Relationship Id="rId10" Type="http://schemas.openxmlformats.org/officeDocument/2006/relationships/image" Target="../media/image267.png"/><Relationship Id="rId4" Type="http://schemas.openxmlformats.org/officeDocument/2006/relationships/image" Target="../media/image264.png"/><Relationship Id="rId9" Type="http://schemas.openxmlformats.org/officeDocument/2006/relationships/customXml" Target="../ink/ink260.xml"/><Relationship Id="rId14" Type="http://schemas.openxmlformats.org/officeDocument/2006/relationships/image" Target="../media/image26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7.xml"/><Relationship Id="rId18" Type="http://schemas.openxmlformats.org/officeDocument/2006/relationships/image" Target="../media/image278.png"/><Relationship Id="rId26" Type="http://schemas.openxmlformats.org/officeDocument/2006/relationships/image" Target="../media/image282.png"/><Relationship Id="rId39" Type="http://schemas.openxmlformats.org/officeDocument/2006/relationships/customXml" Target="../ink/ink280.xml"/><Relationship Id="rId21" Type="http://schemas.openxmlformats.org/officeDocument/2006/relationships/customXml" Target="../ink/ink271.xml"/><Relationship Id="rId34" Type="http://schemas.openxmlformats.org/officeDocument/2006/relationships/image" Target="../media/image286.png"/><Relationship Id="rId42" Type="http://schemas.openxmlformats.org/officeDocument/2006/relationships/image" Target="../media/image290.png"/><Relationship Id="rId47" Type="http://schemas.openxmlformats.org/officeDocument/2006/relationships/customXml" Target="../ink/ink284.xml"/><Relationship Id="rId7" Type="http://schemas.openxmlformats.org/officeDocument/2006/relationships/customXml" Target="../ink/ink264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77.png"/><Relationship Id="rId29" Type="http://schemas.openxmlformats.org/officeDocument/2006/relationships/customXml" Target="../ink/ink2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2.png"/><Relationship Id="rId11" Type="http://schemas.openxmlformats.org/officeDocument/2006/relationships/customXml" Target="../ink/ink266.xml"/><Relationship Id="rId24" Type="http://schemas.openxmlformats.org/officeDocument/2006/relationships/image" Target="../media/image281.png"/><Relationship Id="rId32" Type="http://schemas.openxmlformats.org/officeDocument/2006/relationships/image" Target="../media/image285.png"/><Relationship Id="rId37" Type="http://schemas.openxmlformats.org/officeDocument/2006/relationships/customXml" Target="../ink/ink279.xml"/><Relationship Id="rId40" Type="http://schemas.openxmlformats.org/officeDocument/2006/relationships/image" Target="../media/image289.png"/><Relationship Id="rId45" Type="http://schemas.openxmlformats.org/officeDocument/2006/relationships/customXml" Target="../ink/ink283.xml"/><Relationship Id="rId5" Type="http://schemas.openxmlformats.org/officeDocument/2006/relationships/customXml" Target="../ink/ink263.xml"/><Relationship Id="rId15" Type="http://schemas.openxmlformats.org/officeDocument/2006/relationships/customXml" Target="../ink/ink268.xml"/><Relationship Id="rId23" Type="http://schemas.openxmlformats.org/officeDocument/2006/relationships/customXml" Target="../ink/ink272.xml"/><Relationship Id="rId28" Type="http://schemas.openxmlformats.org/officeDocument/2006/relationships/image" Target="../media/image283.png"/><Relationship Id="rId36" Type="http://schemas.openxmlformats.org/officeDocument/2006/relationships/image" Target="../media/image287.png"/><Relationship Id="rId10" Type="http://schemas.openxmlformats.org/officeDocument/2006/relationships/image" Target="../media/image274.png"/><Relationship Id="rId19" Type="http://schemas.openxmlformats.org/officeDocument/2006/relationships/customXml" Target="../ink/ink270.xml"/><Relationship Id="rId31" Type="http://schemas.openxmlformats.org/officeDocument/2006/relationships/customXml" Target="../ink/ink276.xml"/><Relationship Id="rId44" Type="http://schemas.openxmlformats.org/officeDocument/2006/relationships/image" Target="../media/image291.png"/><Relationship Id="rId4" Type="http://schemas.openxmlformats.org/officeDocument/2006/relationships/image" Target="../media/image271.png"/><Relationship Id="rId9" Type="http://schemas.openxmlformats.org/officeDocument/2006/relationships/customXml" Target="../ink/ink265.xml"/><Relationship Id="rId14" Type="http://schemas.openxmlformats.org/officeDocument/2006/relationships/image" Target="../media/image276.png"/><Relationship Id="rId22" Type="http://schemas.openxmlformats.org/officeDocument/2006/relationships/image" Target="../media/image280.png"/><Relationship Id="rId27" Type="http://schemas.openxmlformats.org/officeDocument/2006/relationships/customXml" Target="../ink/ink274.xml"/><Relationship Id="rId30" Type="http://schemas.openxmlformats.org/officeDocument/2006/relationships/image" Target="../media/image284.png"/><Relationship Id="rId35" Type="http://schemas.openxmlformats.org/officeDocument/2006/relationships/customXml" Target="../ink/ink278.xml"/><Relationship Id="rId43" Type="http://schemas.openxmlformats.org/officeDocument/2006/relationships/customXml" Target="../ink/ink282.xml"/><Relationship Id="rId48" Type="http://schemas.openxmlformats.org/officeDocument/2006/relationships/image" Target="../media/image293.png"/><Relationship Id="rId8" Type="http://schemas.openxmlformats.org/officeDocument/2006/relationships/image" Target="../media/image273.png"/><Relationship Id="rId3" Type="http://schemas.openxmlformats.org/officeDocument/2006/relationships/image" Target="../media/image270.png"/><Relationship Id="rId12" Type="http://schemas.openxmlformats.org/officeDocument/2006/relationships/image" Target="../media/image275.png"/><Relationship Id="rId17" Type="http://schemas.openxmlformats.org/officeDocument/2006/relationships/customXml" Target="../ink/ink269.xml"/><Relationship Id="rId25" Type="http://schemas.openxmlformats.org/officeDocument/2006/relationships/customXml" Target="../ink/ink273.xml"/><Relationship Id="rId33" Type="http://schemas.openxmlformats.org/officeDocument/2006/relationships/customXml" Target="../ink/ink277.xml"/><Relationship Id="rId38" Type="http://schemas.openxmlformats.org/officeDocument/2006/relationships/image" Target="../media/image288.png"/><Relationship Id="rId46" Type="http://schemas.openxmlformats.org/officeDocument/2006/relationships/image" Target="../media/image292.png"/><Relationship Id="rId20" Type="http://schemas.openxmlformats.org/officeDocument/2006/relationships/image" Target="../media/image279.png"/><Relationship Id="rId41" Type="http://schemas.openxmlformats.org/officeDocument/2006/relationships/customXml" Target="../ink/ink28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9.png"/><Relationship Id="rId18" Type="http://schemas.openxmlformats.org/officeDocument/2006/relationships/customXml" Target="../ink/ink292.xml"/><Relationship Id="rId26" Type="http://schemas.openxmlformats.org/officeDocument/2006/relationships/customXml" Target="../ink/ink296.xml"/><Relationship Id="rId39" Type="http://schemas.openxmlformats.org/officeDocument/2006/relationships/image" Target="../media/image312.png"/><Relationship Id="rId21" Type="http://schemas.openxmlformats.org/officeDocument/2006/relationships/image" Target="../media/image303.png"/><Relationship Id="rId34" Type="http://schemas.openxmlformats.org/officeDocument/2006/relationships/customXml" Target="../ink/ink300.xml"/><Relationship Id="rId42" Type="http://schemas.openxmlformats.org/officeDocument/2006/relationships/customXml" Target="../ink/ink304.xml"/><Relationship Id="rId7" Type="http://schemas.openxmlformats.org/officeDocument/2006/relationships/image" Target="../media/image296.png"/><Relationship Id="rId2" Type="http://schemas.openxmlformats.org/officeDocument/2006/relationships/notesSlide" Target="../notesSlides/notesSlide12.xml"/><Relationship Id="rId16" Type="http://schemas.openxmlformats.org/officeDocument/2006/relationships/customXml" Target="../ink/ink291.xml"/><Relationship Id="rId29" Type="http://schemas.openxmlformats.org/officeDocument/2006/relationships/image" Target="../media/image307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86.xml"/><Relationship Id="rId11" Type="http://schemas.openxmlformats.org/officeDocument/2006/relationships/image" Target="../media/image298.png"/><Relationship Id="rId24" Type="http://schemas.openxmlformats.org/officeDocument/2006/relationships/customXml" Target="../ink/ink295.xml"/><Relationship Id="rId32" Type="http://schemas.openxmlformats.org/officeDocument/2006/relationships/customXml" Target="../ink/ink299.xml"/><Relationship Id="rId37" Type="http://schemas.openxmlformats.org/officeDocument/2006/relationships/image" Target="../media/image311.png"/><Relationship Id="rId40" Type="http://schemas.openxmlformats.org/officeDocument/2006/relationships/customXml" Target="../ink/ink303.xml"/><Relationship Id="rId45" Type="http://schemas.openxmlformats.org/officeDocument/2006/relationships/image" Target="../media/image315.png"/><Relationship Id="rId5" Type="http://schemas.openxmlformats.org/officeDocument/2006/relationships/image" Target="../media/image295.png"/><Relationship Id="rId15" Type="http://schemas.openxmlformats.org/officeDocument/2006/relationships/image" Target="../media/image300.png"/><Relationship Id="rId23" Type="http://schemas.openxmlformats.org/officeDocument/2006/relationships/image" Target="../media/image304.png"/><Relationship Id="rId28" Type="http://schemas.openxmlformats.org/officeDocument/2006/relationships/customXml" Target="../ink/ink297.xml"/><Relationship Id="rId36" Type="http://schemas.openxmlformats.org/officeDocument/2006/relationships/customXml" Target="../ink/ink301.xml"/><Relationship Id="rId10" Type="http://schemas.openxmlformats.org/officeDocument/2006/relationships/customXml" Target="../ink/ink288.xml"/><Relationship Id="rId19" Type="http://schemas.openxmlformats.org/officeDocument/2006/relationships/image" Target="../media/image302.png"/><Relationship Id="rId31" Type="http://schemas.openxmlformats.org/officeDocument/2006/relationships/image" Target="../media/image308.png"/><Relationship Id="rId44" Type="http://schemas.openxmlformats.org/officeDocument/2006/relationships/customXml" Target="../ink/ink305.xml"/><Relationship Id="rId4" Type="http://schemas.openxmlformats.org/officeDocument/2006/relationships/customXml" Target="../ink/ink285.xml"/><Relationship Id="rId9" Type="http://schemas.openxmlformats.org/officeDocument/2006/relationships/image" Target="../media/image297.png"/><Relationship Id="rId14" Type="http://schemas.openxmlformats.org/officeDocument/2006/relationships/customXml" Target="../ink/ink290.xml"/><Relationship Id="rId22" Type="http://schemas.openxmlformats.org/officeDocument/2006/relationships/customXml" Target="../ink/ink294.xml"/><Relationship Id="rId27" Type="http://schemas.openxmlformats.org/officeDocument/2006/relationships/image" Target="../media/image306.png"/><Relationship Id="rId30" Type="http://schemas.openxmlformats.org/officeDocument/2006/relationships/customXml" Target="../ink/ink298.xml"/><Relationship Id="rId35" Type="http://schemas.openxmlformats.org/officeDocument/2006/relationships/image" Target="../media/image310.png"/><Relationship Id="rId43" Type="http://schemas.openxmlformats.org/officeDocument/2006/relationships/image" Target="../media/image314.png"/><Relationship Id="rId8" Type="http://schemas.openxmlformats.org/officeDocument/2006/relationships/customXml" Target="../ink/ink287.xml"/><Relationship Id="rId3" Type="http://schemas.openxmlformats.org/officeDocument/2006/relationships/image" Target="../media/image294.png"/><Relationship Id="rId12" Type="http://schemas.openxmlformats.org/officeDocument/2006/relationships/customXml" Target="../ink/ink289.xml"/><Relationship Id="rId17" Type="http://schemas.openxmlformats.org/officeDocument/2006/relationships/image" Target="../media/image301.png"/><Relationship Id="rId25" Type="http://schemas.openxmlformats.org/officeDocument/2006/relationships/image" Target="../media/image305.png"/><Relationship Id="rId33" Type="http://schemas.openxmlformats.org/officeDocument/2006/relationships/image" Target="../media/image309.png"/><Relationship Id="rId38" Type="http://schemas.openxmlformats.org/officeDocument/2006/relationships/customXml" Target="../ink/ink302.xml"/><Relationship Id="rId20" Type="http://schemas.openxmlformats.org/officeDocument/2006/relationships/customXml" Target="../ink/ink293.xml"/><Relationship Id="rId41" Type="http://schemas.openxmlformats.org/officeDocument/2006/relationships/image" Target="../media/image313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6.xml"/><Relationship Id="rId21" Type="http://schemas.openxmlformats.org/officeDocument/2006/relationships/image" Target="../media/image325.png"/><Relationship Id="rId42" Type="http://schemas.openxmlformats.org/officeDocument/2006/relationships/customXml" Target="../ink/ink324.xml"/><Relationship Id="rId47" Type="http://schemas.openxmlformats.org/officeDocument/2006/relationships/image" Target="../media/image338.png"/><Relationship Id="rId63" Type="http://schemas.openxmlformats.org/officeDocument/2006/relationships/image" Target="../media/image346.png"/><Relationship Id="rId68" Type="http://schemas.openxmlformats.org/officeDocument/2006/relationships/customXml" Target="../ink/ink337.xml"/><Relationship Id="rId84" Type="http://schemas.openxmlformats.org/officeDocument/2006/relationships/customXml" Target="../ink/ink345.xml"/><Relationship Id="rId89" Type="http://schemas.openxmlformats.org/officeDocument/2006/relationships/image" Target="../media/image359.png"/><Relationship Id="rId16" Type="http://schemas.openxmlformats.org/officeDocument/2006/relationships/customXml" Target="../ink/ink311.xml"/><Relationship Id="rId11" Type="http://schemas.openxmlformats.org/officeDocument/2006/relationships/image" Target="../media/image320.png"/><Relationship Id="rId32" Type="http://schemas.openxmlformats.org/officeDocument/2006/relationships/customXml" Target="../ink/ink319.xml"/><Relationship Id="rId37" Type="http://schemas.openxmlformats.org/officeDocument/2006/relationships/image" Target="../media/image333.png"/><Relationship Id="rId53" Type="http://schemas.openxmlformats.org/officeDocument/2006/relationships/image" Target="../media/image341.png"/><Relationship Id="rId58" Type="http://schemas.openxmlformats.org/officeDocument/2006/relationships/customXml" Target="../ink/ink332.xml"/><Relationship Id="rId74" Type="http://schemas.openxmlformats.org/officeDocument/2006/relationships/customXml" Target="../ink/ink340.xml"/><Relationship Id="rId79" Type="http://schemas.openxmlformats.org/officeDocument/2006/relationships/image" Target="../media/image354.png"/><Relationship Id="rId5" Type="http://schemas.openxmlformats.org/officeDocument/2006/relationships/image" Target="../media/image317.png"/><Relationship Id="rId90" Type="http://schemas.openxmlformats.org/officeDocument/2006/relationships/customXml" Target="../ink/ink348.xml"/><Relationship Id="rId95" Type="http://schemas.openxmlformats.org/officeDocument/2006/relationships/image" Target="../media/image362.png"/><Relationship Id="rId22" Type="http://schemas.openxmlformats.org/officeDocument/2006/relationships/customXml" Target="../ink/ink314.xml"/><Relationship Id="rId27" Type="http://schemas.openxmlformats.org/officeDocument/2006/relationships/image" Target="../media/image328.png"/><Relationship Id="rId43" Type="http://schemas.openxmlformats.org/officeDocument/2006/relationships/image" Target="../media/image336.png"/><Relationship Id="rId48" Type="http://schemas.openxmlformats.org/officeDocument/2006/relationships/customXml" Target="../ink/ink327.xml"/><Relationship Id="rId64" Type="http://schemas.openxmlformats.org/officeDocument/2006/relationships/customXml" Target="../ink/ink335.xml"/><Relationship Id="rId69" Type="http://schemas.openxmlformats.org/officeDocument/2006/relationships/image" Target="../media/image349.png"/><Relationship Id="rId80" Type="http://schemas.openxmlformats.org/officeDocument/2006/relationships/customXml" Target="../ink/ink343.xml"/><Relationship Id="rId85" Type="http://schemas.openxmlformats.org/officeDocument/2006/relationships/image" Target="../media/image357.png"/><Relationship Id="rId12" Type="http://schemas.openxmlformats.org/officeDocument/2006/relationships/customXml" Target="../ink/ink309.xml"/><Relationship Id="rId17" Type="http://schemas.openxmlformats.org/officeDocument/2006/relationships/image" Target="../media/image323.png"/><Relationship Id="rId25" Type="http://schemas.openxmlformats.org/officeDocument/2006/relationships/image" Target="../media/image327.png"/><Relationship Id="rId33" Type="http://schemas.openxmlformats.org/officeDocument/2006/relationships/image" Target="../media/image331.png"/><Relationship Id="rId38" Type="http://schemas.openxmlformats.org/officeDocument/2006/relationships/customXml" Target="../ink/ink322.xml"/><Relationship Id="rId46" Type="http://schemas.openxmlformats.org/officeDocument/2006/relationships/customXml" Target="../ink/ink326.xml"/><Relationship Id="rId59" Type="http://schemas.openxmlformats.org/officeDocument/2006/relationships/image" Target="../media/image344.png"/><Relationship Id="rId67" Type="http://schemas.openxmlformats.org/officeDocument/2006/relationships/image" Target="../media/image348.png"/><Relationship Id="rId20" Type="http://schemas.openxmlformats.org/officeDocument/2006/relationships/customXml" Target="../ink/ink313.xml"/><Relationship Id="rId41" Type="http://schemas.openxmlformats.org/officeDocument/2006/relationships/image" Target="../media/image335.png"/><Relationship Id="rId54" Type="http://schemas.openxmlformats.org/officeDocument/2006/relationships/customXml" Target="../ink/ink330.xml"/><Relationship Id="rId62" Type="http://schemas.openxmlformats.org/officeDocument/2006/relationships/customXml" Target="../ink/ink334.xml"/><Relationship Id="rId70" Type="http://schemas.openxmlformats.org/officeDocument/2006/relationships/customXml" Target="../ink/ink338.xml"/><Relationship Id="rId75" Type="http://schemas.openxmlformats.org/officeDocument/2006/relationships/image" Target="../media/image352.png"/><Relationship Id="rId83" Type="http://schemas.openxmlformats.org/officeDocument/2006/relationships/image" Target="../media/image356.png"/><Relationship Id="rId88" Type="http://schemas.openxmlformats.org/officeDocument/2006/relationships/customXml" Target="../ink/ink347.xml"/><Relationship Id="rId91" Type="http://schemas.openxmlformats.org/officeDocument/2006/relationships/image" Target="../media/image360.png"/><Relationship Id="rId96" Type="http://schemas.openxmlformats.org/officeDocument/2006/relationships/customXml" Target="../ink/ink35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06.xml"/><Relationship Id="rId15" Type="http://schemas.openxmlformats.org/officeDocument/2006/relationships/image" Target="../media/image322.png"/><Relationship Id="rId23" Type="http://schemas.openxmlformats.org/officeDocument/2006/relationships/image" Target="../media/image326.png"/><Relationship Id="rId28" Type="http://schemas.openxmlformats.org/officeDocument/2006/relationships/customXml" Target="../ink/ink317.xml"/><Relationship Id="rId36" Type="http://schemas.openxmlformats.org/officeDocument/2006/relationships/customXml" Target="../ink/ink321.xml"/><Relationship Id="rId49" Type="http://schemas.openxmlformats.org/officeDocument/2006/relationships/image" Target="../media/image339.png"/><Relationship Id="rId57" Type="http://schemas.openxmlformats.org/officeDocument/2006/relationships/image" Target="../media/image343.png"/><Relationship Id="rId10" Type="http://schemas.openxmlformats.org/officeDocument/2006/relationships/customXml" Target="../ink/ink308.xml"/><Relationship Id="rId31" Type="http://schemas.openxmlformats.org/officeDocument/2006/relationships/image" Target="../media/image330.png"/><Relationship Id="rId44" Type="http://schemas.openxmlformats.org/officeDocument/2006/relationships/customXml" Target="../ink/ink325.xml"/><Relationship Id="rId52" Type="http://schemas.openxmlformats.org/officeDocument/2006/relationships/customXml" Target="../ink/ink329.xml"/><Relationship Id="rId60" Type="http://schemas.openxmlformats.org/officeDocument/2006/relationships/customXml" Target="../ink/ink333.xml"/><Relationship Id="rId65" Type="http://schemas.openxmlformats.org/officeDocument/2006/relationships/image" Target="../media/image347.png"/><Relationship Id="rId73" Type="http://schemas.openxmlformats.org/officeDocument/2006/relationships/image" Target="../media/image351.png"/><Relationship Id="rId78" Type="http://schemas.openxmlformats.org/officeDocument/2006/relationships/customXml" Target="../ink/ink342.xml"/><Relationship Id="rId81" Type="http://schemas.openxmlformats.org/officeDocument/2006/relationships/image" Target="../media/image355.png"/><Relationship Id="rId86" Type="http://schemas.openxmlformats.org/officeDocument/2006/relationships/customXml" Target="../ink/ink346.xml"/><Relationship Id="rId94" Type="http://schemas.openxmlformats.org/officeDocument/2006/relationships/customXml" Target="../ink/ink350.xml"/><Relationship Id="rId99" Type="http://schemas.openxmlformats.org/officeDocument/2006/relationships/image" Target="../media/image364.png"/><Relationship Id="rId101" Type="http://schemas.openxmlformats.org/officeDocument/2006/relationships/image" Target="../media/image365.png"/><Relationship Id="rId4" Type="http://schemas.openxmlformats.org/officeDocument/2006/relationships/image" Target="../media/image316.png"/><Relationship Id="rId9" Type="http://schemas.openxmlformats.org/officeDocument/2006/relationships/image" Target="../media/image319.png"/><Relationship Id="rId13" Type="http://schemas.openxmlformats.org/officeDocument/2006/relationships/image" Target="../media/image321.png"/><Relationship Id="rId18" Type="http://schemas.openxmlformats.org/officeDocument/2006/relationships/customXml" Target="../ink/ink312.xml"/><Relationship Id="rId39" Type="http://schemas.openxmlformats.org/officeDocument/2006/relationships/image" Target="../media/image334.png"/><Relationship Id="rId34" Type="http://schemas.openxmlformats.org/officeDocument/2006/relationships/customXml" Target="../ink/ink320.xml"/><Relationship Id="rId50" Type="http://schemas.openxmlformats.org/officeDocument/2006/relationships/customXml" Target="../ink/ink328.xml"/><Relationship Id="rId55" Type="http://schemas.openxmlformats.org/officeDocument/2006/relationships/image" Target="../media/image342.png"/><Relationship Id="rId76" Type="http://schemas.openxmlformats.org/officeDocument/2006/relationships/customXml" Target="../ink/ink341.xml"/><Relationship Id="rId97" Type="http://schemas.openxmlformats.org/officeDocument/2006/relationships/image" Target="../media/image363.png"/><Relationship Id="rId7" Type="http://schemas.openxmlformats.org/officeDocument/2006/relationships/image" Target="../media/image318.png"/><Relationship Id="rId71" Type="http://schemas.openxmlformats.org/officeDocument/2006/relationships/image" Target="../media/image350.png"/><Relationship Id="rId92" Type="http://schemas.openxmlformats.org/officeDocument/2006/relationships/customXml" Target="../ink/ink349.xml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329.png"/><Relationship Id="rId24" Type="http://schemas.openxmlformats.org/officeDocument/2006/relationships/customXml" Target="../ink/ink315.xml"/><Relationship Id="rId40" Type="http://schemas.openxmlformats.org/officeDocument/2006/relationships/customXml" Target="../ink/ink323.xml"/><Relationship Id="rId45" Type="http://schemas.openxmlformats.org/officeDocument/2006/relationships/image" Target="../media/image337.png"/><Relationship Id="rId66" Type="http://schemas.openxmlformats.org/officeDocument/2006/relationships/customXml" Target="../ink/ink336.xml"/><Relationship Id="rId87" Type="http://schemas.openxmlformats.org/officeDocument/2006/relationships/image" Target="../media/image358.png"/><Relationship Id="rId61" Type="http://schemas.openxmlformats.org/officeDocument/2006/relationships/image" Target="../media/image345.png"/><Relationship Id="rId82" Type="http://schemas.openxmlformats.org/officeDocument/2006/relationships/customXml" Target="../ink/ink344.xml"/><Relationship Id="rId19" Type="http://schemas.openxmlformats.org/officeDocument/2006/relationships/image" Target="../media/image324.png"/><Relationship Id="rId14" Type="http://schemas.openxmlformats.org/officeDocument/2006/relationships/customXml" Target="../ink/ink310.xml"/><Relationship Id="rId30" Type="http://schemas.openxmlformats.org/officeDocument/2006/relationships/customXml" Target="../ink/ink318.xml"/><Relationship Id="rId35" Type="http://schemas.openxmlformats.org/officeDocument/2006/relationships/image" Target="../media/image332.png"/><Relationship Id="rId56" Type="http://schemas.openxmlformats.org/officeDocument/2006/relationships/customXml" Target="../ink/ink331.xml"/><Relationship Id="rId77" Type="http://schemas.openxmlformats.org/officeDocument/2006/relationships/image" Target="../media/image353.png"/><Relationship Id="rId100" Type="http://schemas.openxmlformats.org/officeDocument/2006/relationships/customXml" Target="../ink/ink353.xml"/><Relationship Id="rId8" Type="http://schemas.openxmlformats.org/officeDocument/2006/relationships/customXml" Target="../ink/ink307.xml"/><Relationship Id="rId51" Type="http://schemas.openxmlformats.org/officeDocument/2006/relationships/image" Target="../media/image340.png"/><Relationship Id="rId72" Type="http://schemas.openxmlformats.org/officeDocument/2006/relationships/customXml" Target="../ink/ink339.xml"/><Relationship Id="rId93" Type="http://schemas.openxmlformats.org/officeDocument/2006/relationships/image" Target="../media/image361.png"/><Relationship Id="rId98" Type="http://schemas.openxmlformats.org/officeDocument/2006/relationships/customXml" Target="../ink/ink352.xml"/><Relationship Id="rId3" Type="http://schemas.openxmlformats.org/officeDocument/2006/relationships/hyperlink" Target="https://leetcode.cn/problems/queue-reconstruction-by-height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png"/><Relationship Id="rId13" Type="http://schemas.openxmlformats.org/officeDocument/2006/relationships/customXml" Target="../ink/ink358.xml"/><Relationship Id="rId3" Type="http://schemas.openxmlformats.org/officeDocument/2006/relationships/hyperlink" Target="https://leetcode.cn/problems/queue-reconstruction-by-height/" TargetMode="External"/><Relationship Id="rId7" Type="http://schemas.openxmlformats.org/officeDocument/2006/relationships/customXml" Target="../ink/ink355.xml"/><Relationship Id="rId12" Type="http://schemas.openxmlformats.org/officeDocument/2006/relationships/image" Target="../media/image37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7.png"/><Relationship Id="rId11" Type="http://schemas.openxmlformats.org/officeDocument/2006/relationships/customXml" Target="../ink/ink357.xml"/><Relationship Id="rId5" Type="http://schemas.openxmlformats.org/officeDocument/2006/relationships/customXml" Target="../ink/ink354.xml"/><Relationship Id="rId15" Type="http://schemas.openxmlformats.org/officeDocument/2006/relationships/customXml" Target="../ink/ink359.xml"/><Relationship Id="rId10" Type="http://schemas.openxmlformats.org/officeDocument/2006/relationships/image" Target="../media/image369.png"/><Relationship Id="rId4" Type="http://schemas.openxmlformats.org/officeDocument/2006/relationships/image" Target="../media/image366.png"/><Relationship Id="rId9" Type="http://schemas.openxmlformats.org/officeDocument/2006/relationships/customXml" Target="../ink/ink356.xml"/><Relationship Id="rId14" Type="http://schemas.openxmlformats.org/officeDocument/2006/relationships/image" Target="../media/image371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4.png"/><Relationship Id="rId21" Type="http://schemas.openxmlformats.org/officeDocument/2006/relationships/customXml" Target="../ink/ink368.xml"/><Relationship Id="rId42" Type="http://schemas.openxmlformats.org/officeDocument/2006/relationships/image" Target="../media/image392.png"/><Relationship Id="rId47" Type="http://schemas.openxmlformats.org/officeDocument/2006/relationships/customXml" Target="../ink/ink381.xml"/><Relationship Id="rId63" Type="http://schemas.openxmlformats.org/officeDocument/2006/relationships/customXml" Target="../ink/ink389.xml"/><Relationship Id="rId68" Type="http://schemas.openxmlformats.org/officeDocument/2006/relationships/image" Target="../media/image405.png"/><Relationship Id="rId84" Type="http://schemas.openxmlformats.org/officeDocument/2006/relationships/image" Target="../media/image413.png"/><Relationship Id="rId89" Type="http://schemas.openxmlformats.org/officeDocument/2006/relationships/customXml" Target="../ink/ink402.xml"/><Relationship Id="rId16" Type="http://schemas.openxmlformats.org/officeDocument/2006/relationships/image" Target="../media/image379.png"/><Relationship Id="rId11" Type="http://schemas.openxmlformats.org/officeDocument/2006/relationships/customXml" Target="../ink/ink363.xml"/><Relationship Id="rId32" Type="http://schemas.openxmlformats.org/officeDocument/2006/relationships/image" Target="../media/image387.png"/><Relationship Id="rId37" Type="http://schemas.openxmlformats.org/officeDocument/2006/relationships/customXml" Target="../ink/ink376.xml"/><Relationship Id="rId53" Type="http://schemas.openxmlformats.org/officeDocument/2006/relationships/customXml" Target="../ink/ink384.xml"/><Relationship Id="rId58" Type="http://schemas.openxmlformats.org/officeDocument/2006/relationships/image" Target="../media/image400.png"/><Relationship Id="rId74" Type="http://schemas.openxmlformats.org/officeDocument/2006/relationships/image" Target="../media/image408.png"/><Relationship Id="rId79" Type="http://schemas.openxmlformats.org/officeDocument/2006/relationships/customXml" Target="../ink/ink397.xml"/><Relationship Id="rId102" Type="http://schemas.openxmlformats.org/officeDocument/2006/relationships/image" Target="../media/image422.png"/><Relationship Id="rId5" Type="http://schemas.openxmlformats.org/officeDocument/2006/relationships/customXml" Target="../ink/ink360.xml"/><Relationship Id="rId90" Type="http://schemas.openxmlformats.org/officeDocument/2006/relationships/image" Target="../media/image416.png"/><Relationship Id="rId95" Type="http://schemas.openxmlformats.org/officeDocument/2006/relationships/customXml" Target="../ink/ink405.xml"/><Relationship Id="rId22" Type="http://schemas.openxmlformats.org/officeDocument/2006/relationships/image" Target="../media/image382.png"/><Relationship Id="rId27" Type="http://schemas.openxmlformats.org/officeDocument/2006/relationships/customXml" Target="../ink/ink371.xml"/><Relationship Id="rId43" Type="http://schemas.openxmlformats.org/officeDocument/2006/relationships/customXml" Target="../ink/ink379.xml"/><Relationship Id="rId48" Type="http://schemas.openxmlformats.org/officeDocument/2006/relationships/image" Target="../media/image395.png"/><Relationship Id="rId64" Type="http://schemas.openxmlformats.org/officeDocument/2006/relationships/image" Target="../media/image403.png"/><Relationship Id="rId69" Type="http://schemas.openxmlformats.org/officeDocument/2006/relationships/customXml" Target="../ink/ink392.xml"/><Relationship Id="rId80" Type="http://schemas.openxmlformats.org/officeDocument/2006/relationships/image" Target="../media/image411.png"/><Relationship Id="rId85" Type="http://schemas.openxmlformats.org/officeDocument/2006/relationships/customXml" Target="../ink/ink400.xml"/><Relationship Id="rId12" Type="http://schemas.openxmlformats.org/officeDocument/2006/relationships/image" Target="../media/image377.png"/><Relationship Id="rId17" Type="http://schemas.openxmlformats.org/officeDocument/2006/relationships/customXml" Target="../ink/ink366.xml"/><Relationship Id="rId25" Type="http://schemas.openxmlformats.org/officeDocument/2006/relationships/customXml" Target="../ink/ink370.xml"/><Relationship Id="rId33" Type="http://schemas.openxmlformats.org/officeDocument/2006/relationships/customXml" Target="../ink/ink374.xml"/><Relationship Id="rId38" Type="http://schemas.openxmlformats.org/officeDocument/2006/relationships/image" Target="../media/image390.png"/><Relationship Id="rId46" Type="http://schemas.openxmlformats.org/officeDocument/2006/relationships/image" Target="../media/image394.png"/><Relationship Id="rId59" Type="http://schemas.openxmlformats.org/officeDocument/2006/relationships/customXml" Target="../ink/ink387.xml"/><Relationship Id="rId67" Type="http://schemas.openxmlformats.org/officeDocument/2006/relationships/customXml" Target="../ink/ink391.xml"/><Relationship Id="rId20" Type="http://schemas.openxmlformats.org/officeDocument/2006/relationships/image" Target="../media/image381.png"/><Relationship Id="rId41" Type="http://schemas.openxmlformats.org/officeDocument/2006/relationships/customXml" Target="../ink/ink378.xml"/><Relationship Id="rId54" Type="http://schemas.openxmlformats.org/officeDocument/2006/relationships/image" Target="../media/image398.png"/><Relationship Id="rId62" Type="http://schemas.openxmlformats.org/officeDocument/2006/relationships/image" Target="../media/image402.png"/><Relationship Id="rId70" Type="http://schemas.openxmlformats.org/officeDocument/2006/relationships/image" Target="../media/image406.png"/><Relationship Id="rId75" Type="http://schemas.openxmlformats.org/officeDocument/2006/relationships/customXml" Target="../ink/ink395.xml"/><Relationship Id="rId83" Type="http://schemas.openxmlformats.org/officeDocument/2006/relationships/customXml" Target="../ink/ink399.xml"/><Relationship Id="rId88" Type="http://schemas.openxmlformats.org/officeDocument/2006/relationships/image" Target="../media/image415.png"/><Relationship Id="rId91" Type="http://schemas.openxmlformats.org/officeDocument/2006/relationships/customXml" Target="../ink/ink403.xml"/><Relationship Id="rId96" Type="http://schemas.openxmlformats.org/officeDocument/2006/relationships/image" Target="../media/image4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4.png"/><Relationship Id="rId15" Type="http://schemas.openxmlformats.org/officeDocument/2006/relationships/customXml" Target="../ink/ink365.xml"/><Relationship Id="rId23" Type="http://schemas.openxmlformats.org/officeDocument/2006/relationships/customXml" Target="../ink/ink369.xml"/><Relationship Id="rId28" Type="http://schemas.openxmlformats.org/officeDocument/2006/relationships/image" Target="../media/image385.png"/><Relationship Id="rId36" Type="http://schemas.openxmlformats.org/officeDocument/2006/relationships/image" Target="../media/image389.png"/><Relationship Id="rId49" Type="http://schemas.openxmlformats.org/officeDocument/2006/relationships/customXml" Target="../ink/ink382.xml"/><Relationship Id="rId57" Type="http://schemas.openxmlformats.org/officeDocument/2006/relationships/customXml" Target="../ink/ink386.xml"/><Relationship Id="rId10" Type="http://schemas.openxmlformats.org/officeDocument/2006/relationships/image" Target="../media/image376.png"/><Relationship Id="rId31" Type="http://schemas.openxmlformats.org/officeDocument/2006/relationships/customXml" Target="../ink/ink373.xml"/><Relationship Id="rId44" Type="http://schemas.openxmlformats.org/officeDocument/2006/relationships/image" Target="../media/image393.png"/><Relationship Id="rId52" Type="http://schemas.openxmlformats.org/officeDocument/2006/relationships/image" Target="../media/image397.png"/><Relationship Id="rId60" Type="http://schemas.openxmlformats.org/officeDocument/2006/relationships/image" Target="../media/image401.png"/><Relationship Id="rId65" Type="http://schemas.openxmlformats.org/officeDocument/2006/relationships/customXml" Target="../ink/ink390.xml"/><Relationship Id="rId73" Type="http://schemas.openxmlformats.org/officeDocument/2006/relationships/customXml" Target="../ink/ink394.xml"/><Relationship Id="rId78" Type="http://schemas.openxmlformats.org/officeDocument/2006/relationships/image" Target="../media/image410.png"/><Relationship Id="rId81" Type="http://schemas.openxmlformats.org/officeDocument/2006/relationships/customXml" Target="../ink/ink398.xml"/><Relationship Id="rId86" Type="http://schemas.openxmlformats.org/officeDocument/2006/relationships/image" Target="../media/image414.png"/><Relationship Id="rId94" Type="http://schemas.openxmlformats.org/officeDocument/2006/relationships/image" Target="../media/image418.png"/><Relationship Id="rId99" Type="http://schemas.openxmlformats.org/officeDocument/2006/relationships/customXml" Target="../ink/ink407.xml"/><Relationship Id="rId101" Type="http://schemas.openxmlformats.org/officeDocument/2006/relationships/customXml" Target="../ink/ink408.xml"/><Relationship Id="rId4" Type="http://schemas.openxmlformats.org/officeDocument/2006/relationships/image" Target="../media/image373.png"/><Relationship Id="rId9" Type="http://schemas.openxmlformats.org/officeDocument/2006/relationships/customXml" Target="../ink/ink362.xml"/><Relationship Id="rId13" Type="http://schemas.openxmlformats.org/officeDocument/2006/relationships/customXml" Target="../ink/ink364.xml"/><Relationship Id="rId18" Type="http://schemas.openxmlformats.org/officeDocument/2006/relationships/image" Target="../media/image380.png"/><Relationship Id="rId39" Type="http://schemas.openxmlformats.org/officeDocument/2006/relationships/customXml" Target="../ink/ink377.xml"/><Relationship Id="rId34" Type="http://schemas.openxmlformats.org/officeDocument/2006/relationships/image" Target="../media/image388.png"/><Relationship Id="rId50" Type="http://schemas.openxmlformats.org/officeDocument/2006/relationships/image" Target="../media/image396.png"/><Relationship Id="rId55" Type="http://schemas.openxmlformats.org/officeDocument/2006/relationships/customXml" Target="../ink/ink385.xml"/><Relationship Id="rId76" Type="http://schemas.openxmlformats.org/officeDocument/2006/relationships/image" Target="../media/image409.png"/><Relationship Id="rId97" Type="http://schemas.openxmlformats.org/officeDocument/2006/relationships/customXml" Target="../ink/ink406.xml"/><Relationship Id="rId7" Type="http://schemas.openxmlformats.org/officeDocument/2006/relationships/customXml" Target="../ink/ink361.xml"/><Relationship Id="rId71" Type="http://schemas.openxmlformats.org/officeDocument/2006/relationships/customXml" Target="../ink/ink393.xml"/><Relationship Id="rId92" Type="http://schemas.openxmlformats.org/officeDocument/2006/relationships/image" Target="../media/image417.png"/><Relationship Id="rId2" Type="http://schemas.openxmlformats.org/officeDocument/2006/relationships/notesSlide" Target="../notesSlides/notesSlide15.xml"/><Relationship Id="rId29" Type="http://schemas.openxmlformats.org/officeDocument/2006/relationships/customXml" Target="../ink/ink372.xml"/><Relationship Id="rId24" Type="http://schemas.openxmlformats.org/officeDocument/2006/relationships/image" Target="../media/image383.png"/><Relationship Id="rId40" Type="http://schemas.openxmlformats.org/officeDocument/2006/relationships/image" Target="../media/image391.png"/><Relationship Id="rId45" Type="http://schemas.openxmlformats.org/officeDocument/2006/relationships/customXml" Target="../ink/ink380.xml"/><Relationship Id="rId66" Type="http://schemas.openxmlformats.org/officeDocument/2006/relationships/image" Target="../media/image404.png"/><Relationship Id="rId87" Type="http://schemas.openxmlformats.org/officeDocument/2006/relationships/customXml" Target="../ink/ink401.xml"/><Relationship Id="rId61" Type="http://schemas.openxmlformats.org/officeDocument/2006/relationships/customXml" Target="../ink/ink388.xml"/><Relationship Id="rId82" Type="http://schemas.openxmlformats.org/officeDocument/2006/relationships/image" Target="../media/image412.png"/><Relationship Id="rId19" Type="http://schemas.openxmlformats.org/officeDocument/2006/relationships/customXml" Target="../ink/ink367.xml"/><Relationship Id="rId14" Type="http://schemas.openxmlformats.org/officeDocument/2006/relationships/image" Target="../media/image378.png"/><Relationship Id="rId30" Type="http://schemas.openxmlformats.org/officeDocument/2006/relationships/image" Target="../media/image386.png"/><Relationship Id="rId35" Type="http://schemas.openxmlformats.org/officeDocument/2006/relationships/customXml" Target="../ink/ink375.xml"/><Relationship Id="rId56" Type="http://schemas.openxmlformats.org/officeDocument/2006/relationships/image" Target="../media/image399.png"/><Relationship Id="rId77" Type="http://schemas.openxmlformats.org/officeDocument/2006/relationships/customXml" Target="../ink/ink396.xml"/><Relationship Id="rId100" Type="http://schemas.openxmlformats.org/officeDocument/2006/relationships/image" Target="../media/image421.png"/><Relationship Id="rId8" Type="http://schemas.openxmlformats.org/officeDocument/2006/relationships/image" Target="../media/image375.png"/><Relationship Id="rId51" Type="http://schemas.openxmlformats.org/officeDocument/2006/relationships/customXml" Target="../ink/ink383.xml"/><Relationship Id="rId72" Type="http://schemas.openxmlformats.org/officeDocument/2006/relationships/image" Target="../media/image407.png"/><Relationship Id="rId93" Type="http://schemas.openxmlformats.org/officeDocument/2006/relationships/customXml" Target="../ink/ink404.xml"/><Relationship Id="rId98" Type="http://schemas.openxmlformats.org/officeDocument/2006/relationships/image" Target="../media/image420.png"/><Relationship Id="rId3" Type="http://schemas.openxmlformats.org/officeDocument/2006/relationships/hyperlink" Target="https://leetcode.cn/problems/queue-reconstruction-by-height/" TargetMode="Externa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1.xml"/><Relationship Id="rId21" Type="http://schemas.openxmlformats.org/officeDocument/2006/relationships/customXml" Target="../ink/ink418.xml"/><Relationship Id="rId42" Type="http://schemas.openxmlformats.org/officeDocument/2006/relationships/customXml" Target="../ink/ink429.xml"/><Relationship Id="rId47" Type="http://schemas.openxmlformats.org/officeDocument/2006/relationships/image" Target="../media/image442.png"/><Relationship Id="rId63" Type="http://schemas.openxmlformats.org/officeDocument/2006/relationships/image" Target="../media/image450.png"/><Relationship Id="rId68" Type="http://schemas.openxmlformats.org/officeDocument/2006/relationships/customXml" Target="../ink/ink442.xml"/><Relationship Id="rId84" Type="http://schemas.openxmlformats.org/officeDocument/2006/relationships/customXml" Target="../ink/ink450.xml"/><Relationship Id="rId89" Type="http://schemas.openxmlformats.org/officeDocument/2006/relationships/image" Target="../media/image463.png"/><Relationship Id="rId16" Type="http://schemas.openxmlformats.org/officeDocument/2006/relationships/image" Target="../media/image428.png"/><Relationship Id="rId11" Type="http://schemas.openxmlformats.org/officeDocument/2006/relationships/customXml" Target="../ink/ink413.xml"/><Relationship Id="rId32" Type="http://schemas.openxmlformats.org/officeDocument/2006/relationships/customXml" Target="../ink/ink424.xml"/><Relationship Id="rId37" Type="http://schemas.openxmlformats.org/officeDocument/2006/relationships/image" Target="../media/image437.png"/><Relationship Id="rId53" Type="http://schemas.openxmlformats.org/officeDocument/2006/relationships/image" Target="../media/image445.png"/><Relationship Id="rId58" Type="http://schemas.openxmlformats.org/officeDocument/2006/relationships/customXml" Target="../ink/ink437.xml"/><Relationship Id="rId74" Type="http://schemas.openxmlformats.org/officeDocument/2006/relationships/customXml" Target="../ink/ink445.xml"/><Relationship Id="rId79" Type="http://schemas.openxmlformats.org/officeDocument/2006/relationships/image" Target="../media/image458.png"/><Relationship Id="rId5" Type="http://schemas.openxmlformats.org/officeDocument/2006/relationships/customXml" Target="../ink/ink409.xml"/><Relationship Id="rId90" Type="http://schemas.openxmlformats.org/officeDocument/2006/relationships/customXml" Target="../ink/ink453.xml"/><Relationship Id="rId95" Type="http://schemas.openxmlformats.org/officeDocument/2006/relationships/image" Target="../media/image466.png"/><Relationship Id="rId22" Type="http://schemas.openxmlformats.org/officeDocument/2006/relationships/customXml" Target="../ink/ink419.xml"/><Relationship Id="rId27" Type="http://schemas.openxmlformats.org/officeDocument/2006/relationships/image" Target="../media/image432.png"/><Relationship Id="rId43" Type="http://schemas.openxmlformats.org/officeDocument/2006/relationships/image" Target="../media/image440.png"/><Relationship Id="rId48" Type="http://schemas.openxmlformats.org/officeDocument/2006/relationships/customXml" Target="../ink/ink432.xml"/><Relationship Id="rId64" Type="http://schemas.openxmlformats.org/officeDocument/2006/relationships/customXml" Target="../ink/ink440.xml"/><Relationship Id="rId69" Type="http://schemas.openxmlformats.org/officeDocument/2006/relationships/image" Target="../media/image453.png"/><Relationship Id="rId8" Type="http://schemas.openxmlformats.org/officeDocument/2006/relationships/image" Target="../media/image425.png"/><Relationship Id="rId51" Type="http://schemas.openxmlformats.org/officeDocument/2006/relationships/image" Target="../media/image444.png"/><Relationship Id="rId72" Type="http://schemas.openxmlformats.org/officeDocument/2006/relationships/customXml" Target="../ink/ink444.xml"/><Relationship Id="rId80" Type="http://schemas.openxmlformats.org/officeDocument/2006/relationships/customXml" Target="../ink/ink448.xml"/><Relationship Id="rId85" Type="http://schemas.openxmlformats.org/officeDocument/2006/relationships/image" Target="../media/image461.png"/><Relationship Id="rId93" Type="http://schemas.openxmlformats.org/officeDocument/2006/relationships/image" Target="../media/image465.png"/><Relationship Id="rId3" Type="http://schemas.openxmlformats.org/officeDocument/2006/relationships/hyperlink" Target="https://leetcode.cn/problems/queue-reconstruction-by-height/" TargetMode="External"/><Relationship Id="rId12" Type="http://schemas.openxmlformats.org/officeDocument/2006/relationships/image" Target="../media/image426.png"/><Relationship Id="rId17" Type="http://schemas.openxmlformats.org/officeDocument/2006/relationships/customXml" Target="../ink/ink416.xml"/><Relationship Id="rId25" Type="http://schemas.openxmlformats.org/officeDocument/2006/relationships/image" Target="../media/image431.png"/><Relationship Id="rId33" Type="http://schemas.openxmlformats.org/officeDocument/2006/relationships/image" Target="../media/image435.png"/><Relationship Id="rId38" Type="http://schemas.openxmlformats.org/officeDocument/2006/relationships/customXml" Target="../ink/ink427.xml"/><Relationship Id="rId46" Type="http://schemas.openxmlformats.org/officeDocument/2006/relationships/customXml" Target="../ink/ink431.xml"/><Relationship Id="rId59" Type="http://schemas.openxmlformats.org/officeDocument/2006/relationships/image" Target="../media/image448.png"/><Relationship Id="rId67" Type="http://schemas.openxmlformats.org/officeDocument/2006/relationships/image" Target="../media/image452.png"/><Relationship Id="rId20" Type="http://schemas.openxmlformats.org/officeDocument/2006/relationships/image" Target="../media/image429.png"/><Relationship Id="rId41" Type="http://schemas.openxmlformats.org/officeDocument/2006/relationships/image" Target="../media/image439.png"/><Relationship Id="rId54" Type="http://schemas.openxmlformats.org/officeDocument/2006/relationships/customXml" Target="../ink/ink435.xml"/><Relationship Id="rId62" Type="http://schemas.openxmlformats.org/officeDocument/2006/relationships/customXml" Target="../ink/ink439.xml"/><Relationship Id="rId70" Type="http://schemas.openxmlformats.org/officeDocument/2006/relationships/customXml" Target="../ink/ink443.xml"/><Relationship Id="rId75" Type="http://schemas.openxmlformats.org/officeDocument/2006/relationships/image" Target="../media/image456.png"/><Relationship Id="rId83" Type="http://schemas.openxmlformats.org/officeDocument/2006/relationships/image" Target="../media/image460.png"/><Relationship Id="rId88" Type="http://schemas.openxmlformats.org/officeDocument/2006/relationships/customXml" Target="../ink/ink452.xml"/><Relationship Id="rId91" Type="http://schemas.openxmlformats.org/officeDocument/2006/relationships/image" Target="../media/image4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4.png"/><Relationship Id="rId15" Type="http://schemas.openxmlformats.org/officeDocument/2006/relationships/customXml" Target="../ink/ink415.xml"/><Relationship Id="rId23" Type="http://schemas.openxmlformats.org/officeDocument/2006/relationships/image" Target="../media/image430.png"/><Relationship Id="rId28" Type="http://schemas.openxmlformats.org/officeDocument/2006/relationships/customXml" Target="../ink/ink422.xml"/><Relationship Id="rId36" Type="http://schemas.openxmlformats.org/officeDocument/2006/relationships/customXml" Target="../ink/ink426.xml"/><Relationship Id="rId49" Type="http://schemas.openxmlformats.org/officeDocument/2006/relationships/image" Target="../media/image443.png"/><Relationship Id="rId57" Type="http://schemas.openxmlformats.org/officeDocument/2006/relationships/image" Target="../media/image447.png"/><Relationship Id="rId10" Type="http://schemas.openxmlformats.org/officeDocument/2006/relationships/customXml" Target="../ink/ink412.xml"/><Relationship Id="rId31" Type="http://schemas.openxmlformats.org/officeDocument/2006/relationships/image" Target="../media/image434.png"/><Relationship Id="rId44" Type="http://schemas.openxmlformats.org/officeDocument/2006/relationships/customXml" Target="../ink/ink430.xml"/><Relationship Id="rId52" Type="http://schemas.openxmlformats.org/officeDocument/2006/relationships/customXml" Target="../ink/ink434.xml"/><Relationship Id="rId60" Type="http://schemas.openxmlformats.org/officeDocument/2006/relationships/customXml" Target="../ink/ink438.xml"/><Relationship Id="rId65" Type="http://schemas.openxmlformats.org/officeDocument/2006/relationships/image" Target="../media/image451.png"/><Relationship Id="rId73" Type="http://schemas.openxmlformats.org/officeDocument/2006/relationships/image" Target="../media/image455.png"/><Relationship Id="rId78" Type="http://schemas.openxmlformats.org/officeDocument/2006/relationships/customXml" Target="../ink/ink447.xml"/><Relationship Id="rId81" Type="http://schemas.openxmlformats.org/officeDocument/2006/relationships/image" Target="../media/image459.png"/><Relationship Id="rId86" Type="http://schemas.openxmlformats.org/officeDocument/2006/relationships/customXml" Target="../ink/ink451.xml"/><Relationship Id="rId94" Type="http://schemas.openxmlformats.org/officeDocument/2006/relationships/customXml" Target="../ink/ink455.xml"/><Relationship Id="rId4" Type="http://schemas.openxmlformats.org/officeDocument/2006/relationships/image" Target="../media/image423.png"/><Relationship Id="rId9" Type="http://schemas.openxmlformats.org/officeDocument/2006/relationships/customXml" Target="../ink/ink411.xml"/><Relationship Id="rId13" Type="http://schemas.openxmlformats.org/officeDocument/2006/relationships/customXml" Target="../ink/ink414.xml"/><Relationship Id="rId18" Type="http://schemas.openxmlformats.org/officeDocument/2006/relationships/image" Target="../media/image348.png"/><Relationship Id="rId39" Type="http://schemas.openxmlformats.org/officeDocument/2006/relationships/image" Target="../media/image438.png"/><Relationship Id="rId34" Type="http://schemas.openxmlformats.org/officeDocument/2006/relationships/customXml" Target="../ink/ink425.xml"/><Relationship Id="rId50" Type="http://schemas.openxmlformats.org/officeDocument/2006/relationships/customXml" Target="../ink/ink433.xml"/><Relationship Id="rId55" Type="http://schemas.openxmlformats.org/officeDocument/2006/relationships/image" Target="../media/image446.png"/><Relationship Id="rId76" Type="http://schemas.openxmlformats.org/officeDocument/2006/relationships/customXml" Target="../ink/ink446.xml"/><Relationship Id="rId7" Type="http://schemas.openxmlformats.org/officeDocument/2006/relationships/customXml" Target="../ink/ink410.xml"/><Relationship Id="rId71" Type="http://schemas.openxmlformats.org/officeDocument/2006/relationships/image" Target="../media/image454.png"/><Relationship Id="rId92" Type="http://schemas.openxmlformats.org/officeDocument/2006/relationships/customXml" Target="../ink/ink454.xml"/><Relationship Id="rId2" Type="http://schemas.openxmlformats.org/officeDocument/2006/relationships/notesSlide" Target="../notesSlides/notesSlide16.xml"/><Relationship Id="rId29" Type="http://schemas.openxmlformats.org/officeDocument/2006/relationships/image" Target="../media/image433.png"/><Relationship Id="rId24" Type="http://schemas.openxmlformats.org/officeDocument/2006/relationships/customXml" Target="../ink/ink420.xml"/><Relationship Id="rId40" Type="http://schemas.openxmlformats.org/officeDocument/2006/relationships/customXml" Target="../ink/ink428.xml"/><Relationship Id="rId45" Type="http://schemas.openxmlformats.org/officeDocument/2006/relationships/image" Target="../media/image441.png"/><Relationship Id="rId66" Type="http://schemas.openxmlformats.org/officeDocument/2006/relationships/customXml" Target="../ink/ink441.xml"/><Relationship Id="rId87" Type="http://schemas.openxmlformats.org/officeDocument/2006/relationships/image" Target="../media/image462.png"/><Relationship Id="rId61" Type="http://schemas.openxmlformats.org/officeDocument/2006/relationships/image" Target="../media/image449.png"/><Relationship Id="rId82" Type="http://schemas.openxmlformats.org/officeDocument/2006/relationships/customXml" Target="../ink/ink449.xml"/><Relationship Id="rId19" Type="http://schemas.openxmlformats.org/officeDocument/2006/relationships/customXml" Target="../ink/ink417.xml"/><Relationship Id="rId14" Type="http://schemas.openxmlformats.org/officeDocument/2006/relationships/image" Target="../media/image427.png"/><Relationship Id="rId30" Type="http://schemas.openxmlformats.org/officeDocument/2006/relationships/customXml" Target="../ink/ink423.xml"/><Relationship Id="rId35" Type="http://schemas.openxmlformats.org/officeDocument/2006/relationships/image" Target="../media/image436.png"/><Relationship Id="rId56" Type="http://schemas.openxmlformats.org/officeDocument/2006/relationships/customXml" Target="../ink/ink436.xml"/><Relationship Id="rId77" Type="http://schemas.openxmlformats.org/officeDocument/2006/relationships/image" Target="../media/image457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12.xml"/><Relationship Id="rId21" Type="http://schemas.openxmlformats.org/officeDocument/2006/relationships/customXml" Target="../ink/ink464.xml"/><Relationship Id="rId42" Type="http://schemas.openxmlformats.org/officeDocument/2006/relationships/image" Target="../media/image485.png"/><Relationship Id="rId63" Type="http://schemas.openxmlformats.org/officeDocument/2006/relationships/customXml" Target="../ink/ink485.xml"/><Relationship Id="rId84" Type="http://schemas.openxmlformats.org/officeDocument/2006/relationships/image" Target="../media/image506.png"/><Relationship Id="rId138" Type="http://schemas.openxmlformats.org/officeDocument/2006/relationships/image" Target="../media/image533.png"/><Relationship Id="rId107" Type="http://schemas.openxmlformats.org/officeDocument/2006/relationships/customXml" Target="../ink/ink507.xml"/><Relationship Id="rId11" Type="http://schemas.openxmlformats.org/officeDocument/2006/relationships/customXml" Target="../ink/ink459.xml"/><Relationship Id="rId32" Type="http://schemas.openxmlformats.org/officeDocument/2006/relationships/image" Target="../media/image480.png"/><Relationship Id="rId37" Type="http://schemas.openxmlformats.org/officeDocument/2006/relationships/customXml" Target="../ink/ink472.xml"/><Relationship Id="rId53" Type="http://schemas.openxmlformats.org/officeDocument/2006/relationships/customXml" Target="../ink/ink480.xml"/><Relationship Id="rId58" Type="http://schemas.openxmlformats.org/officeDocument/2006/relationships/image" Target="../media/image493.png"/><Relationship Id="rId74" Type="http://schemas.openxmlformats.org/officeDocument/2006/relationships/image" Target="../media/image501.png"/><Relationship Id="rId79" Type="http://schemas.openxmlformats.org/officeDocument/2006/relationships/customXml" Target="../ink/ink493.xml"/><Relationship Id="rId102" Type="http://schemas.openxmlformats.org/officeDocument/2006/relationships/image" Target="../media/image515.png"/><Relationship Id="rId123" Type="http://schemas.openxmlformats.org/officeDocument/2006/relationships/customXml" Target="../ink/ink515.xml"/><Relationship Id="rId128" Type="http://schemas.openxmlformats.org/officeDocument/2006/relationships/image" Target="../media/image528.png"/><Relationship Id="rId144" Type="http://schemas.openxmlformats.org/officeDocument/2006/relationships/image" Target="../media/image536.png"/><Relationship Id="rId5" Type="http://schemas.openxmlformats.org/officeDocument/2006/relationships/customXml" Target="../ink/ink456.xml"/><Relationship Id="rId90" Type="http://schemas.openxmlformats.org/officeDocument/2006/relationships/image" Target="../media/image509.png"/><Relationship Id="rId95" Type="http://schemas.openxmlformats.org/officeDocument/2006/relationships/customXml" Target="../ink/ink501.xml"/><Relationship Id="rId22" Type="http://schemas.openxmlformats.org/officeDocument/2006/relationships/image" Target="../media/image475.png"/><Relationship Id="rId27" Type="http://schemas.openxmlformats.org/officeDocument/2006/relationships/customXml" Target="../ink/ink467.xml"/><Relationship Id="rId43" Type="http://schemas.openxmlformats.org/officeDocument/2006/relationships/customXml" Target="../ink/ink475.xml"/><Relationship Id="rId48" Type="http://schemas.openxmlformats.org/officeDocument/2006/relationships/image" Target="../media/image488.png"/><Relationship Id="rId64" Type="http://schemas.openxmlformats.org/officeDocument/2006/relationships/image" Target="../media/image496.png"/><Relationship Id="rId69" Type="http://schemas.openxmlformats.org/officeDocument/2006/relationships/customXml" Target="../ink/ink488.xml"/><Relationship Id="rId113" Type="http://schemas.openxmlformats.org/officeDocument/2006/relationships/customXml" Target="../ink/ink510.xml"/><Relationship Id="rId118" Type="http://schemas.openxmlformats.org/officeDocument/2006/relationships/image" Target="../media/image523.png"/><Relationship Id="rId134" Type="http://schemas.openxmlformats.org/officeDocument/2006/relationships/image" Target="../media/image531.png"/><Relationship Id="rId139" Type="http://schemas.openxmlformats.org/officeDocument/2006/relationships/customXml" Target="../ink/ink523.xml"/><Relationship Id="rId80" Type="http://schemas.openxmlformats.org/officeDocument/2006/relationships/image" Target="../media/image504.png"/><Relationship Id="rId85" Type="http://schemas.openxmlformats.org/officeDocument/2006/relationships/customXml" Target="../ink/ink496.xml"/><Relationship Id="rId12" Type="http://schemas.openxmlformats.org/officeDocument/2006/relationships/image" Target="../media/image470.png"/><Relationship Id="rId17" Type="http://schemas.openxmlformats.org/officeDocument/2006/relationships/customXml" Target="../ink/ink462.xml"/><Relationship Id="rId33" Type="http://schemas.openxmlformats.org/officeDocument/2006/relationships/customXml" Target="../ink/ink470.xml"/><Relationship Id="rId38" Type="http://schemas.openxmlformats.org/officeDocument/2006/relationships/image" Target="../media/image483.png"/><Relationship Id="rId59" Type="http://schemas.openxmlformats.org/officeDocument/2006/relationships/customXml" Target="../ink/ink483.xml"/><Relationship Id="rId103" Type="http://schemas.openxmlformats.org/officeDocument/2006/relationships/customXml" Target="../ink/ink505.xml"/><Relationship Id="rId108" Type="http://schemas.openxmlformats.org/officeDocument/2006/relationships/image" Target="../media/image518.png"/><Relationship Id="rId124" Type="http://schemas.openxmlformats.org/officeDocument/2006/relationships/image" Target="../media/image526.png"/><Relationship Id="rId129" Type="http://schemas.openxmlformats.org/officeDocument/2006/relationships/customXml" Target="../ink/ink518.xml"/><Relationship Id="rId54" Type="http://schemas.openxmlformats.org/officeDocument/2006/relationships/image" Target="../media/image491.png"/><Relationship Id="rId70" Type="http://schemas.openxmlformats.org/officeDocument/2006/relationships/image" Target="../media/image499.png"/><Relationship Id="rId75" Type="http://schemas.openxmlformats.org/officeDocument/2006/relationships/customXml" Target="../ink/ink491.xml"/><Relationship Id="rId91" Type="http://schemas.openxmlformats.org/officeDocument/2006/relationships/customXml" Target="../ink/ink499.xml"/><Relationship Id="rId96" Type="http://schemas.openxmlformats.org/officeDocument/2006/relationships/image" Target="../media/image512.png"/><Relationship Id="rId140" Type="http://schemas.openxmlformats.org/officeDocument/2006/relationships/image" Target="../media/image5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8.png"/><Relationship Id="rId23" Type="http://schemas.openxmlformats.org/officeDocument/2006/relationships/customXml" Target="../ink/ink465.xml"/><Relationship Id="rId28" Type="http://schemas.openxmlformats.org/officeDocument/2006/relationships/image" Target="../media/image478.png"/><Relationship Id="rId49" Type="http://schemas.openxmlformats.org/officeDocument/2006/relationships/customXml" Target="../ink/ink478.xml"/><Relationship Id="rId114" Type="http://schemas.openxmlformats.org/officeDocument/2006/relationships/image" Target="../media/image521.png"/><Relationship Id="rId119" Type="http://schemas.openxmlformats.org/officeDocument/2006/relationships/customXml" Target="../ink/ink513.xml"/><Relationship Id="rId44" Type="http://schemas.openxmlformats.org/officeDocument/2006/relationships/image" Target="../media/image486.png"/><Relationship Id="rId60" Type="http://schemas.openxmlformats.org/officeDocument/2006/relationships/image" Target="../media/image494.png"/><Relationship Id="rId65" Type="http://schemas.openxmlformats.org/officeDocument/2006/relationships/customXml" Target="../ink/ink486.xml"/><Relationship Id="rId81" Type="http://schemas.openxmlformats.org/officeDocument/2006/relationships/customXml" Target="../ink/ink494.xml"/><Relationship Id="rId86" Type="http://schemas.openxmlformats.org/officeDocument/2006/relationships/image" Target="../media/image507.png"/><Relationship Id="rId130" Type="http://schemas.openxmlformats.org/officeDocument/2006/relationships/image" Target="../media/image529.png"/><Relationship Id="rId135" Type="http://schemas.openxmlformats.org/officeDocument/2006/relationships/customXml" Target="../ink/ink521.xml"/><Relationship Id="rId13" Type="http://schemas.openxmlformats.org/officeDocument/2006/relationships/customXml" Target="../ink/ink460.xml"/><Relationship Id="rId18" Type="http://schemas.openxmlformats.org/officeDocument/2006/relationships/image" Target="../media/image473.png"/><Relationship Id="rId39" Type="http://schemas.openxmlformats.org/officeDocument/2006/relationships/customXml" Target="../ink/ink473.xml"/><Relationship Id="rId109" Type="http://schemas.openxmlformats.org/officeDocument/2006/relationships/customXml" Target="../ink/ink508.xml"/><Relationship Id="rId34" Type="http://schemas.openxmlformats.org/officeDocument/2006/relationships/image" Target="../media/image481.png"/><Relationship Id="rId50" Type="http://schemas.openxmlformats.org/officeDocument/2006/relationships/image" Target="../media/image489.png"/><Relationship Id="rId55" Type="http://schemas.openxmlformats.org/officeDocument/2006/relationships/customXml" Target="../ink/ink481.xml"/><Relationship Id="rId76" Type="http://schemas.openxmlformats.org/officeDocument/2006/relationships/image" Target="../media/image502.png"/><Relationship Id="rId97" Type="http://schemas.openxmlformats.org/officeDocument/2006/relationships/customXml" Target="../ink/ink502.xml"/><Relationship Id="rId104" Type="http://schemas.openxmlformats.org/officeDocument/2006/relationships/image" Target="../media/image516.png"/><Relationship Id="rId120" Type="http://schemas.openxmlformats.org/officeDocument/2006/relationships/image" Target="../media/image524.png"/><Relationship Id="rId125" Type="http://schemas.openxmlformats.org/officeDocument/2006/relationships/customXml" Target="../ink/ink516.xml"/><Relationship Id="rId141" Type="http://schemas.openxmlformats.org/officeDocument/2006/relationships/customXml" Target="../ink/ink524.xml"/><Relationship Id="rId7" Type="http://schemas.openxmlformats.org/officeDocument/2006/relationships/customXml" Target="../ink/ink457.xml"/><Relationship Id="rId71" Type="http://schemas.openxmlformats.org/officeDocument/2006/relationships/customXml" Target="../ink/ink489.xml"/><Relationship Id="rId92" Type="http://schemas.openxmlformats.org/officeDocument/2006/relationships/image" Target="../media/image510.png"/><Relationship Id="rId2" Type="http://schemas.openxmlformats.org/officeDocument/2006/relationships/notesSlide" Target="../notesSlides/notesSlide17.xml"/><Relationship Id="rId29" Type="http://schemas.openxmlformats.org/officeDocument/2006/relationships/customXml" Target="../ink/ink468.xml"/><Relationship Id="rId24" Type="http://schemas.openxmlformats.org/officeDocument/2006/relationships/image" Target="../media/image476.png"/><Relationship Id="rId40" Type="http://schemas.openxmlformats.org/officeDocument/2006/relationships/image" Target="../media/image484.png"/><Relationship Id="rId45" Type="http://schemas.openxmlformats.org/officeDocument/2006/relationships/customXml" Target="../ink/ink476.xml"/><Relationship Id="rId66" Type="http://schemas.openxmlformats.org/officeDocument/2006/relationships/image" Target="../media/image497.png"/><Relationship Id="rId87" Type="http://schemas.openxmlformats.org/officeDocument/2006/relationships/customXml" Target="../ink/ink497.xml"/><Relationship Id="rId110" Type="http://schemas.openxmlformats.org/officeDocument/2006/relationships/image" Target="../media/image519.png"/><Relationship Id="rId115" Type="http://schemas.openxmlformats.org/officeDocument/2006/relationships/customXml" Target="../ink/ink511.xml"/><Relationship Id="rId131" Type="http://schemas.openxmlformats.org/officeDocument/2006/relationships/customXml" Target="../ink/ink519.xml"/><Relationship Id="rId136" Type="http://schemas.openxmlformats.org/officeDocument/2006/relationships/image" Target="../media/image532.png"/><Relationship Id="rId61" Type="http://schemas.openxmlformats.org/officeDocument/2006/relationships/customXml" Target="../ink/ink484.xml"/><Relationship Id="rId82" Type="http://schemas.openxmlformats.org/officeDocument/2006/relationships/image" Target="../media/image505.png"/><Relationship Id="rId19" Type="http://schemas.openxmlformats.org/officeDocument/2006/relationships/customXml" Target="../ink/ink463.xml"/><Relationship Id="rId14" Type="http://schemas.openxmlformats.org/officeDocument/2006/relationships/image" Target="../media/image471.png"/><Relationship Id="rId30" Type="http://schemas.openxmlformats.org/officeDocument/2006/relationships/image" Target="../media/image479.png"/><Relationship Id="rId35" Type="http://schemas.openxmlformats.org/officeDocument/2006/relationships/customXml" Target="../ink/ink471.xml"/><Relationship Id="rId56" Type="http://schemas.openxmlformats.org/officeDocument/2006/relationships/image" Target="../media/image492.png"/><Relationship Id="rId77" Type="http://schemas.openxmlformats.org/officeDocument/2006/relationships/customXml" Target="../ink/ink492.xml"/><Relationship Id="rId100" Type="http://schemas.openxmlformats.org/officeDocument/2006/relationships/image" Target="../media/image514.png"/><Relationship Id="rId105" Type="http://schemas.openxmlformats.org/officeDocument/2006/relationships/customXml" Target="../ink/ink506.xml"/><Relationship Id="rId126" Type="http://schemas.openxmlformats.org/officeDocument/2006/relationships/image" Target="../media/image527.png"/><Relationship Id="rId8" Type="http://schemas.openxmlformats.org/officeDocument/2006/relationships/image" Target="../media/image425.png"/><Relationship Id="rId51" Type="http://schemas.openxmlformats.org/officeDocument/2006/relationships/customXml" Target="../ink/ink479.xml"/><Relationship Id="rId72" Type="http://schemas.openxmlformats.org/officeDocument/2006/relationships/image" Target="../media/image500.png"/><Relationship Id="rId93" Type="http://schemas.openxmlformats.org/officeDocument/2006/relationships/customXml" Target="../ink/ink500.xml"/><Relationship Id="rId98" Type="http://schemas.openxmlformats.org/officeDocument/2006/relationships/image" Target="../media/image513.png"/><Relationship Id="rId121" Type="http://schemas.openxmlformats.org/officeDocument/2006/relationships/customXml" Target="../ink/ink514.xml"/><Relationship Id="rId142" Type="http://schemas.openxmlformats.org/officeDocument/2006/relationships/image" Target="../media/image535.png"/><Relationship Id="rId3" Type="http://schemas.openxmlformats.org/officeDocument/2006/relationships/hyperlink" Target="https://leetcode.cn/problems/queue-reconstruction-by-height/" TargetMode="External"/><Relationship Id="rId25" Type="http://schemas.openxmlformats.org/officeDocument/2006/relationships/customXml" Target="../ink/ink466.xml"/><Relationship Id="rId46" Type="http://schemas.openxmlformats.org/officeDocument/2006/relationships/image" Target="../media/image487.png"/><Relationship Id="rId67" Type="http://schemas.openxmlformats.org/officeDocument/2006/relationships/customXml" Target="../ink/ink487.xml"/><Relationship Id="rId116" Type="http://schemas.openxmlformats.org/officeDocument/2006/relationships/image" Target="../media/image522.png"/><Relationship Id="rId137" Type="http://schemas.openxmlformats.org/officeDocument/2006/relationships/customXml" Target="../ink/ink522.xml"/><Relationship Id="rId20" Type="http://schemas.openxmlformats.org/officeDocument/2006/relationships/image" Target="../media/image474.png"/><Relationship Id="rId41" Type="http://schemas.openxmlformats.org/officeDocument/2006/relationships/customXml" Target="../ink/ink474.xml"/><Relationship Id="rId62" Type="http://schemas.openxmlformats.org/officeDocument/2006/relationships/image" Target="../media/image495.png"/><Relationship Id="rId83" Type="http://schemas.openxmlformats.org/officeDocument/2006/relationships/customXml" Target="../ink/ink495.xml"/><Relationship Id="rId88" Type="http://schemas.openxmlformats.org/officeDocument/2006/relationships/image" Target="../media/image508.png"/><Relationship Id="rId111" Type="http://schemas.openxmlformats.org/officeDocument/2006/relationships/customXml" Target="../ink/ink509.xml"/><Relationship Id="rId132" Type="http://schemas.openxmlformats.org/officeDocument/2006/relationships/image" Target="../media/image530.png"/><Relationship Id="rId15" Type="http://schemas.openxmlformats.org/officeDocument/2006/relationships/customXml" Target="../ink/ink461.xml"/><Relationship Id="rId36" Type="http://schemas.openxmlformats.org/officeDocument/2006/relationships/image" Target="../media/image482.png"/><Relationship Id="rId57" Type="http://schemas.openxmlformats.org/officeDocument/2006/relationships/customXml" Target="../ink/ink482.xml"/><Relationship Id="rId106" Type="http://schemas.openxmlformats.org/officeDocument/2006/relationships/image" Target="../media/image517.png"/><Relationship Id="rId127" Type="http://schemas.openxmlformats.org/officeDocument/2006/relationships/customXml" Target="../ink/ink517.xml"/><Relationship Id="rId10" Type="http://schemas.openxmlformats.org/officeDocument/2006/relationships/image" Target="../media/image469.png"/><Relationship Id="rId31" Type="http://schemas.openxmlformats.org/officeDocument/2006/relationships/customXml" Target="../ink/ink469.xml"/><Relationship Id="rId52" Type="http://schemas.openxmlformats.org/officeDocument/2006/relationships/image" Target="../media/image490.png"/><Relationship Id="rId73" Type="http://schemas.openxmlformats.org/officeDocument/2006/relationships/customXml" Target="../ink/ink490.xml"/><Relationship Id="rId78" Type="http://schemas.openxmlformats.org/officeDocument/2006/relationships/image" Target="../media/image503.png"/><Relationship Id="rId94" Type="http://schemas.openxmlformats.org/officeDocument/2006/relationships/image" Target="../media/image511.png"/><Relationship Id="rId99" Type="http://schemas.openxmlformats.org/officeDocument/2006/relationships/customXml" Target="../ink/ink503.xml"/><Relationship Id="rId101" Type="http://schemas.openxmlformats.org/officeDocument/2006/relationships/customXml" Target="../ink/ink504.xml"/><Relationship Id="rId122" Type="http://schemas.openxmlformats.org/officeDocument/2006/relationships/image" Target="../media/image525.png"/><Relationship Id="rId143" Type="http://schemas.openxmlformats.org/officeDocument/2006/relationships/customXml" Target="../ink/ink525.xml"/><Relationship Id="rId4" Type="http://schemas.openxmlformats.org/officeDocument/2006/relationships/image" Target="../media/image467.png"/><Relationship Id="rId9" Type="http://schemas.openxmlformats.org/officeDocument/2006/relationships/customXml" Target="../ink/ink458.xml"/><Relationship Id="rId26" Type="http://schemas.openxmlformats.org/officeDocument/2006/relationships/image" Target="../media/image477.png"/><Relationship Id="rId47" Type="http://schemas.openxmlformats.org/officeDocument/2006/relationships/customXml" Target="../ink/ink477.xml"/><Relationship Id="rId68" Type="http://schemas.openxmlformats.org/officeDocument/2006/relationships/image" Target="../media/image498.png"/><Relationship Id="rId89" Type="http://schemas.openxmlformats.org/officeDocument/2006/relationships/customXml" Target="../ink/ink498.xml"/><Relationship Id="rId112" Type="http://schemas.openxmlformats.org/officeDocument/2006/relationships/image" Target="../media/image520.png"/><Relationship Id="rId133" Type="http://schemas.openxmlformats.org/officeDocument/2006/relationships/customXml" Target="../ink/ink520.xml"/><Relationship Id="rId16" Type="http://schemas.openxmlformats.org/officeDocument/2006/relationships/image" Target="../media/image4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qiao.cn/problems/218/learning/?isWithAnswer=true&amp;page=1&amp;first_category_id=1&amp;second_category_id=3&amp;tags=%E8%B4%AA%E5%BF%83,%E6%8E%92%E5%BA%8F&amp;tag_relation=intersectio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qiao.cn/problems/218/learning/?isWithAnswer=true&amp;page=1&amp;first_category_id=1&amp;second_category_id=3&amp;tags=%E8%B4%AA%E5%BF%83,%E6%8E%92%E5%BA%8F&amp;tag_relation=intersectio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E7897-D404-400B-33C7-2FB235255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2" name="AutoShape 2"/>
          <p:cNvSpPr/>
          <p:nvPr/>
        </p:nvSpPr>
        <p:spPr>
          <a:xfrm>
            <a:off x="113229" y="1609725"/>
            <a:ext cx="6954496" cy="297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</a:t>
            </a:r>
            <a:r>
              <a:rPr lang="en-US" altLang="zh-CN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zh-CN" alt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届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Python冲刺课：贪心</a:t>
            </a: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52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648023" y="1600200"/>
            <a:ext cx="8890000" cy="304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P10387 [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蓝桥杯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2024 省 A] 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训练士兵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洛谷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(luogu.com.cn)</a:t>
            </a:r>
          </a:p>
          <a:p>
            <a:pPr indent="0" algn="l">
              <a:lnSpc>
                <a:spcPct val="125000"/>
              </a:lnSpc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406. 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根据身高重建队列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力扣（LeetCode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）</a:t>
            </a:r>
          </a:p>
          <a:p>
            <a:pPr marL="406400" indent="-4064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拓展作业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】【思维】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anqiao.cn/problems/218/learning/?isWithAnswer=true&amp;page=1&amp;first_category_id=1&amp;second_category_id=3&amp;tags=%E8%B4%AA%E5%BF%83,%E6%8E%92%E5%BA%8F&amp;tag_relation=inters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1.分糖果 - </a:t>
            </a:r>
            <a:r>
              <a:rPr lang="en-US" sz="32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anqiao.cn/problems/218/learning/?isWithAnswer=true&amp;page=1&amp;first_category_id=1&amp;second_category_id=3&amp;tags=%E8%B4%AA%E5%BF%83,%E6%8E%92%E5%BA%8F&amp;tag_relation=inters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蓝桥云课</a:t>
            </a: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anqiao.cn/problems/218/learning/?isWithAnswer=true&amp;page=1&amp;first_category_id=1&amp;second_category_id=3&amp;tags=%E8%B4%AA%E5%BF%83,%E6%8E%92%E5%BA%8F&amp;tag_relation=inters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(lanqiao.cn)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"/>
          </p:nvPr>
        </p:nvSpPr>
        <p:spPr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7D52879-0D92-8E58-C264-FAE31E3BF596}"/>
                  </a:ext>
                </a:extLst>
              </p14:cNvPr>
              <p14:cNvContentPartPr/>
              <p14:nvPr/>
            </p14:nvContentPartPr>
            <p14:xfrm>
              <a:off x="4432412" y="1412303"/>
              <a:ext cx="2316240" cy="8114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7D52879-0D92-8E58-C264-FAE31E3BF5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14412" y="1394663"/>
                <a:ext cx="2351880" cy="84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A2950122-AE97-3CA1-9A82-59088C32D020}"/>
              </a:ext>
            </a:extLst>
          </p:cNvPr>
          <p:cNvGrpSpPr/>
          <p:nvPr/>
        </p:nvGrpSpPr>
        <p:grpSpPr>
          <a:xfrm>
            <a:off x="536852" y="2784983"/>
            <a:ext cx="1077120" cy="527760"/>
            <a:chOff x="536852" y="2784983"/>
            <a:chExt cx="107712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CCC61784-975D-2529-F4F4-8AE542AF094B}"/>
                    </a:ext>
                  </a:extLst>
                </p14:cNvPr>
                <p14:cNvContentPartPr/>
                <p14:nvPr/>
              </p14:nvContentPartPr>
              <p14:xfrm>
                <a:off x="536852" y="3051023"/>
                <a:ext cx="1077120" cy="1202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CCC61784-975D-2529-F4F4-8AE542AF09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8852" y="3033023"/>
                  <a:ext cx="1112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AC898F82-E159-5A1E-42CC-5B3DAAF73768}"/>
                    </a:ext>
                  </a:extLst>
                </p14:cNvPr>
                <p14:cNvContentPartPr/>
                <p14:nvPr/>
              </p14:nvContentPartPr>
              <p14:xfrm>
                <a:off x="1199252" y="2784983"/>
                <a:ext cx="380880" cy="5277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AC898F82-E159-5A1E-42CC-5B3DAAF7376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1612" y="2766983"/>
                  <a:ext cx="416520" cy="56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3B6B7D3-02FF-5FA7-0A22-4EB038793A8A}"/>
              </a:ext>
            </a:extLst>
          </p:cNvPr>
          <p:cNvGrpSpPr/>
          <p:nvPr/>
        </p:nvGrpSpPr>
        <p:grpSpPr>
          <a:xfrm>
            <a:off x="1262612" y="1382063"/>
            <a:ext cx="2015280" cy="1103400"/>
            <a:chOff x="1262612" y="1382063"/>
            <a:chExt cx="2015280" cy="11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4C9B33DE-642E-C65A-AA2F-1E48A41E919F}"/>
                    </a:ext>
                  </a:extLst>
                </p14:cNvPr>
                <p14:cNvContentPartPr/>
                <p14:nvPr/>
              </p14:nvContentPartPr>
              <p14:xfrm>
                <a:off x="1262612" y="1382063"/>
                <a:ext cx="1765440" cy="10162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4C9B33DE-642E-C65A-AA2F-1E48A41E91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4612" y="1364423"/>
                  <a:ext cx="1801080" cy="10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A165AD44-B0BC-7BD9-55AD-CC50B6044E84}"/>
                    </a:ext>
                  </a:extLst>
                </p14:cNvPr>
                <p14:cNvContentPartPr/>
                <p14:nvPr/>
              </p14:nvContentPartPr>
              <p14:xfrm>
                <a:off x="2903132" y="1936103"/>
                <a:ext cx="374760" cy="5493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A165AD44-B0BC-7BD9-55AD-CC50B6044E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5492" y="1918103"/>
                  <a:ext cx="410400" cy="585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561628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75" y="2028401"/>
            <a:ext cx="4121685" cy="4675747"/>
          </a:xfrm>
          <a:prstGeom prst="rect">
            <a:avLst/>
          </a:prstGeom>
          <a:ln w="25400">
            <a:solidFill>
              <a:srgbClr val="2B2F36">
                <a:alpha val="100000"/>
              </a:srgbClr>
            </a:solidFill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589" y="2312058"/>
            <a:ext cx="5459130" cy="3098781"/>
          </a:xfrm>
          <a:prstGeom prst="rect">
            <a:avLst/>
          </a:prstGeom>
          <a:ln w="25400">
            <a:solidFill>
              <a:srgbClr val="2B2F36">
                <a:alpha val="100000"/>
              </a:srgbClr>
            </a:solidFill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4561627" y="911419"/>
            <a:ext cx="680545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P10387 [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蓝桥杯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2024 省 A]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训练士兵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洛谷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www.luogu.com.cn/problem/P1038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(luogu.com.cn)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561628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13" y="1307690"/>
            <a:ext cx="9175409" cy="4698900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22E4BEE-686F-0E8D-E5C4-AF4F844A35F1}"/>
                  </a:ext>
                </a:extLst>
              </p14:cNvPr>
              <p14:cNvContentPartPr/>
              <p14:nvPr/>
            </p14:nvContentPartPr>
            <p14:xfrm>
              <a:off x="2742932" y="1660703"/>
              <a:ext cx="1055880" cy="223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22E4BEE-686F-0E8D-E5C4-AF4F844A35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9292" y="1553063"/>
                <a:ext cx="11635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C0CEAA6-9D73-16E6-1A50-70D66971A996}"/>
                  </a:ext>
                </a:extLst>
              </p14:cNvPr>
              <p14:cNvContentPartPr/>
              <p14:nvPr/>
            </p14:nvContentPartPr>
            <p14:xfrm>
              <a:off x="1576892" y="1843943"/>
              <a:ext cx="1354320" cy="982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C0CEAA6-9D73-16E6-1A50-70D66971A9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23252" y="1736303"/>
                <a:ext cx="14619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BBC25EC-CB9D-F9B9-F0D7-041B517134FD}"/>
                  </a:ext>
                </a:extLst>
              </p14:cNvPr>
              <p14:cNvContentPartPr/>
              <p14:nvPr/>
            </p14:nvContentPartPr>
            <p14:xfrm>
              <a:off x="5914172" y="1954463"/>
              <a:ext cx="323640" cy="338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BBC25EC-CB9D-F9B9-F0D7-041B517134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60172" y="1846823"/>
                <a:ext cx="4312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C9FE8BB1-090D-3ED4-0CC4-5FD00AA6C1F6}"/>
                  </a:ext>
                </a:extLst>
              </p14:cNvPr>
              <p14:cNvContentPartPr/>
              <p14:nvPr/>
            </p14:nvContentPartPr>
            <p14:xfrm>
              <a:off x="6002372" y="1927823"/>
              <a:ext cx="1113480" cy="939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C9FE8BB1-090D-3ED4-0CC4-5FD00AA6C1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48372" y="1820183"/>
                <a:ext cx="12211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4C71FC0-B1A1-6F56-6DE3-7283B2A67ADC}"/>
                  </a:ext>
                </a:extLst>
              </p14:cNvPr>
              <p14:cNvContentPartPr/>
              <p14:nvPr/>
            </p14:nvContentPartPr>
            <p14:xfrm>
              <a:off x="1925012" y="2281343"/>
              <a:ext cx="1079280" cy="385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4C71FC0-B1A1-6F56-6DE3-7283B2A67A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71372" y="2173343"/>
                <a:ext cx="11869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D32A516-167F-5D02-8647-C0A96B48B402}"/>
                  </a:ext>
                </a:extLst>
              </p14:cNvPr>
              <p14:cNvContentPartPr/>
              <p14:nvPr/>
            </p14:nvContentPartPr>
            <p14:xfrm>
              <a:off x="5024972" y="2608583"/>
              <a:ext cx="981720" cy="212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D32A516-167F-5D02-8647-C0A96B48B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70972" y="2500943"/>
                <a:ext cx="10893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77BFB8A-180E-6743-A363-3B2A5337F01B}"/>
                  </a:ext>
                </a:extLst>
              </p14:cNvPr>
              <p14:cNvContentPartPr/>
              <p14:nvPr/>
            </p14:nvContentPartPr>
            <p14:xfrm>
              <a:off x="3149732" y="2969663"/>
              <a:ext cx="908280" cy="133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77BFB8A-180E-6743-A363-3B2A5337F0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96092" y="2861663"/>
                <a:ext cx="10159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A23E2938-3C7E-BFFB-784F-B39F8969B7B6}"/>
                  </a:ext>
                </a:extLst>
              </p14:cNvPr>
              <p14:cNvContentPartPr/>
              <p14:nvPr/>
            </p14:nvContentPartPr>
            <p14:xfrm>
              <a:off x="7872932" y="2646383"/>
              <a:ext cx="1967760" cy="5148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A23E2938-3C7E-BFFB-784F-B39F8969B7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18932" y="2538743"/>
                <a:ext cx="20754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979BD105-1510-763B-7947-74A5B6A347E8}"/>
                  </a:ext>
                </a:extLst>
              </p14:cNvPr>
              <p14:cNvContentPartPr/>
              <p14:nvPr/>
            </p14:nvContentPartPr>
            <p14:xfrm>
              <a:off x="1178372" y="3032663"/>
              <a:ext cx="235440" cy="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979BD105-1510-763B-7947-74A5B6A347E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24732" y="2924663"/>
                <a:ext cx="343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01648F72-2077-0D74-DA0D-AADF22B60810}"/>
                  </a:ext>
                </a:extLst>
              </p14:cNvPr>
              <p14:cNvContentPartPr/>
              <p14:nvPr/>
            </p14:nvContentPartPr>
            <p14:xfrm>
              <a:off x="3988892" y="3665903"/>
              <a:ext cx="540000" cy="3276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01648F72-2077-0D74-DA0D-AADF22B6081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34892" y="3557903"/>
                <a:ext cx="6476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4B805225-BD02-2F6A-D0FB-6332FA6C361A}"/>
                  </a:ext>
                </a:extLst>
              </p14:cNvPr>
              <p14:cNvContentPartPr/>
              <p14:nvPr/>
            </p14:nvContentPartPr>
            <p14:xfrm>
              <a:off x="7889492" y="3615503"/>
              <a:ext cx="2232720" cy="3060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4B805225-BD02-2F6A-D0FB-6332FA6C361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35852" y="3507863"/>
                <a:ext cx="23403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3E8851CC-0A15-4253-4274-E656EF769241}"/>
                  </a:ext>
                </a:extLst>
              </p14:cNvPr>
              <p14:cNvContentPartPr/>
              <p14:nvPr/>
            </p14:nvContentPartPr>
            <p14:xfrm>
              <a:off x="-1275388" y="663143"/>
              <a:ext cx="11880000" cy="38196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3E8851CC-0A15-4253-4274-E656EF7692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1293028" y="645503"/>
                <a:ext cx="11915640" cy="385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561628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272" y="1295010"/>
            <a:ext cx="7934514" cy="556299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" y="1367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50856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469503-E246-6E7D-D685-E77205C3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96" y="1423765"/>
            <a:ext cx="11105361" cy="44454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BAE8711-25E8-19DF-A805-C62A178E169B}"/>
                  </a:ext>
                </a:extLst>
              </p14:cNvPr>
              <p14:cNvContentPartPr/>
              <p14:nvPr/>
            </p14:nvContentPartPr>
            <p14:xfrm>
              <a:off x="6819932" y="1172903"/>
              <a:ext cx="282600" cy="43056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BAE8711-25E8-19DF-A805-C62A178E16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83932" y="1137263"/>
                <a:ext cx="354240" cy="50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A01903C4-243B-FF71-9604-32038CC505B6}"/>
              </a:ext>
            </a:extLst>
          </p:cNvPr>
          <p:cNvGrpSpPr/>
          <p:nvPr/>
        </p:nvGrpSpPr>
        <p:grpSpPr>
          <a:xfrm>
            <a:off x="8178572" y="1157423"/>
            <a:ext cx="425880" cy="507600"/>
            <a:chOff x="8178572" y="1157423"/>
            <a:chExt cx="425880" cy="50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5B068A7-7578-8370-711F-F891CEF10415}"/>
                    </a:ext>
                  </a:extLst>
                </p14:cNvPr>
                <p14:cNvContentPartPr/>
                <p14:nvPr/>
              </p14:nvContentPartPr>
              <p14:xfrm>
                <a:off x="8284052" y="1157423"/>
                <a:ext cx="320400" cy="7020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5B068A7-7578-8370-711F-F891CEF104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48052" y="1121783"/>
                  <a:ext cx="392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1577D1C3-980C-0305-3444-2DF4B0752B78}"/>
                    </a:ext>
                  </a:extLst>
                </p14:cNvPr>
                <p14:cNvContentPartPr/>
                <p14:nvPr/>
              </p14:nvContentPartPr>
              <p14:xfrm>
                <a:off x="8178572" y="1203503"/>
                <a:ext cx="321480" cy="4615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1577D1C3-980C-0305-3444-2DF4B0752B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42572" y="1167863"/>
                  <a:ext cx="393120" cy="53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B14E059-D9EB-8970-EF04-2B69459F4D6B}"/>
                  </a:ext>
                </a:extLst>
              </p14:cNvPr>
              <p14:cNvContentPartPr/>
              <p14:nvPr/>
            </p14:nvContentPartPr>
            <p14:xfrm>
              <a:off x="9617852" y="1131503"/>
              <a:ext cx="436680" cy="6256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B14E059-D9EB-8970-EF04-2B69459F4D6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81852" y="1095863"/>
                <a:ext cx="50832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7FD25B9F-54E9-A80A-BA52-7034D36E4F14}"/>
                  </a:ext>
                </a:extLst>
              </p14:cNvPr>
              <p14:cNvContentPartPr/>
              <p14:nvPr/>
            </p14:nvContentPartPr>
            <p14:xfrm>
              <a:off x="6981932" y="1777343"/>
              <a:ext cx="295920" cy="2559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7FD25B9F-54E9-A80A-BA52-7034D36E4F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63932" y="1759343"/>
                <a:ext cx="3315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8637EF30-0CA3-966F-5D51-C6C8BBAC5117}"/>
                  </a:ext>
                </a:extLst>
              </p14:cNvPr>
              <p14:cNvContentPartPr/>
              <p14:nvPr/>
            </p14:nvContentPartPr>
            <p14:xfrm>
              <a:off x="8178932" y="1861943"/>
              <a:ext cx="372960" cy="20844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8637EF30-0CA3-966F-5D51-C6C8BBAC51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61292" y="1844303"/>
                <a:ext cx="4086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F11E59FD-C4CB-C1DA-552A-300DB042BA0C}"/>
                  </a:ext>
                </a:extLst>
              </p14:cNvPr>
              <p14:cNvContentPartPr/>
              <p14:nvPr/>
            </p14:nvContentPartPr>
            <p14:xfrm>
              <a:off x="9567812" y="1911983"/>
              <a:ext cx="314640" cy="23400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F11E59FD-C4CB-C1DA-552A-300DB042BA0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49812" y="1893983"/>
                <a:ext cx="35028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2A32428B-EEC3-4B63-91CC-072A18771FC6}"/>
              </a:ext>
            </a:extLst>
          </p:cNvPr>
          <p:cNvGrpSpPr/>
          <p:nvPr/>
        </p:nvGrpSpPr>
        <p:grpSpPr>
          <a:xfrm>
            <a:off x="2567252" y="799943"/>
            <a:ext cx="1347840" cy="657000"/>
            <a:chOff x="2567252" y="799943"/>
            <a:chExt cx="1347840" cy="6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4DA7CE53-E474-2F37-02F8-27F9ACF52C02}"/>
                    </a:ext>
                  </a:extLst>
                </p14:cNvPr>
                <p14:cNvContentPartPr/>
                <p14:nvPr/>
              </p14:nvContentPartPr>
              <p14:xfrm>
                <a:off x="2567252" y="799943"/>
                <a:ext cx="500040" cy="5904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4DA7CE53-E474-2F37-02F8-27F9ACF52C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49612" y="782303"/>
                  <a:ext cx="53568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B734027-2A70-1AFF-3380-3426D7F4E86C}"/>
                    </a:ext>
                  </a:extLst>
                </p14:cNvPr>
                <p14:cNvContentPartPr/>
                <p14:nvPr/>
              </p14:nvContentPartPr>
              <p14:xfrm>
                <a:off x="3170612" y="1229783"/>
                <a:ext cx="266040" cy="468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B734027-2A70-1AFF-3380-3426D7F4E8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2972" y="1211783"/>
                  <a:ext cx="301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17DC28E0-94AE-8406-0CE9-4FDB13E8D04A}"/>
                    </a:ext>
                  </a:extLst>
                </p14:cNvPr>
                <p14:cNvContentPartPr/>
                <p14:nvPr/>
              </p14:nvContentPartPr>
              <p14:xfrm>
                <a:off x="3241532" y="1296023"/>
                <a:ext cx="203400" cy="3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17DC28E0-94AE-8406-0CE9-4FDB13E8D0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3532" y="1278023"/>
                  <a:ext cx="239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045E21E-2F3B-A661-6165-C45806A106CE}"/>
                    </a:ext>
                  </a:extLst>
                </p14:cNvPr>
                <p14:cNvContentPartPr/>
                <p14:nvPr/>
              </p14:nvContentPartPr>
              <p14:xfrm>
                <a:off x="3622412" y="1085063"/>
                <a:ext cx="292680" cy="3718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045E21E-2F3B-A661-6165-C45806A106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04412" y="1067063"/>
                  <a:ext cx="328320" cy="40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F6E41BC-CC97-2D7A-4704-EF47D932F4E9}"/>
              </a:ext>
            </a:extLst>
          </p:cNvPr>
          <p:cNvGrpSpPr/>
          <p:nvPr/>
        </p:nvGrpSpPr>
        <p:grpSpPr>
          <a:xfrm>
            <a:off x="7594652" y="2516423"/>
            <a:ext cx="631800" cy="402840"/>
            <a:chOff x="7594652" y="2516423"/>
            <a:chExt cx="63180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25AC4AA1-F7E2-F829-EAAC-654AC57D0AE1}"/>
                    </a:ext>
                  </a:extLst>
                </p14:cNvPr>
                <p14:cNvContentPartPr/>
                <p14:nvPr/>
              </p14:nvContentPartPr>
              <p14:xfrm>
                <a:off x="7594652" y="2516423"/>
                <a:ext cx="115200" cy="38304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25AC4AA1-F7E2-F829-EAAC-654AC57D0A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77012" y="2498783"/>
                  <a:ext cx="1508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1FEA74C9-D2A2-61D5-B738-CBA65649BAD0}"/>
                    </a:ext>
                  </a:extLst>
                </p14:cNvPr>
                <p14:cNvContentPartPr/>
                <p14:nvPr/>
              </p14:nvContentPartPr>
              <p14:xfrm>
                <a:off x="7604372" y="2650703"/>
                <a:ext cx="147240" cy="1008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1FEA74C9-D2A2-61D5-B738-CBA65649BAD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86732" y="2633063"/>
                  <a:ext cx="182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B9C91366-9284-DD68-CA4E-9555BB78DBEA}"/>
                    </a:ext>
                  </a:extLst>
                </p14:cNvPr>
                <p14:cNvContentPartPr/>
                <p14:nvPr/>
              </p14:nvContentPartPr>
              <p14:xfrm>
                <a:off x="7829732" y="2687063"/>
                <a:ext cx="112320" cy="16308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B9C91366-9284-DD68-CA4E-9555BB78DBE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11732" y="2669063"/>
                  <a:ext cx="147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5181D8ED-5EDE-81CA-F464-FC78A30227D6}"/>
                    </a:ext>
                  </a:extLst>
                </p14:cNvPr>
                <p14:cNvContentPartPr/>
                <p14:nvPr/>
              </p14:nvContentPartPr>
              <p14:xfrm>
                <a:off x="8078132" y="2562503"/>
                <a:ext cx="148320" cy="3567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5181D8ED-5EDE-81CA-F464-FC78A30227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60132" y="2544863"/>
                  <a:ext cx="1839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653DF7C0-B1AB-5B2E-C1E2-2A2F48D78E95}"/>
                    </a:ext>
                  </a:extLst>
                </p14:cNvPr>
                <p14:cNvContentPartPr/>
                <p14:nvPr/>
              </p14:nvContentPartPr>
              <p14:xfrm>
                <a:off x="8078492" y="2650343"/>
                <a:ext cx="124200" cy="64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653DF7C0-B1AB-5B2E-C1E2-2A2F48D78E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60492" y="2632343"/>
                  <a:ext cx="1598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4007D67-1007-08AA-2A37-C4196EE61BA4}"/>
              </a:ext>
            </a:extLst>
          </p:cNvPr>
          <p:cNvGrpSpPr/>
          <p:nvPr/>
        </p:nvGrpSpPr>
        <p:grpSpPr>
          <a:xfrm>
            <a:off x="8564852" y="2592023"/>
            <a:ext cx="643680" cy="389880"/>
            <a:chOff x="8564852" y="2592023"/>
            <a:chExt cx="64368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05B6153B-4521-B6A3-59DA-6AC45BFA4432}"/>
                    </a:ext>
                  </a:extLst>
                </p14:cNvPr>
                <p14:cNvContentPartPr/>
                <p14:nvPr/>
              </p14:nvContentPartPr>
              <p14:xfrm>
                <a:off x="8564852" y="2688503"/>
                <a:ext cx="190440" cy="1922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05B6153B-4521-B6A3-59DA-6AC45BFA443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47212" y="2670503"/>
                  <a:ext cx="226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A042AEEF-50CB-19AE-71C7-1107963C862B}"/>
                    </a:ext>
                  </a:extLst>
                </p14:cNvPr>
                <p14:cNvContentPartPr/>
                <p14:nvPr/>
              </p14:nvContentPartPr>
              <p14:xfrm>
                <a:off x="8661692" y="2843663"/>
                <a:ext cx="142560" cy="1382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A042AEEF-50CB-19AE-71C7-1107963C86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44052" y="2826023"/>
                  <a:ext cx="178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D6D1B547-CA17-89F8-B5A6-570385EF6FC3}"/>
                    </a:ext>
                  </a:extLst>
                </p14:cNvPr>
                <p14:cNvContentPartPr/>
                <p14:nvPr/>
              </p14:nvContentPartPr>
              <p14:xfrm>
                <a:off x="8984612" y="2592023"/>
                <a:ext cx="223920" cy="3542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D6D1B547-CA17-89F8-B5A6-570385EF6F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66972" y="2574383"/>
                  <a:ext cx="25956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70B0F2F-37F6-41D0-B88B-451DF9A3E66D}"/>
              </a:ext>
            </a:extLst>
          </p:cNvPr>
          <p:cNvGrpSpPr/>
          <p:nvPr/>
        </p:nvGrpSpPr>
        <p:grpSpPr>
          <a:xfrm>
            <a:off x="9967772" y="2646383"/>
            <a:ext cx="721080" cy="370800"/>
            <a:chOff x="9967772" y="2646383"/>
            <a:chExt cx="72108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955BD91D-102D-5147-01E8-EC6520CE3074}"/>
                    </a:ext>
                  </a:extLst>
                </p14:cNvPr>
                <p14:cNvContentPartPr/>
                <p14:nvPr/>
              </p14:nvContentPartPr>
              <p14:xfrm>
                <a:off x="9967772" y="2646383"/>
                <a:ext cx="229320" cy="3708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955BD91D-102D-5147-01E8-EC6520CE30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49772" y="2628743"/>
                  <a:ext cx="264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229A12A8-3E47-1089-3793-0BEDE3F81BFA}"/>
                    </a:ext>
                  </a:extLst>
                </p14:cNvPr>
                <p14:cNvContentPartPr/>
                <p14:nvPr/>
              </p14:nvContentPartPr>
              <p14:xfrm>
                <a:off x="10024652" y="2734583"/>
                <a:ext cx="226800" cy="482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229A12A8-3E47-1089-3793-0BEDE3F81B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06652" y="2716583"/>
                  <a:ext cx="262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C92C7E57-020B-D75D-A8EC-F16E2DCCF9A7}"/>
                    </a:ext>
                  </a:extLst>
                </p14:cNvPr>
                <p14:cNvContentPartPr/>
                <p14:nvPr/>
              </p14:nvContentPartPr>
              <p14:xfrm>
                <a:off x="10304372" y="2826743"/>
                <a:ext cx="77760" cy="16164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C92C7E57-020B-D75D-A8EC-F16E2DCCF9A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86372" y="2809103"/>
                  <a:ext cx="113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FB9A9FD2-9609-7D40-320A-0781F169F8EC}"/>
                    </a:ext>
                  </a:extLst>
                </p14:cNvPr>
                <p14:cNvContentPartPr/>
                <p14:nvPr/>
              </p14:nvContentPartPr>
              <p14:xfrm>
                <a:off x="10590212" y="2709743"/>
                <a:ext cx="98640" cy="2998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FB9A9FD2-9609-7D40-320A-0781F169F8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72572" y="2691743"/>
                  <a:ext cx="1342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405846A7-7416-8D38-AB55-682C5DB99EDA}"/>
                    </a:ext>
                  </a:extLst>
                </p14:cNvPr>
                <p14:cNvContentPartPr/>
                <p14:nvPr/>
              </p14:nvContentPartPr>
              <p14:xfrm>
                <a:off x="10523612" y="2814503"/>
                <a:ext cx="122040" cy="1008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405846A7-7416-8D38-AB55-682C5DB99ED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05972" y="2796503"/>
                  <a:ext cx="1576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0802480-5909-3C41-2D4D-36F489352114}"/>
              </a:ext>
            </a:extLst>
          </p:cNvPr>
          <p:cNvGrpSpPr/>
          <p:nvPr/>
        </p:nvGrpSpPr>
        <p:grpSpPr>
          <a:xfrm>
            <a:off x="10971092" y="2536583"/>
            <a:ext cx="606240" cy="619560"/>
            <a:chOff x="10971092" y="2536583"/>
            <a:chExt cx="606240" cy="61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D0504345-3266-37E7-D18C-C787E0AEE927}"/>
                    </a:ext>
                  </a:extLst>
                </p14:cNvPr>
                <p14:cNvContentPartPr/>
                <p14:nvPr/>
              </p14:nvContentPartPr>
              <p14:xfrm>
                <a:off x="10971092" y="2797583"/>
                <a:ext cx="136800" cy="23940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D0504345-3266-37E7-D18C-C787E0AEE9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53092" y="2779583"/>
                  <a:ext cx="172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B7F76413-FB38-AF5B-3937-FEB1990926FC}"/>
                    </a:ext>
                  </a:extLst>
                </p14:cNvPr>
                <p14:cNvContentPartPr/>
                <p14:nvPr/>
              </p14:nvContentPartPr>
              <p14:xfrm>
                <a:off x="11301572" y="2536583"/>
                <a:ext cx="275760" cy="6195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B7F76413-FB38-AF5B-3937-FEB1990926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83932" y="2518583"/>
                  <a:ext cx="311400" cy="65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C8AF693C-034D-B749-D3F8-C36F58E7787D}"/>
                  </a:ext>
                </a:extLst>
              </p14:cNvPr>
              <p14:cNvContentPartPr/>
              <p14:nvPr/>
            </p14:nvContentPartPr>
            <p14:xfrm>
              <a:off x="11357732" y="5736983"/>
              <a:ext cx="320040" cy="46800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C8AF693C-034D-B749-D3F8-C36F58E7787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21732" y="5700983"/>
                <a:ext cx="39168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6F8CED31-ED3E-3F7B-5774-DF4D474B04CB}"/>
                  </a:ext>
                </a:extLst>
              </p14:cNvPr>
              <p14:cNvContentPartPr/>
              <p14:nvPr/>
            </p14:nvContentPartPr>
            <p14:xfrm>
              <a:off x="2361332" y="3867143"/>
              <a:ext cx="9244800" cy="9252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6F8CED31-ED3E-3F7B-5774-DF4D474B04C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43332" y="3849143"/>
                <a:ext cx="9280440" cy="1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组合 93">
            <a:extLst>
              <a:ext uri="{FF2B5EF4-FFF2-40B4-BE49-F238E27FC236}">
                <a16:creationId xmlns:a16="http://schemas.microsoft.com/office/drawing/2014/main" id="{EC1C8990-F7D0-23F3-0803-90C0E5B2E6B5}"/>
              </a:ext>
            </a:extLst>
          </p:cNvPr>
          <p:cNvGrpSpPr/>
          <p:nvPr/>
        </p:nvGrpSpPr>
        <p:grpSpPr>
          <a:xfrm>
            <a:off x="1085132" y="3145343"/>
            <a:ext cx="1065600" cy="664920"/>
            <a:chOff x="1085132" y="3145343"/>
            <a:chExt cx="1065600" cy="6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8C4ED51E-919F-B435-F471-73625BA4A5F3}"/>
                    </a:ext>
                  </a:extLst>
                </p14:cNvPr>
                <p14:cNvContentPartPr/>
                <p14:nvPr/>
              </p14:nvContentPartPr>
              <p14:xfrm>
                <a:off x="1085132" y="3145343"/>
                <a:ext cx="482400" cy="63144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8C4ED51E-919F-B435-F471-73625BA4A5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7132" y="3127703"/>
                  <a:ext cx="51804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7DC9F433-EE0A-DE73-2564-1BA22A2F631C}"/>
                    </a:ext>
                  </a:extLst>
                </p14:cNvPr>
                <p14:cNvContentPartPr/>
                <p14:nvPr/>
              </p14:nvContentPartPr>
              <p14:xfrm>
                <a:off x="1602092" y="3451343"/>
                <a:ext cx="195840" cy="176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7DC9F433-EE0A-DE73-2564-1BA22A2F63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84092" y="3433703"/>
                  <a:ext cx="231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60DF357C-6993-663B-9434-FBF2E3CDCA92}"/>
                    </a:ext>
                  </a:extLst>
                </p14:cNvPr>
                <p14:cNvContentPartPr/>
                <p14:nvPr/>
              </p14:nvContentPartPr>
              <p14:xfrm>
                <a:off x="1664012" y="3608303"/>
                <a:ext cx="170280" cy="2448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60DF357C-6993-663B-9434-FBF2E3CDCA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46372" y="3590303"/>
                  <a:ext cx="205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ADD15C36-1E6E-1AAA-774D-CECA9C9DC759}"/>
                    </a:ext>
                  </a:extLst>
                </p14:cNvPr>
                <p14:cNvContentPartPr/>
                <p14:nvPr/>
              </p14:nvContentPartPr>
              <p14:xfrm>
                <a:off x="1789292" y="3287903"/>
                <a:ext cx="361440" cy="52236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ADD15C36-1E6E-1AAA-774D-CECA9C9DC7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71652" y="3269903"/>
                  <a:ext cx="397080" cy="55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3855D75D-EB4A-EEEB-8120-1EA6A35B6962}"/>
                  </a:ext>
                </a:extLst>
              </p14:cNvPr>
              <p14:cNvContentPartPr/>
              <p14:nvPr/>
            </p14:nvContentPartPr>
            <p14:xfrm>
              <a:off x="2196452" y="1824503"/>
              <a:ext cx="282960" cy="45000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3855D75D-EB4A-EEEB-8120-1EA6A35B696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60452" y="1788503"/>
                <a:ext cx="354600" cy="52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24EBCFE-6A36-8CA0-0BAC-F4810F359D6C}"/>
              </a:ext>
            </a:extLst>
          </p:cNvPr>
          <p:cNvGrpSpPr/>
          <p:nvPr/>
        </p:nvGrpSpPr>
        <p:grpSpPr>
          <a:xfrm>
            <a:off x="3195812" y="2399063"/>
            <a:ext cx="294840" cy="386640"/>
            <a:chOff x="3195812" y="2399063"/>
            <a:chExt cx="29484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604D2C9C-E2DE-2419-5790-7686B42FDC0E}"/>
                    </a:ext>
                  </a:extLst>
                </p14:cNvPr>
                <p14:cNvContentPartPr/>
                <p14:nvPr/>
              </p14:nvContentPartPr>
              <p14:xfrm>
                <a:off x="3195812" y="2399063"/>
                <a:ext cx="294840" cy="38664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604D2C9C-E2DE-2419-5790-7686B42FDC0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60172" y="2363063"/>
                  <a:ext cx="3664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A162B269-8C74-DB52-7395-2E9BD10BCD29}"/>
                    </a:ext>
                  </a:extLst>
                </p14:cNvPr>
                <p14:cNvContentPartPr/>
                <p14:nvPr/>
              </p14:nvContentPartPr>
              <p14:xfrm>
                <a:off x="3229652" y="2498063"/>
                <a:ext cx="201960" cy="19944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A162B269-8C74-DB52-7395-2E9BD10BCD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93652" y="2462063"/>
                  <a:ext cx="27360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F013B4B6-AC23-A543-C078-B6E4CF6992E8}"/>
              </a:ext>
            </a:extLst>
          </p:cNvPr>
          <p:cNvGrpSpPr/>
          <p:nvPr/>
        </p:nvGrpSpPr>
        <p:grpSpPr>
          <a:xfrm>
            <a:off x="3893492" y="2432543"/>
            <a:ext cx="255240" cy="308520"/>
            <a:chOff x="3893492" y="2432543"/>
            <a:chExt cx="25524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559B1F9C-A777-86E8-9EA7-E319226DD498}"/>
                    </a:ext>
                  </a:extLst>
                </p14:cNvPr>
                <p14:cNvContentPartPr/>
                <p14:nvPr/>
              </p14:nvContentPartPr>
              <p14:xfrm>
                <a:off x="3955412" y="2432543"/>
                <a:ext cx="186840" cy="26424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559B1F9C-A777-86E8-9EA7-E319226DD4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19412" y="2396543"/>
                  <a:ext cx="2584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ACB18ABA-5037-3578-E06E-FB24D530E1CC}"/>
                    </a:ext>
                  </a:extLst>
                </p14:cNvPr>
                <p14:cNvContentPartPr/>
                <p14:nvPr/>
              </p14:nvContentPartPr>
              <p14:xfrm>
                <a:off x="3893492" y="2491223"/>
                <a:ext cx="255240" cy="24984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ACB18ABA-5037-3578-E06E-FB24D530E1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57492" y="2455223"/>
                  <a:ext cx="32688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16D6B2CE-AC3A-B0B5-C4EB-C32351CA05EF}"/>
                  </a:ext>
                </a:extLst>
              </p14:cNvPr>
              <p14:cNvContentPartPr/>
              <p14:nvPr/>
            </p14:nvContentPartPr>
            <p14:xfrm>
              <a:off x="6789692" y="1060943"/>
              <a:ext cx="572400" cy="114948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16D6B2CE-AC3A-B0B5-C4EB-C32351CA05E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54052" y="1024943"/>
                <a:ext cx="644040" cy="122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55381EDB-97E5-2569-089C-1DC1F6A2769B}"/>
              </a:ext>
            </a:extLst>
          </p:cNvPr>
          <p:cNvGrpSpPr/>
          <p:nvPr/>
        </p:nvGrpSpPr>
        <p:grpSpPr>
          <a:xfrm>
            <a:off x="4487852" y="5314343"/>
            <a:ext cx="12960" cy="138600"/>
            <a:chOff x="4487852" y="5314343"/>
            <a:chExt cx="1296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DB4C87CE-B84A-96C3-9222-E6CB6F2057FA}"/>
                    </a:ext>
                  </a:extLst>
                </p14:cNvPr>
                <p14:cNvContentPartPr/>
                <p14:nvPr/>
              </p14:nvContentPartPr>
              <p14:xfrm>
                <a:off x="4499732" y="5448263"/>
                <a:ext cx="1080" cy="468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DB4C87CE-B84A-96C3-9222-E6CB6F2057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64092" y="5412623"/>
                  <a:ext cx="72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A3CF501C-14C5-4CB4-D491-1950986141C1}"/>
                    </a:ext>
                  </a:extLst>
                </p14:cNvPr>
                <p14:cNvContentPartPr/>
                <p14:nvPr/>
              </p14:nvContentPartPr>
              <p14:xfrm>
                <a:off x="4487852" y="5314343"/>
                <a:ext cx="360" cy="864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A3CF501C-14C5-4CB4-D491-1950986141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52212" y="5278703"/>
                  <a:ext cx="7200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2C3C1FB6-1152-C1FF-5A8F-A96B21249D98}"/>
                  </a:ext>
                </a:extLst>
              </p14:cNvPr>
              <p14:cNvContentPartPr/>
              <p14:nvPr/>
            </p14:nvContentPartPr>
            <p14:xfrm>
              <a:off x="4487852" y="5145503"/>
              <a:ext cx="360" cy="540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2C3C1FB6-1152-C1FF-5A8F-A96B21249D9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52212" y="5109863"/>
                <a:ext cx="720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01846B28-A56A-8795-2D71-EFC42232EB14}"/>
                  </a:ext>
                </a:extLst>
              </p14:cNvPr>
              <p14:cNvContentPartPr/>
              <p14:nvPr/>
            </p14:nvContentPartPr>
            <p14:xfrm>
              <a:off x="4508732" y="4959743"/>
              <a:ext cx="2160" cy="2736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01846B28-A56A-8795-2D71-EFC42232EB1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473092" y="4924103"/>
                <a:ext cx="7380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E783F15C-BBCF-4A4A-E44D-C2A76EB1D76A}"/>
              </a:ext>
            </a:extLst>
          </p:cNvPr>
          <p:cNvGrpSpPr/>
          <p:nvPr/>
        </p:nvGrpSpPr>
        <p:grpSpPr>
          <a:xfrm>
            <a:off x="4563452" y="4629983"/>
            <a:ext cx="360" cy="122760"/>
            <a:chOff x="4563452" y="4629983"/>
            <a:chExt cx="360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6DAAC4BC-AF22-074C-5CC1-379C80160845}"/>
                    </a:ext>
                  </a:extLst>
                </p14:cNvPr>
                <p14:cNvContentPartPr/>
                <p14:nvPr/>
              </p14:nvContentPartPr>
              <p14:xfrm>
                <a:off x="4563452" y="4739423"/>
                <a:ext cx="360" cy="1332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6DAAC4BC-AF22-074C-5CC1-379C801608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27452" y="4703423"/>
                  <a:ext cx="72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8B45F3C0-74B0-78D5-6079-A4263C96A61E}"/>
                    </a:ext>
                  </a:extLst>
                </p14:cNvPr>
                <p14:cNvContentPartPr/>
                <p14:nvPr/>
              </p14:nvContentPartPr>
              <p14:xfrm>
                <a:off x="4563452" y="4629983"/>
                <a:ext cx="360" cy="2592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8B45F3C0-74B0-78D5-6079-A4263C96A6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27452" y="4594343"/>
                  <a:ext cx="720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FE42E2A-1B40-77A2-3B7F-CF1C37B151B9}"/>
              </a:ext>
            </a:extLst>
          </p:cNvPr>
          <p:cNvGrpSpPr/>
          <p:nvPr/>
        </p:nvGrpSpPr>
        <p:grpSpPr>
          <a:xfrm>
            <a:off x="4559132" y="3958583"/>
            <a:ext cx="12960" cy="513000"/>
            <a:chOff x="4559132" y="3958583"/>
            <a:chExt cx="1296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82F51204-449E-2052-B2A1-AE0EDBD3F5FA}"/>
                    </a:ext>
                  </a:extLst>
                </p14:cNvPr>
                <p14:cNvContentPartPr/>
                <p14:nvPr/>
              </p14:nvContentPartPr>
              <p14:xfrm>
                <a:off x="4559132" y="4462223"/>
                <a:ext cx="360" cy="936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82F51204-449E-2052-B2A1-AE0EDBD3F5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3492" y="4426583"/>
                  <a:ext cx="72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5E25B5AC-8516-0DFF-512C-FE8FD24CFCE4}"/>
                    </a:ext>
                  </a:extLst>
                </p14:cNvPr>
                <p14:cNvContentPartPr/>
                <p14:nvPr/>
              </p14:nvContentPartPr>
              <p14:xfrm>
                <a:off x="4559132" y="4307423"/>
                <a:ext cx="360" cy="1332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5E25B5AC-8516-0DFF-512C-FE8FD24CFC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23492" y="4271423"/>
                  <a:ext cx="72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0D718E8D-7A04-356E-BB13-90AFEF20DB1E}"/>
                    </a:ext>
                  </a:extLst>
                </p14:cNvPr>
                <p14:cNvContentPartPr/>
                <p14:nvPr/>
              </p14:nvContentPartPr>
              <p14:xfrm>
                <a:off x="4571732" y="4223543"/>
                <a:ext cx="360" cy="36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0D718E8D-7A04-356E-BB13-90AFEF20DB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36092" y="418790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2B337273-D969-0748-00AB-1CDBF062A2FA}"/>
                    </a:ext>
                  </a:extLst>
                </p14:cNvPr>
                <p14:cNvContentPartPr/>
                <p14:nvPr/>
              </p14:nvContentPartPr>
              <p14:xfrm>
                <a:off x="4571732" y="4185023"/>
                <a:ext cx="360" cy="540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2B337273-D969-0748-00AB-1CDBF062A2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36092" y="4149383"/>
                  <a:ext cx="72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C037F6C6-A0D7-A7AC-C159-3689F98138D1}"/>
                    </a:ext>
                  </a:extLst>
                </p14:cNvPr>
                <p14:cNvContentPartPr/>
                <p14:nvPr/>
              </p14:nvContentPartPr>
              <p14:xfrm>
                <a:off x="4567772" y="4080263"/>
                <a:ext cx="360" cy="540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C037F6C6-A0D7-A7AC-C159-3689F98138D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31772" y="4044623"/>
                  <a:ext cx="72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71FBFBB9-915B-16A6-EF7E-D9D05303934B}"/>
                    </a:ext>
                  </a:extLst>
                </p14:cNvPr>
                <p14:cNvContentPartPr/>
                <p14:nvPr/>
              </p14:nvContentPartPr>
              <p14:xfrm>
                <a:off x="4559132" y="3958583"/>
                <a:ext cx="360" cy="108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71FBFBB9-915B-16A6-EF7E-D9D0530393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23492" y="3922943"/>
                  <a:ext cx="720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A6245900-FBB4-956D-04B4-51F565A46E01}"/>
              </a:ext>
            </a:extLst>
          </p:cNvPr>
          <p:cNvGrpSpPr/>
          <p:nvPr/>
        </p:nvGrpSpPr>
        <p:grpSpPr>
          <a:xfrm>
            <a:off x="4416932" y="3246143"/>
            <a:ext cx="365040" cy="558360"/>
            <a:chOff x="4416932" y="3246143"/>
            <a:chExt cx="365040" cy="55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9AF289CB-249C-2C62-70D2-211DA123345C}"/>
                    </a:ext>
                  </a:extLst>
                </p14:cNvPr>
                <p14:cNvContentPartPr/>
                <p14:nvPr/>
              </p14:nvContentPartPr>
              <p14:xfrm>
                <a:off x="4550852" y="3804143"/>
                <a:ext cx="360" cy="36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9AF289CB-249C-2C62-70D2-211DA12334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15212" y="3768503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5B671479-274E-C1CB-CCB0-C2E486B03ECD}"/>
                    </a:ext>
                  </a:extLst>
                </p14:cNvPr>
                <p14:cNvContentPartPr/>
                <p14:nvPr/>
              </p14:nvContentPartPr>
              <p14:xfrm>
                <a:off x="4550852" y="3716303"/>
                <a:ext cx="360" cy="864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5B671479-274E-C1CB-CCB0-C2E486B03E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15212" y="3680303"/>
                  <a:ext cx="72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992EC6E4-32B0-BE9D-05A5-F86AE9F3EC26}"/>
                    </a:ext>
                  </a:extLst>
                </p14:cNvPr>
                <p14:cNvContentPartPr/>
                <p14:nvPr/>
              </p14:nvContentPartPr>
              <p14:xfrm>
                <a:off x="4559132" y="3619103"/>
                <a:ext cx="360" cy="108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992EC6E4-32B0-BE9D-05A5-F86AE9F3EC2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23492" y="3583103"/>
                  <a:ext cx="72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9AE5F307-4D92-73D7-A958-127F2FAE5471}"/>
                    </a:ext>
                  </a:extLst>
                </p14:cNvPr>
                <p14:cNvContentPartPr/>
                <p14:nvPr/>
              </p14:nvContentPartPr>
              <p14:xfrm>
                <a:off x="4559132" y="3582023"/>
                <a:ext cx="1800" cy="2556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9AE5F307-4D92-73D7-A958-127F2FAE547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23492" y="3546023"/>
                  <a:ext cx="73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3281F942-280C-C54E-2F0B-FE1E3C78F6DE}"/>
                    </a:ext>
                  </a:extLst>
                </p14:cNvPr>
                <p14:cNvContentPartPr/>
                <p14:nvPr/>
              </p14:nvContentPartPr>
              <p14:xfrm>
                <a:off x="4546532" y="3246143"/>
                <a:ext cx="222480" cy="375840"/>
              </p14:xfrm>
            </p:contentPart>
          </mc:Choice>
          <mc:Fallback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3281F942-280C-C54E-2F0B-FE1E3C78F6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10892" y="3210503"/>
                  <a:ext cx="2941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9" name="墨迹 128">
                  <a:extLst>
                    <a:ext uri="{FF2B5EF4-FFF2-40B4-BE49-F238E27FC236}">
                      <a16:creationId xmlns:a16="http://schemas.microsoft.com/office/drawing/2014/main" id="{B591D768-41A3-08F1-361F-EDEC9C63C0EF}"/>
                    </a:ext>
                  </a:extLst>
                </p14:cNvPr>
                <p14:cNvContentPartPr/>
                <p14:nvPr/>
              </p14:nvContentPartPr>
              <p14:xfrm>
                <a:off x="4416932" y="3326063"/>
                <a:ext cx="365040" cy="219600"/>
              </p14:xfrm>
            </p:contentPart>
          </mc:Choice>
          <mc:Fallback>
            <p:pic>
              <p:nvPicPr>
                <p:cNvPr id="129" name="墨迹 128">
                  <a:extLst>
                    <a:ext uri="{FF2B5EF4-FFF2-40B4-BE49-F238E27FC236}">
                      <a16:creationId xmlns:a16="http://schemas.microsoft.com/office/drawing/2014/main" id="{B591D768-41A3-08F1-361F-EDEC9C63C0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80932" y="3290063"/>
                  <a:ext cx="4366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37D7543E-3F55-D566-4DAC-C1DEA2B741B2}"/>
              </a:ext>
            </a:extLst>
          </p:cNvPr>
          <p:cNvGrpSpPr/>
          <p:nvPr/>
        </p:nvGrpSpPr>
        <p:grpSpPr>
          <a:xfrm>
            <a:off x="5271932" y="3261263"/>
            <a:ext cx="537840" cy="432720"/>
            <a:chOff x="5271932" y="3261263"/>
            <a:chExt cx="53784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4" name="墨迹 133">
                  <a:extLst>
                    <a:ext uri="{FF2B5EF4-FFF2-40B4-BE49-F238E27FC236}">
                      <a16:creationId xmlns:a16="http://schemas.microsoft.com/office/drawing/2014/main" id="{F14DB192-B226-C0DD-2ED1-2D3276F7378B}"/>
                    </a:ext>
                  </a:extLst>
                </p14:cNvPr>
                <p14:cNvContentPartPr/>
                <p14:nvPr/>
              </p14:nvContentPartPr>
              <p14:xfrm>
                <a:off x="5473532" y="3261263"/>
                <a:ext cx="324000" cy="393480"/>
              </p14:xfrm>
            </p:contentPart>
          </mc:Choice>
          <mc:Fallback>
            <p:pic>
              <p:nvPicPr>
                <p:cNvPr id="134" name="墨迹 133">
                  <a:extLst>
                    <a:ext uri="{FF2B5EF4-FFF2-40B4-BE49-F238E27FC236}">
                      <a16:creationId xmlns:a16="http://schemas.microsoft.com/office/drawing/2014/main" id="{F14DB192-B226-C0DD-2ED1-2D3276F7378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37892" y="3225623"/>
                  <a:ext cx="3956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AA9F8C41-CC52-C059-174A-155A094524EE}"/>
                    </a:ext>
                  </a:extLst>
                </p14:cNvPr>
                <p14:cNvContentPartPr/>
                <p14:nvPr/>
              </p14:nvContentPartPr>
              <p14:xfrm>
                <a:off x="5271932" y="3300863"/>
                <a:ext cx="537840" cy="39312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AA9F8C41-CC52-C059-174A-155A094524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35932" y="3265223"/>
                  <a:ext cx="609480" cy="46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4A1E2ED5-DB8E-87EE-73FF-278EA41CF5D9}"/>
              </a:ext>
            </a:extLst>
          </p:cNvPr>
          <p:cNvGrpSpPr/>
          <p:nvPr/>
        </p:nvGrpSpPr>
        <p:grpSpPr>
          <a:xfrm>
            <a:off x="6440132" y="3368183"/>
            <a:ext cx="267120" cy="269640"/>
            <a:chOff x="6440132" y="3368183"/>
            <a:chExt cx="26712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6" name="墨迹 135">
                  <a:extLst>
                    <a:ext uri="{FF2B5EF4-FFF2-40B4-BE49-F238E27FC236}">
                      <a16:creationId xmlns:a16="http://schemas.microsoft.com/office/drawing/2014/main" id="{F248B442-0619-839B-2486-8BC88914D8EC}"/>
                    </a:ext>
                  </a:extLst>
                </p14:cNvPr>
                <p14:cNvContentPartPr/>
                <p14:nvPr/>
              </p14:nvContentPartPr>
              <p14:xfrm>
                <a:off x="6480092" y="3368183"/>
                <a:ext cx="212760" cy="269640"/>
              </p14:xfrm>
            </p:contentPart>
          </mc:Choice>
          <mc:Fallback>
            <p:pic>
              <p:nvPicPr>
                <p:cNvPr id="136" name="墨迹 135">
                  <a:extLst>
                    <a:ext uri="{FF2B5EF4-FFF2-40B4-BE49-F238E27FC236}">
                      <a16:creationId xmlns:a16="http://schemas.microsoft.com/office/drawing/2014/main" id="{F248B442-0619-839B-2486-8BC88914D8E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44452" y="3332183"/>
                  <a:ext cx="284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7" name="墨迹 136">
                  <a:extLst>
                    <a:ext uri="{FF2B5EF4-FFF2-40B4-BE49-F238E27FC236}">
                      <a16:creationId xmlns:a16="http://schemas.microsoft.com/office/drawing/2014/main" id="{069CC9BC-5AA5-FFB3-30B3-A99ACB46A6D6}"/>
                    </a:ext>
                  </a:extLst>
                </p14:cNvPr>
                <p14:cNvContentPartPr/>
                <p14:nvPr/>
              </p14:nvContentPartPr>
              <p14:xfrm>
                <a:off x="6440132" y="3380783"/>
                <a:ext cx="267120" cy="209880"/>
              </p14:xfrm>
            </p:contentPart>
          </mc:Choice>
          <mc:Fallback>
            <p:pic>
              <p:nvPicPr>
                <p:cNvPr id="137" name="墨迹 136">
                  <a:extLst>
                    <a:ext uri="{FF2B5EF4-FFF2-40B4-BE49-F238E27FC236}">
                      <a16:creationId xmlns:a16="http://schemas.microsoft.com/office/drawing/2014/main" id="{069CC9BC-5AA5-FFB3-30B3-A99ACB46A6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04132" y="3344783"/>
                  <a:ext cx="33876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0EF98ECF-DD1A-CA61-C351-B1E0B4F1AC12}"/>
                  </a:ext>
                </a:extLst>
              </p14:cNvPr>
              <p14:cNvContentPartPr/>
              <p14:nvPr/>
            </p14:nvContentPartPr>
            <p14:xfrm>
              <a:off x="7952852" y="998303"/>
              <a:ext cx="475560" cy="114084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0EF98ECF-DD1A-CA61-C351-B1E0B4F1AC1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916852" y="962303"/>
                <a:ext cx="547200" cy="12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F38ABD25-2905-4AAA-5558-36428B9D40B9}"/>
              </a:ext>
            </a:extLst>
          </p:cNvPr>
          <p:cNvGrpSpPr/>
          <p:nvPr/>
        </p:nvGrpSpPr>
        <p:grpSpPr>
          <a:xfrm>
            <a:off x="7721732" y="4567703"/>
            <a:ext cx="235440" cy="339480"/>
            <a:chOff x="7721732" y="4567703"/>
            <a:chExt cx="23544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1" name="墨迹 140">
                  <a:extLst>
                    <a:ext uri="{FF2B5EF4-FFF2-40B4-BE49-F238E27FC236}">
                      <a16:creationId xmlns:a16="http://schemas.microsoft.com/office/drawing/2014/main" id="{7B899D43-B43F-114D-7F18-B5C7143312B6}"/>
                    </a:ext>
                  </a:extLst>
                </p14:cNvPr>
                <p14:cNvContentPartPr/>
                <p14:nvPr/>
              </p14:nvContentPartPr>
              <p14:xfrm>
                <a:off x="7721732" y="4567703"/>
                <a:ext cx="213480" cy="339480"/>
              </p14:xfrm>
            </p:contentPart>
          </mc:Choice>
          <mc:Fallback>
            <p:pic>
              <p:nvPicPr>
                <p:cNvPr id="141" name="墨迹 140">
                  <a:extLst>
                    <a:ext uri="{FF2B5EF4-FFF2-40B4-BE49-F238E27FC236}">
                      <a16:creationId xmlns:a16="http://schemas.microsoft.com/office/drawing/2014/main" id="{7B899D43-B43F-114D-7F18-B5C7143312B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86092" y="4532063"/>
                  <a:ext cx="2851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EE4D46B7-EB01-BD8C-FF61-28D125AF5183}"/>
                    </a:ext>
                  </a:extLst>
                </p14:cNvPr>
                <p14:cNvContentPartPr/>
                <p14:nvPr/>
              </p14:nvContentPartPr>
              <p14:xfrm>
                <a:off x="7733612" y="4596863"/>
                <a:ext cx="223560" cy="248400"/>
              </p14:xfrm>
            </p:contentPart>
          </mc:Choice>
          <mc:Fallback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EE4D46B7-EB01-BD8C-FF61-28D125AF518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697612" y="4561223"/>
                  <a:ext cx="29520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1F0C16EA-FAD8-6D35-6970-57EAF18E0192}"/>
              </a:ext>
            </a:extLst>
          </p:cNvPr>
          <p:cNvGrpSpPr/>
          <p:nvPr/>
        </p:nvGrpSpPr>
        <p:grpSpPr>
          <a:xfrm>
            <a:off x="9096212" y="4588583"/>
            <a:ext cx="329040" cy="441720"/>
            <a:chOff x="9096212" y="4588583"/>
            <a:chExt cx="32904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4" name="墨迹 143">
                  <a:extLst>
                    <a:ext uri="{FF2B5EF4-FFF2-40B4-BE49-F238E27FC236}">
                      <a16:creationId xmlns:a16="http://schemas.microsoft.com/office/drawing/2014/main" id="{01A1D70B-C4A8-8238-72C9-68EBEFD0B840}"/>
                    </a:ext>
                  </a:extLst>
                </p14:cNvPr>
                <p14:cNvContentPartPr/>
                <p14:nvPr/>
              </p14:nvContentPartPr>
              <p14:xfrm>
                <a:off x="9110252" y="4588583"/>
                <a:ext cx="308520" cy="441720"/>
              </p14:xfrm>
            </p:contentPart>
          </mc:Choice>
          <mc:Fallback>
            <p:pic>
              <p:nvPicPr>
                <p:cNvPr id="144" name="墨迹 143">
                  <a:extLst>
                    <a:ext uri="{FF2B5EF4-FFF2-40B4-BE49-F238E27FC236}">
                      <a16:creationId xmlns:a16="http://schemas.microsoft.com/office/drawing/2014/main" id="{01A1D70B-C4A8-8238-72C9-68EBEFD0B84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4612" y="4552943"/>
                  <a:ext cx="3801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5" name="墨迹 144">
                  <a:extLst>
                    <a:ext uri="{FF2B5EF4-FFF2-40B4-BE49-F238E27FC236}">
                      <a16:creationId xmlns:a16="http://schemas.microsoft.com/office/drawing/2014/main" id="{7A6A61AC-C455-C3FA-FDC0-8310937F4B00}"/>
                    </a:ext>
                  </a:extLst>
                </p14:cNvPr>
                <p14:cNvContentPartPr/>
                <p14:nvPr/>
              </p14:nvContentPartPr>
              <p14:xfrm>
                <a:off x="9096212" y="4694423"/>
                <a:ext cx="329040" cy="207360"/>
              </p14:xfrm>
            </p:contentPart>
          </mc:Choice>
          <mc:Fallback>
            <p:pic>
              <p:nvPicPr>
                <p:cNvPr id="145" name="墨迹 144">
                  <a:extLst>
                    <a:ext uri="{FF2B5EF4-FFF2-40B4-BE49-F238E27FC236}">
                      <a16:creationId xmlns:a16="http://schemas.microsoft.com/office/drawing/2014/main" id="{7A6A61AC-C455-C3FA-FDC0-8310937F4B0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60572" y="4658423"/>
                  <a:ext cx="400680" cy="27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957CD3E7-5CCF-71D4-9378-5CD2F4CED031}"/>
                  </a:ext>
                </a:extLst>
              </p14:cNvPr>
              <p14:cNvContentPartPr/>
              <p14:nvPr/>
            </p14:nvContentPartPr>
            <p14:xfrm>
              <a:off x="9483572" y="922343"/>
              <a:ext cx="792000" cy="1834560"/>
            </p14:xfrm>
          </p:contentPart>
        </mc:Choice>
        <mc:Fallback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957CD3E7-5CCF-71D4-9378-5CD2F4CED03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447932" y="886703"/>
                <a:ext cx="863640" cy="19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D7C5944-1F03-1120-58C3-9D27590BD1CC}"/>
              </a:ext>
            </a:extLst>
          </p:cNvPr>
          <p:cNvGrpSpPr/>
          <p:nvPr/>
        </p:nvGrpSpPr>
        <p:grpSpPr>
          <a:xfrm>
            <a:off x="10171892" y="5750663"/>
            <a:ext cx="268560" cy="300960"/>
            <a:chOff x="10171892" y="5750663"/>
            <a:chExt cx="26856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8" name="墨迹 147">
                  <a:extLst>
                    <a:ext uri="{FF2B5EF4-FFF2-40B4-BE49-F238E27FC236}">
                      <a16:creationId xmlns:a16="http://schemas.microsoft.com/office/drawing/2014/main" id="{FEF88381-37B7-5176-01C0-8F6FFA0DA82C}"/>
                    </a:ext>
                  </a:extLst>
                </p14:cNvPr>
                <p14:cNvContentPartPr/>
                <p14:nvPr/>
              </p14:nvContentPartPr>
              <p14:xfrm>
                <a:off x="10247132" y="5750663"/>
                <a:ext cx="148680" cy="228600"/>
              </p14:xfrm>
            </p:contentPart>
          </mc:Choice>
          <mc:Fallback>
            <p:pic>
              <p:nvPicPr>
                <p:cNvPr id="148" name="墨迹 147">
                  <a:extLst>
                    <a:ext uri="{FF2B5EF4-FFF2-40B4-BE49-F238E27FC236}">
                      <a16:creationId xmlns:a16="http://schemas.microsoft.com/office/drawing/2014/main" id="{FEF88381-37B7-5176-01C0-8F6FFA0DA8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11132" y="5714663"/>
                  <a:ext cx="220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9" name="墨迹 148">
                  <a:extLst>
                    <a:ext uri="{FF2B5EF4-FFF2-40B4-BE49-F238E27FC236}">
                      <a16:creationId xmlns:a16="http://schemas.microsoft.com/office/drawing/2014/main" id="{47881E91-A7C2-CC29-8B3B-2C9489A38ADE}"/>
                    </a:ext>
                  </a:extLst>
                </p14:cNvPr>
                <p14:cNvContentPartPr/>
                <p14:nvPr/>
              </p14:nvContentPartPr>
              <p14:xfrm>
                <a:off x="10171892" y="5767223"/>
                <a:ext cx="268560" cy="284400"/>
              </p14:xfrm>
            </p:contentPart>
          </mc:Choice>
          <mc:Fallback>
            <p:pic>
              <p:nvPicPr>
                <p:cNvPr id="149" name="墨迹 148">
                  <a:extLst>
                    <a:ext uri="{FF2B5EF4-FFF2-40B4-BE49-F238E27FC236}">
                      <a16:creationId xmlns:a16="http://schemas.microsoft.com/office/drawing/2014/main" id="{47881E91-A7C2-CC29-8B3B-2C9489A38A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35892" y="5731223"/>
                  <a:ext cx="340200" cy="35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AC4885DF-33F1-4637-A479-947D34EACF79}"/>
                  </a:ext>
                </a:extLst>
              </p14:cNvPr>
              <p14:cNvContentPartPr/>
              <p14:nvPr/>
            </p14:nvContentPartPr>
            <p14:xfrm>
              <a:off x="2339372" y="1975343"/>
              <a:ext cx="844200" cy="248220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AC4885DF-33F1-4637-A479-947D34EACF7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303732" y="1939703"/>
                <a:ext cx="915840" cy="25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91DBF330-5842-90A4-CAB2-B1545E99B345}"/>
                  </a:ext>
                </a:extLst>
              </p14:cNvPr>
              <p14:cNvContentPartPr/>
              <p14:nvPr/>
            </p14:nvContentPartPr>
            <p14:xfrm>
              <a:off x="6527252" y="2415983"/>
              <a:ext cx="567000" cy="196884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91DBF330-5842-90A4-CAB2-B1545E99B34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491252" y="2379983"/>
                <a:ext cx="638640" cy="20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60B42C56-5ECD-68E1-D62A-3D9F898044AB}"/>
              </a:ext>
            </a:extLst>
          </p:cNvPr>
          <p:cNvGrpSpPr/>
          <p:nvPr/>
        </p:nvGrpSpPr>
        <p:grpSpPr>
          <a:xfrm>
            <a:off x="10012052" y="389903"/>
            <a:ext cx="1579680" cy="1896120"/>
            <a:chOff x="10012052" y="389903"/>
            <a:chExt cx="1579680" cy="18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F6870EFC-9522-0D83-3B86-8A1EEC354BAE}"/>
                    </a:ext>
                  </a:extLst>
                </p14:cNvPr>
                <p14:cNvContentPartPr/>
                <p14:nvPr/>
              </p14:nvContentPartPr>
              <p14:xfrm>
                <a:off x="10012052" y="391343"/>
                <a:ext cx="1154520" cy="1894680"/>
              </p14:xfrm>
            </p:contentPart>
          </mc:Choice>
          <mc:Fallback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F6870EFC-9522-0D83-3B86-8A1EEC354B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76052" y="355703"/>
                  <a:ext cx="1226160" cy="19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7" name="墨迹 156">
                  <a:extLst>
                    <a:ext uri="{FF2B5EF4-FFF2-40B4-BE49-F238E27FC236}">
                      <a16:creationId xmlns:a16="http://schemas.microsoft.com/office/drawing/2014/main" id="{87C93653-D917-114D-F538-078B12F79967}"/>
                    </a:ext>
                  </a:extLst>
                </p14:cNvPr>
                <p14:cNvContentPartPr/>
                <p14:nvPr/>
              </p14:nvContentPartPr>
              <p14:xfrm>
                <a:off x="11152892" y="389903"/>
                <a:ext cx="438840" cy="474480"/>
              </p14:xfrm>
            </p:contentPart>
          </mc:Choice>
          <mc:Fallback>
            <p:pic>
              <p:nvPicPr>
                <p:cNvPr id="157" name="墨迹 156">
                  <a:extLst>
                    <a:ext uri="{FF2B5EF4-FFF2-40B4-BE49-F238E27FC236}">
                      <a16:creationId xmlns:a16="http://schemas.microsoft.com/office/drawing/2014/main" id="{87C93653-D917-114D-F538-078B12F799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17252" y="353903"/>
                  <a:ext cx="510480" cy="54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F75C3044-78DF-2B6C-7146-4E8760864269}"/>
              </a:ext>
            </a:extLst>
          </p:cNvPr>
          <p:cNvGrpSpPr/>
          <p:nvPr/>
        </p:nvGrpSpPr>
        <p:grpSpPr>
          <a:xfrm>
            <a:off x="9026732" y="255623"/>
            <a:ext cx="430200" cy="600480"/>
            <a:chOff x="9026732" y="255623"/>
            <a:chExt cx="430200" cy="60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9" name="墨迹 158">
                  <a:extLst>
                    <a:ext uri="{FF2B5EF4-FFF2-40B4-BE49-F238E27FC236}">
                      <a16:creationId xmlns:a16="http://schemas.microsoft.com/office/drawing/2014/main" id="{C5DD3BC1-5E70-AB16-45AC-276B0423E004}"/>
                    </a:ext>
                  </a:extLst>
                </p14:cNvPr>
                <p14:cNvContentPartPr/>
                <p14:nvPr/>
              </p14:nvContentPartPr>
              <p14:xfrm>
                <a:off x="9026732" y="255623"/>
                <a:ext cx="402840" cy="13320"/>
              </p14:xfrm>
            </p:contentPart>
          </mc:Choice>
          <mc:Fallback>
            <p:pic>
              <p:nvPicPr>
                <p:cNvPr id="159" name="墨迹 158">
                  <a:extLst>
                    <a:ext uri="{FF2B5EF4-FFF2-40B4-BE49-F238E27FC236}">
                      <a16:creationId xmlns:a16="http://schemas.microsoft.com/office/drawing/2014/main" id="{C5DD3BC1-5E70-AB16-45AC-276B0423E0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91092" y="219983"/>
                  <a:ext cx="4744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7C343824-C8D2-5F31-FBDD-97CF16EFB8F8}"/>
                    </a:ext>
                  </a:extLst>
                </p14:cNvPr>
                <p14:cNvContentPartPr/>
                <p14:nvPr/>
              </p14:nvContentPartPr>
              <p14:xfrm>
                <a:off x="9260732" y="280823"/>
                <a:ext cx="196200" cy="575280"/>
              </p14:xfrm>
            </p:contentPart>
          </mc:Choice>
          <mc:Fallback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7C343824-C8D2-5F31-FBDD-97CF16EFB8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25092" y="245183"/>
                  <a:ext cx="267840" cy="64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F2FEA7E3-5D90-31B5-2EA1-4E19539C2DDD}"/>
              </a:ext>
            </a:extLst>
          </p:cNvPr>
          <p:cNvGrpSpPr/>
          <p:nvPr/>
        </p:nvGrpSpPr>
        <p:grpSpPr>
          <a:xfrm>
            <a:off x="9860852" y="217103"/>
            <a:ext cx="843480" cy="940320"/>
            <a:chOff x="9860852" y="217103"/>
            <a:chExt cx="843480" cy="9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1DBC7704-E140-CF5C-6939-9F69449BB411}"/>
                    </a:ext>
                  </a:extLst>
                </p14:cNvPr>
                <p14:cNvContentPartPr/>
                <p14:nvPr/>
              </p14:nvContentPartPr>
              <p14:xfrm>
                <a:off x="9860852" y="465503"/>
                <a:ext cx="250920" cy="350280"/>
              </p14:xfrm>
            </p:contentPart>
          </mc:Choice>
          <mc:Fallback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1DBC7704-E140-CF5C-6939-9F69449BB4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25212" y="429503"/>
                  <a:ext cx="3225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5F48B922-C43C-25F1-FE0B-ECB0BC82F453}"/>
                    </a:ext>
                  </a:extLst>
                </p14:cNvPr>
                <p14:cNvContentPartPr/>
                <p14:nvPr/>
              </p14:nvContentPartPr>
              <p14:xfrm>
                <a:off x="10445132" y="217103"/>
                <a:ext cx="259200" cy="940320"/>
              </p14:xfrm>
            </p:contentPart>
          </mc:Choice>
          <mc:Fallback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5F48B922-C43C-25F1-FE0B-ECB0BC82F45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09132" y="181103"/>
                  <a:ext cx="330840" cy="10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DAB6F60E-73FE-081B-7F8D-067DA22EAAA2}"/>
              </a:ext>
            </a:extLst>
          </p:cNvPr>
          <p:cNvGrpSpPr/>
          <p:nvPr/>
        </p:nvGrpSpPr>
        <p:grpSpPr>
          <a:xfrm>
            <a:off x="1849412" y="5565983"/>
            <a:ext cx="8942040" cy="1292760"/>
            <a:chOff x="1849412" y="5565983"/>
            <a:chExt cx="8942040" cy="12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41A177F1-283B-B314-DDE0-162D3D183B27}"/>
                    </a:ext>
                  </a:extLst>
                </p14:cNvPr>
                <p14:cNvContentPartPr/>
                <p14:nvPr/>
              </p14:nvContentPartPr>
              <p14:xfrm>
                <a:off x="1849412" y="5730503"/>
                <a:ext cx="8854560" cy="22752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41A177F1-283B-B314-DDE0-162D3D183B2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13772" y="5694863"/>
                  <a:ext cx="8926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F797B882-CBFB-74C4-5750-15EC9B5853B8}"/>
                    </a:ext>
                  </a:extLst>
                </p14:cNvPr>
                <p14:cNvContentPartPr/>
                <p14:nvPr/>
              </p14:nvContentPartPr>
              <p14:xfrm>
                <a:off x="10485092" y="5846783"/>
                <a:ext cx="303120" cy="28116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F797B882-CBFB-74C4-5750-15EC9B5853B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49092" y="5811143"/>
                  <a:ext cx="3747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71C0A67A-C36C-7366-FD31-8929383CEB27}"/>
                    </a:ext>
                  </a:extLst>
                </p14:cNvPr>
                <p14:cNvContentPartPr/>
                <p14:nvPr/>
              </p14:nvContentPartPr>
              <p14:xfrm>
                <a:off x="2352332" y="5565983"/>
                <a:ext cx="9360" cy="18504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71C0A67A-C36C-7366-FD31-8929383CEB2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316332" y="5530343"/>
                  <a:ext cx="81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B930E353-1453-3A0E-940C-24F77562EDBA}"/>
                    </a:ext>
                  </a:extLst>
                </p14:cNvPr>
                <p14:cNvContentPartPr/>
                <p14:nvPr/>
              </p14:nvContentPartPr>
              <p14:xfrm>
                <a:off x="2179892" y="6005903"/>
                <a:ext cx="187200" cy="23364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B930E353-1453-3A0E-940C-24F77562EDB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44252" y="5970263"/>
                  <a:ext cx="2588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6FDFAF3A-A69D-79BF-2A4D-6B2A377F8C62}"/>
                    </a:ext>
                  </a:extLst>
                </p14:cNvPr>
                <p14:cNvContentPartPr/>
                <p14:nvPr/>
              </p14:nvContentPartPr>
              <p14:xfrm>
                <a:off x="9185492" y="5809343"/>
                <a:ext cx="13320" cy="18720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6FDFAF3A-A69D-79BF-2A4D-6B2A377F8C6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49492" y="5773343"/>
                  <a:ext cx="84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106BD791-83DB-D229-AA6A-95DF470F1361}"/>
                    </a:ext>
                  </a:extLst>
                </p14:cNvPr>
                <p14:cNvContentPartPr/>
                <p14:nvPr/>
              </p14:nvContentPartPr>
              <p14:xfrm>
                <a:off x="3070172" y="5565983"/>
                <a:ext cx="4680" cy="15084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106BD791-83DB-D229-AA6A-95DF470F136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34172" y="5530343"/>
                  <a:ext cx="76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B58171BF-F462-BB9C-650F-32F75AE970CE}"/>
                    </a:ext>
                  </a:extLst>
                </p14:cNvPr>
                <p14:cNvContentPartPr/>
                <p14:nvPr/>
              </p14:nvContentPartPr>
              <p14:xfrm>
                <a:off x="3065852" y="5989343"/>
                <a:ext cx="17280" cy="1868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B58171BF-F462-BB9C-650F-32F75AE970C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29852" y="5953703"/>
                  <a:ext cx="88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EE60B401-FEC8-2083-4F07-D8F251489D87}"/>
                    </a:ext>
                  </a:extLst>
                </p14:cNvPr>
                <p14:cNvContentPartPr/>
                <p14:nvPr/>
              </p14:nvContentPartPr>
              <p14:xfrm>
                <a:off x="3766412" y="5628623"/>
                <a:ext cx="360" cy="12096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EE60B401-FEC8-2083-4F07-D8F251489D8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30772" y="5592983"/>
                  <a:ext cx="72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B07C713C-DFDD-C405-805C-72E94DE9661D}"/>
                    </a:ext>
                  </a:extLst>
                </p14:cNvPr>
                <p14:cNvContentPartPr/>
                <p14:nvPr/>
              </p14:nvContentPartPr>
              <p14:xfrm>
                <a:off x="3646532" y="5955863"/>
                <a:ext cx="373680" cy="30960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B07C713C-DFDD-C405-805C-72E94DE9661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10892" y="5920223"/>
                  <a:ext cx="4453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60F3A85E-1083-936D-B1F6-57797B2CC0F4}"/>
                    </a:ext>
                  </a:extLst>
                </p14:cNvPr>
                <p14:cNvContentPartPr/>
                <p14:nvPr/>
              </p14:nvContentPartPr>
              <p14:xfrm>
                <a:off x="4490372" y="5653823"/>
                <a:ext cx="6120" cy="1918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60F3A85E-1083-936D-B1F6-57797B2CC0F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54732" y="5618183"/>
                  <a:ext cx="77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34203E9B-9E6B-E460-F1A5-511D10493362}"/>
                    </a:ext>
                  </a:extLst>
                </p14:cNvPr>
                <p14:cNvContentPartPr/>
                <p14:nvPr/>
              </p14:nvContentPartPr>
              <p14:xfrm>
                <a:off x="4440692" y="5914103"/>
                <a:ext cx="197280" cy="4172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34203E9B-9E6B-E460-F1A5-511D104933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05052" y="5878463"/>
                  <a:ext cx="2689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279302C5-A971-B44A-E34B-0FE41DB4BD80}"/>
                    </a:ext>
                  </a:extLst>
                </p14:cNvPr>
                <p14:cNvContentPartPr/>
                <p14:nvPr/>
              </p14:nvContentPartPr>
              <p14:xfrm>
                <a:off x="5385692" y="5616023"/>
                <a:ext cx="17280" cy="17424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279302C5-A971-B44A-E34B-0FE41DB4BD8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49692" y="5580383"/>
                  <a:ext cx="88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B182CD4A-3666-E2C9-60DE-5438E0FA3A96}"/>
                    </a:ext>
                  </a:extLst>
                </p14:cNvPr>
                <p14:cNvContentPartPr/>
                <p14:nvPr/>
              </p14:nvContentPartPr>
              <p14:xfrm>
                <a:off x="5230532" y="5960183"/>
                <a:ext cx="483120" cy="31608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B182CD4A-3666-E2C9-60DE-5438E0FA3A9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94532" y="5924543"/>
                  <a:ext cx="5547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F1C20BDB-4AD0-3CDF-9025-F963D73E91E8}"/>
                    </a:ext>
                  </a:extLst>
                </p14:cNvPr>
                <p14:cNvContentPartPr/>
                <p14:nvPr/>
              </p14:nvContentPartPr>
              <p14:xfrm>
                <a:off x="5635172" y="5997983"/>
                <a:ext cx="82080" cy="42372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F1C20BDB-4AD0-3CDF-9025-F963D73E91E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99172" y="5961983"/>
                  <a:ext cx="1537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363B118B-E3A4-367E-72DE-AA302E960EC5}"/>
                    </a:ext>
                  </a:extLst>
                </p14:cNvPr>
                <p14:cNvContentPartPr/>
                <p14:nvPr/>
              </p14:nvContentPartPr>
              <p14:xfrm>
                <a:off x="6576572" y="5645543"/>
                <a:ext cx="4680" cy="1483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363B118B-E3A4-367E-72DE-AA302E960EC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40932" y="5609903"/>
                  <a:ext cx="76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95EB5647-5F74-507B-7A0F-1CEDA94FE4BF}"/>
                    </a:ext>
                  </a:extLst>
                </p14:cNvPr>
                <p14:cNvContentPartPr/>
                <p14:nvPr/>
              </p14:nvContentPartPr>
              <p14:xfrm>
                <a:off x="6392612" y="6035063"/>
                <a:ext cx="352440" cy="4305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95EB5647-5F74-507B-7A0F-1CEDA94FE4B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56612" y="5999063"/>
                  <a:ext cx="42408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66D1E642-9DA4-3FDF-1E9A-F9508B77919A}"/>
                    </a:ext>
                  </a:extLst>
                </p14:cNvPr>
                <p14:cNvContentPartPr/>
                <p14:nvPr/>
              </p14:nvContentPartPr>
              <p14:xfrm>
                <a:off x="7835132" y="5687663"/>
                <a:ext cx="9000" cy="14580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66D1E642-9DA4-3FDF-1E9A-F9508B77919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99492" y="5651663"/>
                  <a:ext cx="80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D6EC52F4-316E-34A4-34F1-6C054E817243}"/>
                    </a:ext>
                  </a:extLst>
                </p14:cNvPr>
                <p14:cNvContentPartPr/>
                <p14:nvPr/>
              </p14:nvContentPartPr>
              <p14:xfrm>
                <a:off x="7337972" y="5964143"/>
                <a:ext cx="484920" cy="53352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D6EC52F4-316E-34A4-34F1-6C054E81724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02332" y="5928503"/>
                  <a:ext cx="5565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233B81AD-09B6-CE39-D2F2-905932A0696D}"/>
                    </a:ext>
                  </a:extLst>
                </p14:cNvPr>
                <p14:cNvContentPartPr/>
                <p14:nvPr/>
              </p14:nvContentPartPr>
              <p14:xfrm>
                <a:off x="9072452" y="6098783"/>
                <a:ext cx="178560" cy="34848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233B81AD-09B6-CE39-D2F2-905932A0696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36812" y="6062783"/>
                  <a:ext cx="2502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7732D613-2672-7820-4BB8-3E97B5658083}"/>
                    </a:ext>
                  </a:extLst>
                </p14:cNvPr>
                <p14:cNvContentPartPr/>
                <p14:nvPr/>
              </p14:nvContentPartPr>
              <p14:xfrm>
                <a:off x="10292852" y="5758943"/>
                <a:ext cx="17640" cy="16560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7732D613-2672-7820-4BB8-3E97B565808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256852" y="5722943"/>
                  <a:ext cx="89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0C543B70-D642-435A-973E-22D53F348EC4}"/>
                    </a:ext>
                  </a:extLst>
                </p14:cNvPr>
                <p14:cNvContentPartPr/>
                <p14:nvPr/>
              </p14:nvContentPartPr>
              <p14:xfrm>
                <a:off x="9938612" y="6068543"/>
                <a:ext cx="342360" cy="52308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0C543B70-D642-435A-973E-22D53F348EC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02612" y="6032543"/>
                  <a:ext cx="4140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5" name="墨迹 164">
                  <a:extLst>
                    <a:ext uri="{FF2B5EF4-FFF2-40B4-BE49-F238E27FC236}">
                      <a16:creationId xmlns:a16="http://schemas.microsoft.com/office/drawing/2014/main" id="{509CA4B4-4D80-83BA-10EB-C3E462347977}"/>
                    </a:ext>
                  </a:extLst>
                </p14:cNvPr>
                <p14:cNvContentPartPr/>
                <p14:nvPr/>
              </p14:nvContentPartPr>
              <p14:xfrm>
                <a:off x="8216732" y="6547343"/>
                <a:ext cx="2372400" cy="186120"/>
              </p14:xfrm>
            </p:contentPart>
          </mc:Choice>
          <mc:Fallback>
            <p:pic>
              <p:nvPicPr>
                <p:cNvPr id="165" name="墨迹 164">
                  <a:extLst>
                    <a:ext uri="{FF2B5EF4-FFF2-40B4-BE49-F238E27FC236}">
                      <a16:creationId xmlns:a16="http://schemas.microsoft.com/office/drawing/2014/main" id="{509CA4B4-4D80-83BA-10EB-C3E46234797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81092" y="6511703"/>
                  <a:ext cx="2444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6" name="墨迹 165">
                  <a:extLst>
                    <a:ext uri="{FF2B5EF4-FFF2-40B4-BE49-F238E27FC236}">
                      <a16:creationId xmlns:a16="http://schemas.microsoft.com/office/drawing/2014/main" id="{4C394EA1-9025-FD79-8FA9-A4F21E8500CA}"/>
                    </a:ext>
                  </a:extLst>
                </p14:cNvPr>
                <p14:cNvContentPartPr/>
                <p14:nvPr/>
              </p14:nvContentPartPr>
              <p14:xfrm>
                <a:off x="10565732" y="6614303"/>
                <a:ext cx="225720" cy="244440"/>
              </p14:xfrm>
            </p:contentPart>
          </mc:Choice>
          <mc:Fallback>
            <p:pic>
              <p:nvPicPr>
                <p:cNvPr id="166" name="墨迹 165">
                  <a:extLst>
                    <a:ext uri="{FF2B5EF4-FFF2-40B4-BE49-F238E27FC236}">
                      <a16:creationId xmlns:a16="http://schemas.microsoft.com/office/drawing/2014/main" id="{4C394EA1-9025-FD79-8FA9-A4F21E8500C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530092" y="6578663"/>
                  <a:ext cx="297360" cy="316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" y="1367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50856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7454"/>
            <a:ext cx="12192000" cy="4763092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406D4DA1-5DB8-ED47-B170-7BDC47BB16DE}"/>
                  </a:ext>
                </a:extLst>
              </p14:cNvPr>
              <p14:cNvContentPartPr/>
              <p14:nvPr/>
            </p14:nvContentPartPr>
            <p14:xfrm>
              <a:off x="893252" y="2193503"/>
              <a:ext cx="1389960" cy="5472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406D4DA1-5DB8-ED47-B170-7BDC47BB16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5252" y="2175863"/>
                <a:ext cx="14256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205C0362-3324-0F0E-028B-6A7AB705DF30}"/>
                  </a:ext>
                </a:extLst>
              </p14:cNvPr>
              <p14:cNvContentPartPr/>
              <p14:nvPr/>
            </p14:nvContentPartPr>
            <p14:xfrm>
              <a:off x="2290772" y="1215023"/>
              <a:ext cx="260640" cy="33804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205C0362-3324-0F0E-028B-6A7AB705DF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2772" y="1197383"/>
                <a:ext cx="29628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138E4E77-4F79-F462-32C8-E6531CEBF305}"/>
                  </a:ext>
                </a:extLst>
              </p14:cNvPr>
              <p14:cNvContentPartPr/>
              <p14:nvPr/>
            </p14:nvContentPartPr>
            <p14:xfrm>
              <a:off x="4412252" y="2226983"/>
              <a:ext cx="956160" cy="2988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138E4E77-4F79-F462-32C8-E6531CEBF3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94612" y="2209343"/>
                <a:ext cx="9918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EE4D0A6B-F9B5-3C2B-B5F1-CF689628A63E}"/>
                  </a:ext>
                </a:extLst>
              </p14:cNvPr>
              <p14:cNvContentPartPr/>
              <p14:nvPr/>
            </p14:nvContentPartPr>
            <p14:xfrm>
              <a:off x="8191532" y="1240583"/>
              <a:ext cx="679680" cy="66132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EE4D0A6B-F9B5-3C2B-B5F1-CF689628A6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73892" y="1222583"/>
                <a:ext cx="715320" cy="6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FC192950-9702-5492-FFE5-B33557759BBA}"/>
                  </a:ext>
                </a:extLst>
              </p14:cNvPr>
              <p14:cNvContentPartPr/>
              <p14:nvPr/>
            </p14:nvContentPartPr>
            <p14:xfrm>
              <a:off x="9069212" y="1472063"/>
              <a:ext cx="353520" cy="43416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FC192950-9702-5492-FFE5-B33557759B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51572" y="1454423"/>
                <a:ext cx="38916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5BCA9CF8-F55F-6791-8559-057D4C0613AF}"/>
                  </a:ext>
                </a:extLst>
              </p14:cNvPr>
              <p14:cNvContentPartPr/>
              <p14:nvPr/>
            </p14:nvContentPartPr>
            <p14:xfrm>
              <a:off x="9792452" y="1178303"/>
              <a:ext cx="182880" cy="56304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5BCA9CF8-F55F-6791-8559-057D4C0613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74812" y="1160663"/>
                <a:ext cx="21852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960E90B8-EF38-A95F-3DF4-1F18B68B561D}"/>
                  </a:ext>
                </a:extLst>
              </p14:cNvPr>
              <p14:cNvContentPartPr/>
              <p14:nvPr/>
            </p14:nvContentPartPr>
            <p14:xfrm>
              <a:off x="9730172" y="1451183"/>
              <a:ext cx="278280" cy="1764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960E90B8-EF38-A95F-3DF4-1F18B68B56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2532" y="1433543"/>
                <a:ext cx="3139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BD8CFF6C-1FE4-59CA-A5FE-5EB29685A8B4}"/>
                  </a:ext>
                </a:extLst>
              </p14:cNvPr>
              <p14:cNvContentPartPr/>
              <p14:nvPr/>
            </p14:nvContentPartPr>
            <p14:xfrm>
              <a:off x="10128332" y="1476383"/>
              <a:ext cx="139320" cy="25308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BD8CFF6C-1FE4-59CA-A5FE-5EB29685A8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10332" y="1458383"/>
                <a:ext cx="1749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CD43BEE7-477A-DCB3-6D9A-E6DE65D5EF84}"/>
                  </a:ext>
                </a:extLst>
              </p14:cNvPr>
              <p14:cNvContentPartPr/>
              <p14:nvPr/>
            </p14:nvContentPartPr>
            <p14:xfrm>
              <a:off x="10354772" y="1321223"/>
              <a:ext cx="165960" cy="37152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CD43BEE7-477A-DCB3-6D9A-E6DE65D5EF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37132" y="1303223"/>
                <a:ext cx="2016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2DEAD60D-28E4-576C-361B-09BDB025D690}"/>
                  </a:ext>
                </a:extLst>
              </p14:cNvPr>
              <p14:cNvContentPartPr/>
              <p14:nvPr/>
            </p14:nvContentPartPr>
            <p14:xfrm>
              <a:off x="10280612" y="1451903"/>
              <a:ext cx="138240" cy="1872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2DEAD60D-28E4-576C-361B-09BDB025D69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62612" y="1434263"/>
                <a:ext cx="1738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49A687A3-37A0-CBA4-0F1E-97D6E5ADED2F}"/>
                  </a:ext>
                </a:extLst>
              </p14:cNvPr>
              <p14:cNvContentPartPr/>
              <p14:nvPr/>
            </p14:nvContentPartPr>
            <p14:xfrm>
              <a:off x="9856892" y="2533703"/>
              <a:ext cx="1683000" cy="57096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49A687A3-37A0-CBA4-0F1E-97D6E5ADED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39252" y="2515703"/>
                <a:ext cx="1718640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E0EB4DCA-D5AB-264B-A4CE-7CB70535CC1E}"/>
                  </a:ext>
                </a:extLst>
              </p14:cNvPr>
              <p14:cNvContentPartPr/>
              <p14:nvPr/>
            </p14:nvContentPartPr>
            <p14:xfrm>
              <a:off x="11065052" y="1681223"/>
              <a:ext cx="1249920" cy="134712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E0EB4DCA-D5AB-264B-A4CE-7CB70535CC1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47052" y="1663583"/>
                <a:ext cx="1285560" cy="13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350E8E56-54E5-EC33-770F-7E777946AE58}"/>
                  </a:ext>
                </a:extLst>
              </p14:cNvPr>
              <p14:cNvContentPartPr/>
              <p14:nvPr/>
            </p14:nvContentPartPr>
            <p14:xfrm>
              <a:off x="788492" y="3514703"/>
              <a:ext cx="2768760" cy="5076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350E8E56-54E5-EC33-770F-7E777946AE5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0852" y="3497063"/>
                <a:ext cx="280440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58BF599F-9DAB-CA5D-39D2-7FB1CFCFEF7C}"/>
              </a:ext>
            </a:extLst>
          </p:cNvPr>
          <p:cNvGrpSpPr/>
          <p:nvPr/>
        </p:nvGrpSpPr>
        <p:grpSpPr>
          <a:xfrm>
            <a:off x="138332" y="2336783"/>
            <a:ext cx="7797960" cy="2615040"/>
            <a:chOff x="138332" y="2336783"/>
            <a:chExt cx="7797960" cy="261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7C901A85-0A88-40DC-8732-5DF836F2633F}"/>
                    </a:ext>
                  </a:extLst>
                </p14:cNvPr>
                <p14:cNvContentPartPr/>
                <p14:nvPr/>
              </p14:nvContentPartPr>
              <p14:xfrm>
                <a:off x="2537372" y="2939423"/>
                <a:ext cx="567000" cy="2196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7C901A85-0A88-40DC-8732-5DF836F2633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19732" y="2921783"/>
                  <a:ext cx="602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B2AD7FDE-A935-0C6A-0ABC-B370949CAA95}"/>
                    </a:ext>
                  </a:extLst>
                </p14:cNvPr>
                <p14:cNvContentPartPr/>
                <p14:nvPr/>
              </p14:nvContentPartPr>
              <p14:xfrm>
                <a:off x="2893412" y="2973623"/>
                <a:ext cx="1080" cy="36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B2AD7FDE-A935-0C6A-0ABC-B370949CAA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75412" y="2955983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C08009AA-CB3A-F121-D631-F91C911A4D67}"/>
                    </a:ext>
                  </a:extLst>
                </p14:cNvPr>
                <p14:cNvContentPartPr/>
                <p14:nvPr/>
              </p14:nvContentPartPr>
              <p14:xfrm>
                <a:off x="3005372" y="2349023"/>
                <a:ext cx="763560" cy="63792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C08009AA-CB3A-F121-D631-F91C911A4D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87372" y="2331023"/>
                  <a:ext cx="79920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74B1C00D-2A51-2D3D-29C8-8D431A99CEF0}"/>
                    </a:ext>
                  </a:extLst>
                </p14:cNvPr>
                <p14:cNvContentPartPr/>
                <p14:nvPr/>
              </p14:nvContentPartPr>
              <p14:xfrm>
                <a:off x="4974212" y="2977223"/>
                <a:ext cx="2732040" cy="2268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74B1C00D-2A51-2D3D-29C8-8D431A99CE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56212" y="2959223"/>
                  <a:ext cx="2767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2DDBA49E-A38B-08B5-0006-6810FAE81E5A}"/>
                    </a:ext>
                  </a:extLst>
                </p14:cNvPr>
                <p14:cNvContentPartPr/>
                <p14:nvPr/>
              </p14:nvContentPartPr>
              <p14:xfrm>
                <a:off x="6550652" y="2336783"/>
                <a:ext cx="1385640" cy="69660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2DDBA49E-A38B-08B5-0006-6810FAE81E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33012" y="2318783"/>
                  <a:ext cx="142128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A37E65D1-6B28-357A-E45D-A459593AE426}"/>
                    </a:ext>
                  </a:extLst>
                </p14:cNvPr>
                <p14:cNvContentPartPr/>
                <p14:nvPr/>
              </p14:nvContentPartPr>
              <p14:xfrm>
                <a:off x="1207892" y="4278263"/>
                <a:ext cx="1683000" cy="2664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A37E65D1-6B28-357A-E45D-A459593AE4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89892" y="4260623"/>
                  <a:ext cx="1718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FA70E83F-D1E7-5FED-BC99-30DABA5CD64D}"/>
                    </a:ext>
                  </a:extLst>
                </p14:cNvPr>
                <p14:cNvContentPartPr/>
                <p14:nvPr/>
              </p14:nvContentPartPr>
              <p14:xfrm>
                <a:off x="3032372" y="4273943"/>
                <a:ext cx="1239120" cy="3060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FA70E83F-D1E7-5FED-BC99-30DABA5CD6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14732" y="4256303"/>
                  <a:ext cx="1274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5849FAEF-0333-7366-404F-16BE2C3FB580}"/>
                    </a:ext>
                  </a:extLst>
                </p14:cNvPr>
                <p14:cNvContentPartPr/>
                <p14:nvPr/>
              </p14:nvContentPartPr>
              <p14:xfrm>
                <a:off x="2094212" y="4317863"/>
                <a:ext cx="869760" cy="63396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5849FAEF-0333-7366-404F-16BE2C3FB5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76572" y="4299863"/>
                  <a:ext cx="90540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0CF8667E-5AAD-F623-EC48-8A4AE0793892}"/>
                    </a:ext>
                  </a:extLst>
                </p14:cNvPr>
                <p14:cNvContentPartPr/>
                <p14:nvPr/>
              </p14:nvContentPartPr>
              <p14:xfrm>
                <a:off x="138332" y="2586983"/>
                <a:ext cx="495360" cy="156996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0CF8667E-5AAD-F623-EC48-8A4AE07938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0332" y="2569343"/>
                  <a:ext cx="531000" cy="160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355F9D19-B2DD-A150-909B-7CBCF17B816E}"/>
                  </a:ext>
                </a:extLst>
              </p14:cNvPr>
              <p14:cNvContentPartPr/>
              <p14:nvPr/>
            </p14:nvContentPartPr>
            <p14:xfrm>
              <a:off x="3171332" y="4258463"/>
              <a:ext cx="878400" cy="67392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355F9D19-B2DD-A150-909B-7CBCF17B816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35332" y="4222823"/>
                <a:ext cx="950040" cy="74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A7EE7A6F-A219-3702-5BE4-570DD9D1D6FE}"/>
              </a:ext>
            </a:extLst>
          </p:cNvPr>
          <p:cNvGrpSpPr/>
          <p:nvPr/>
        </p:nvGrpSpPr>
        <p:grpSpPr>
          <a:xfrm>
            <a:off x="7482692" y="4911503"/>
            <a:ext cx="2263320" cy="51480"/>
            <a:chOff x="7482692" y="4911503"/>
            <a:chExt cx="2263320" cy="5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1" name="墨迹 130">
                  <a:extLst>
                    <a:ext uri="{FF2B5EF4-FFF2-40B4-BE49-F238E27FC236}">
                      <a16:creationId xmlns:a16="http://schemas.microsoft.com/office/drawing/2014/main" id="{228A279A-8476-6EA5-9A4F-1DF83E57981C}"/>
                    </a:ext>
                  </a:extLst>
                </p14:cNvPr>
                <p14:cNvContentPartPr/>
                <p14:nvPr/>
              </p14:nvContentPartPr>
              <p14:xfrm>
                <a:off x="7482692" y="4911503"/>
                <a:ext cx="876600" cy="39240"/>
              </p14:xfrm>
            </p:contentPart>
          </mc:Choice>
          <mc:Fallback>
            <p:pic>
              <p:nvPicPr>
                <p:cNvPr id="131" name="墨迹 130">
                  <a:extLst>
                    <a:ext uri="{FF2B5EF4-FFF2-40B4-BE49-F238E27FC236}">
                      <a16:creationId xmlns:a16="http://schemas.microsoft.com/office/drawing/2014/main" id="{228A279A-8476-6EA5-9A4F-1DF83E57981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47052" y="4875863"/>
                  <a:ext cx="948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C38ADBDF-02F0-677E-41CE-DBD0935D1E95}"/>
                    </a:ext>
                  </a:extLst>
                </p14:cNvPr>
                <p14:cNvContentPartPr/>
                <p14:nvPr/>
              </p14:nvContentPartPr>
              <p14:xfrm>
                <a:off x="9038972" y="4928423"/>
                <a:ext cx="707040" cy="3456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C38ADBDF-02F0-677E-41CE-DBD0935D1E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02972" y="4892783"/>
                  <a:ext cx="77868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A4588A02-F475-4ED6-ACA0-A4195EEF8167}"/>
                  </a:ext>
                </a:extLst>
              </p14:cNvPr>
              <p14:cNvContentPartPr/>
              <p14:nvPr/>
            </p14:nvContentPartPr>
            <p14:xfrm>
              <a:off x="10737812" y="4357823"/>
              <a:ext cx="989640" cy="56304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A4588A02-F475-4ED6-ACA0-A4195EEF816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701812" y="4321823"/>
                <a:ext cx="1061280" cy="63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7653803D-2D90-447F-C07A-A914A5DF0E82}"/>
              </a:ext>
            </a:extLst>
          </p:cNvPr>
          <p:cNvGrpSpPr/>
          <p:nvPr/>
        </p:nvGrpSpPr>
        <p:grpSpPr>
          <a:xfrm>
            <a:off x="675092" y="4867223"/>
            <a:ext cx="2389320" cy="672480"/>
            <a:chOff x="675092" y="4867223"/>
            <a:chExt cx="238932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4" name="墨迹 133">
                  <a:extLst>
                    <a:ext uri="{FF2B5EF4-FFF2-40B4-BE49-F238E27FC236}">
                      <a16:creationId xmlns:a16="http://schemas.microsoft.com/office/drawing/2014/main" id="{8A75EAE1-1479-4E5E-894C-1267320D2C60}"/>
                    </a:ext>
                  </a:extLst>
                </p14:cNvPr>
                <p14:cNvContentPartPr/>
                <p14:nvPr/>
              </p14:nvContentPartPr>
              <p14:xfrm>
                <a:off x="675092" y="4953983"/>
                <a:ext cx="397080" cy="424800"/>
              </p14:xfrm>
            </p:contentPart>
          </mc:Choice>
          <mc:Fallback>
            <p:pic>
              <p:nvPicPr>
                <p:cNvPr id="134" name="墨迹 133">
                  <a:extLst>
                    <a:ext uri="{FF2B5EF4-FFF2-40B4-BE49-F238E27FC236}">
                      <a16:creationId xmlns:a16="http://schemas.microsoft.com/office/drawing/2014/main" id="{8A75EAE1-1479-4E5E-894C-1267320D2C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9092" y="4917983"/>
                  <a:ext cx="4687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29308CC3-0033-2BD7-9A68-70037153E076}"/>
                    </a:ext>
                  </a:extLst>
                </p14:cNvPr>
                <p14:cNvContentPartPr/>
                <p14:nvPr/>
              </p14:nvContentPartPr>
              <p14:xfrm>
                <a:off x="1397252" y="4867223"/>
                <a:ext cx="1667160" cy="67248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29308CC3-0033-2BD7-9A68-70037153E07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61252" y="4831223"/>
                  <a:ext cx="1738800" cy="74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90648FA2-6928-63A2-E03F-6BA61E0D74C0}"/>
              </a:ext>
            </a:extLst>
          </p:cNvPr>
          <p:cNvGrpSpPr/>
          <p:nvPr/>
        </p:nvGrpSpPr>
        <p:grpSpPr>
          <a:xfrm>
            <a:off x="4014092" y="6056663"/>
            <a:ext cx="7362720" cy="734400"/>
            <a:chOff x="4014092" y="6056663"/>
            <a:chExt cx="7362720" cy="73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8" name="墨迹 137">
                  <a:extLst>
                    <a:ext uri="{FF2B5EF4-FFF2-40B4-BE49-F238E27FC236}">
                      <a16:creationId xmlns:a16="http://schemas.microsoft.com/office/drawing/2014/main" id="{3D51969F-3219-09E0-59CB-13C27C19B5D4}"/>
                    </a:ext>
                  </a:extLst>
                </p14:cNvPr>
                <p14:cNvContentPartPr/>
                <p14:nvPr/>
              </p14:nvContentPartPr>
              <p14:xfrm>
                <a:off x="4014092" y="6203543"/>
                <a:ext cx="6124320" cy="158760"/>
              </p14:xfrm>
            </p:contentPart>
          </mc:Choice>
          <mc:Fallback>
            <p:pic>
              <p:nvPicPr>
                <p:cNvPr id="138" name="墨迹 137">
                  <a:extLst>
                    <a:ext uri="{FF2B5EF4-FFF2-40B4-BE49-F238E27FC236}">
                      <a16:creationId xmlns:a16="http://schemas.microsoft.com/office/drawing/2014/main" id="{3D51969F-3219-09E0-59CB-13C27C19B5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78092" y="6167543"/>
                  <a:ext cx="6195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9" name="墨迹 138">
                  <a:extLst>
                    <a:ext uri="{FF2B5EF4-FFF2-40B4-BE49-F238E27FC236}">
                      <a16:creationId xmlns:a16="http://schemas.microsoft.com/office/drawing/2014/main" id="{D9F70ADE-E270-DB8B-66F2-1411FE5281EC}"/>
                    </a:ext>
                  </a:extLst>
                </p14:cNvPr>
                <p14:cNvContentPartPr/>
                <p14:nvPr/>
              </p14:nvContentPartPr>
              <p14:xfrm>
                <a:off x="9768692" y="6211823"/>
                <a:ext cx="505080" cy="305280"/>
              </p14:xfrm>
            </p:contentPart>
          </mc:Choice>
          <mc:Fallback>
            <p:pic>
              <p:nvPicPr>
                <p:cNvPr id="139" name="墨迹 138">
                  <a:extLst>
                    <a:ext uri="{FF2B5EF4-FFF2-40B4-BE49-F238E27FC236}">
                      <a16:creationId xmlns:a16="http://schemas.microsoft.com/office/drawing/2014/main" id="{D9F70ADE-E270-DB8B-66F2-1411FE5281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33052" y="6176183"/>
                  <a:ext cx="5767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0" name="墨迹 139">
                  <a:extLst>
                    <a:ext uri="{FF2B5EF4-FFF2-40B4-BE49-F238E27FC236}">
                      <a16:creationId xmlns:a16="http://schemas.microsoft.com/office/drawing/2014/main" id="{C2476AB9-31CB-678C-F6DB-F5C9F00F002F}"/>
                    </a:ext>
                  </a:extLst>
                </p14:cNvPr>
                <p14:cNvContentPartPr/>
                <p14:nvPr/>
              </p14:nvContentPartPr>
              <p14:xfrm>
                <a:off x="5043332" y="6056663"/>
                <a:ext cx="11160" cy="134640"/>
              </p14:xfrm>
            </p:contentPart>
          </mc:Choice>
          <mc:Fallback>
            <p:pic>
              <p:nvPicPr>
                <p:cNvPr id="140" name="墨迹 139">
                  <a:extLst>
                    <a:ext uri="{FF2B5EF4-FFF2-40B4-BE49-F238E27FC236}">
                      <a16:creationId xmlns:a16="http://schemas.microsoft.com/office/drawing/2014/main" id="{C2476AB9-31CB-678C-F6DB-F5C9F00F00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07692" y="6020663"/>
                  <a:ext cx="82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7362F5C6-7C23-46A1-752F-94490F79C0E1}"/>
                    </a:ext>
                  </a:extLst>
                </p14:cNvPr>
                <p14:cNvContentPartPr/>
                <p14:nvPr/>
              </p14:nvContentPartPr>
              <p14:xfrm>
                <a:off x="4909412" y="6467783"/>
                <a:ext cx="151200" cy="323280"/>
              </p14:xfrm>
            </p:contentPart>
          </mc:Choice>
          <mc:Fallback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7362F5C6-7C23-46A1-752F-94490F79C0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73772" y="6431783"/>
                  <a:ext cx="2228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3" name="墨迹 142">
                  <a:extLst>
                    <a:ext uri="{FF2B5EF4-FFF2-40B4-BE49-F238E27FC236}">
                      <a16:creationId xmlns:a16="http://schemas.microsoft.com/office/drawing/2014/main" id="{EF4455F1-D731-3AF2-49EB-3EA5736ACE78}"/>
                    </a:ext>
                  </a:extLst>
                </p14:cNvPr>
                <p14:cNvContentPartPr/>
                <p14:nvPr/>
              </p14:nvContentPartPr>
              <p14:xfrm>
                <a:off x="10747172" y="6092898"/>
                <a:ext cx="629640" cy="625320"/>
              </p14:xfrm>
            </p:contentPart>
          </mc:Choice>
          <mc:Fallback>
            <p:pic>
              <p:nvPicPr>
                <p:cNvPr id="143" name="墨迹 142">
                  <a:extLst>
                    <a:ext uri="{FF2B5EF4-FFF2-40B4-BE49-F238E27FC236}">
                      <a16:creationId xmlns:a16="http://schemas.microsoft.com/office/drawing/2014/main" id="{EF4455F1-D731-3AF2-49EB-3EA5736ACE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11172" y="6057258"/>
                  <a:ext cx="701280" cy="696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" y="1367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50856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131255-C82C-A347-26F4-0145CDBF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6" y="1219470"/>
            <a:ext cx="10408204" cy="5336711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36D4989A-014D-44D1-CD02-BBB3B217A5F4}"/>
              </a:ext>
            </a:extLst>
          </p:cNvPr>
          <p:cNvGrpSpPr/>
          <p:nvPr/>
        </p:nvGrpSpPr>
        <p:grpSpPr>
          <a:xfrm>
            <a:off x="7125212" y="2067863"/>
            <a:ext cx="892080" cy="380520"/>
            <a:chOff x="7125212" y="2067863"/>
            <a:chExt cx="89208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D4B2447B-F321-F3D4-83C8-97EADC7B847C}"/>
                    </a:ext>
                  </a:extLst>
                </p14:cNvPr>
                <p14:cNvContentPartPr/>
                <p14:nvPr/>
              </p14:nvContentPartPr>
              <p14:xfrm>
                <a:off x="7125212" y="2116103"/>
                <a:ext cx="286200" cy="3171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D4B2447B-F321-F3D4-83C8-97EADC7B84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07212" y="2098103"/>
                  <a:ext cx="3218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801562A6-1904-52C4-4269-033072798E96}"/>
                    </a:ext>
                  </a:extLst>
                </p14:cNvPr>
                <p14:cNvContentPartPr/>
                <p14:nvPr/>
              </p14:nvContentPartPr>
              <p14:xfrm>
                <a:off x="7382252" y="2250023"/>
                <a:ext cx="265320" cy="1983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801562A6-1904-52C4-4269-033072798E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64612" y="2232023"/>
                  <a:ext cx="3009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A61CCB06-6753-41D2-2ADB-248664B31E91}"/>
                    </a:ext>
                  </a:extLst>
                </p14:cNvPr>
                <p14:cNvContentPartPr/>
                <p14:nvPr/>
              </p14:nvContentPartPr>
              <p14:xfrm>
                <a:off x="7763492" y="2067863"/>
                <a:ext cx="146520" cy="3754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A61CCB06-6753-41D2-2ADB-248664B31E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45852" y="2049863"/>
                  <a:ext cx="182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1FF5BAEA-9961-9738-5F8A-BEEF7159127D}"/>
                    </a:ext>
                  </a:extLst>
                </p14:cNvPr>
                <p14:cNvContentPartPr/>
                <p14:nvPr/>
              </p14:nvContentPartPr>
              <p14:xfrm>
                <a:off x="7726052" y="2185223"/>
                <a:ext cx="291240" cy="3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1FF5BAEA-9961-9738-5F8A-BEEF715912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08412" y="2167583"/>
                  <a:ext cx="3268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00973D8-8FB5-12DC-05DF-F938421C2F2F}"/>
              </a:ext>
            </a:extLst>
          </p:cNvPr>
          <p:cNvGrpSpPr/>
          <p:nvPr/>
        </p:nvGrpSpPr>
        <p:grpSpPr>
          <a:xfrm>
            <a:off x="8814332" y="901463"/>
            <a:ext cx="429120" cy="570240"/>
            <a:chOff x="8814332" y="901463"/>
            <a:chExt cx="42912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586D82BE-CE1B-19AD-9279-FD353D14CDB6}"/>
                    </a:ext>
                  </a:extLst>
                </p14:cNvPr>
                <p14:cNvContentPartPr/>
                <p14:nvPr/>
              </p14:nvContentPartPr>
              <p14:xfrm>
                <a:off x="8814332" y="934943"/>
                <a:ext cx="158040" cy="5367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586D82BE-CE1B-19AD-9279-FD353D14CD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6332" y="917303"/>
                  <a:ext cx="1936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3652F23-55E5-725D-E9A6-8A35D7469520}"/>
                    </a:ext>
                  </a:extLst>
                </p14:cNvPr>
                <p14:cNvContentPartPr/>
                <p14:nvPr/>
              </p14:nvContentPartPr>
              <p14:xfrm>
                <a:off x="8946092" y="901463"/>
                <a:ext cx="202680" cy="2642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3652F23-55E5-725D-E9A6-8A35D74695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28092" y="883463"/>
                  <a:ext cx="2383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2A387713-8CEC-0D35-5638-74B5A8A9006F}"/>
                    </a:ext>
                  </a:extLst>
                </p14:cNvPr>
                <p14:cNvContentPartPr/>
                <p14:nvPr/>
              </p14:nvContentPartPr>
              <p14:xfrm>
                <a:off x="9122132" y="1195223"/>
                <a:ext cx="68400" cy="13968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2A387713-8CEC-0D35-5638-74B5A8A900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04132" y="1177583"/>
                  <a:ext cx="104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7A30C454-40F0-EE6F-FF56-BB9EB39432F6}"/>
                    </a:ext>
                  </a:extLst>
                </p14:cNvPr>
                <p14:cNvContentPartPr/>
                <p14:nvPr/>
              </p14:nvContentPartPr>
              <p14:xfrm>
                <a:off x="9215012" y="1065263"/>
                <a:ext cx="28440" cy="39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7A30C454-40F0-EE6F-FF56-BB9EB39432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97372" y="1047263"/>
                  <a:ext cx="6408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B16B97F-3896-752B-608B-85E9D108DA91}"/>
              </a:ext>
            </a:extLst>
          </p:cNvPr>
          <p:cNvGrpSpPr/>
          <p:nvPr/>
        </p:nvGrpSpPr>
        <p:grpSpPr>
          <a:xfrm>
            <a:off x="8752412" y="1681223"/>
            <a:ext cx="294840" cy="375480"/>
            <a:chOff x="8752412" y="1681223"/>
            <a:chExt cx="29484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4F580D02-0654-34C1-94A5-B6E8B744A79D}"/>
                    </a:ext>
                  </a:extLst>
                </p14:cNvPr>
                <p14:cNvContentPartPr/>
                <p14:nvPr/>
              </p14:nvContentPartPr>
              <p14:xfrm>
                <a:off x="8752412" y="1681223"/>
                <a:ext cx="177840" cy="2530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4F580D02-0654-34C1-94A5-B6E8B744A7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34412" y="1663583"/>
                  <a:ext cx="2134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7E3C21CD-E561-A240-1404-D53771224480}"/>
                    </a:ext>
                  </a:extLst>
                </p14:cNvPr>
                <p14:cNvContentPartPr/>
                <p14:nvPr/>
              </p14:nvContentPartPr>
              <p14:xfrm>
                <a:off x="8942132" y="1887143"/>
                <a:ext cx="82080" cy="1695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7E3C21CD-E561-A240-1404-D537712244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24132" y="1869503"/>
                  <a:ext cx="117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653DFEB0-23DE-3161-564C-2E73C6C10D7E}"/>
                    </a:ext>
                  </a:extLst>
                </p14:cNvPr>
                <p14:cNvContentPartPr/>
                <p14:nvPr/>
              </p14:nvContentPartPr>
              <p14:xfrm>
                <a:off x="9026372" y="1736303"/>
                <a:ext cx="20880" cy="5796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653DFEB0-23DE-3161-564C-2E73C6C10D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08372" y="1718303"/>
                  <a:ext cx="5652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6AA822D3-0208-784C-2C84-F22197C368B4}"/>
                  </a:ext>
                </a:extLst>
              </p14:cNvPr>
              <p14:cNvContentPartPr/>
              <p14:nvPr/>
            </p14:nvContentPartPr>
            <p14:xfrm>
              <a:off x="5786732" y="2396183"/>
              <a:ext cx="891000" cy="86688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6AA822D3-0208-784C-2C84-F22197C368B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69092" y="2378543"/>
                <a:ext cx="926640" cy="90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DA2B3F9B-FD70-0723-F4F2-7D5B0D3D2DD6}"/>
                  </a:ext>
                </a:extLst>
              </p14:cNvPr>
              <p14:cNvContentPartPr/>
              <p14:nvPr/>
            </p14:nvContentPartPr>
            <p14:xfrm>
              <a:off x="5796806" y="3552143"/>
              <a:ext cx="1401840" cy="1764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DA2B3F9B-FD70-0723-F4F2-7D5B0D3D2DD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42806" y="3444503"/>
                <a:ext cx="15094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6271444C-63A3-ADFB-86F8-228E9C14699F}"/>
                  </a:ext>
                </a:extLst>
              </p14:cNvPr>
              <p14:cNvContentPartPr/>
              <p14:nvPr/>
            </p14:nvContentPartPr>
            <p14:xfrm>
              <a:off x="7453526" y="3577703"/>
              <a:ext cx="1227240" cy="8172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6271444C-63A3-ADFB-86F8-228E9C14699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99526" y="3470063"/>
                <a:ext cx="13348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90ADDFF1-3B11-0AE9-6D42-EF1A0D44EEA4}"/>
                  </a:ext>
                </a:extLst>
              </p14:cNvPr>
              <p14:cNvContentPartPr/>
              <p14:nvPr/>
            </p14:nvContentPartPr>
            <p14:xfrm>
              <a:off x="1769486" y="2801903"/>
              <a:ext cx="1423080" cy="14904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90ADDFF1-3B11-0AE9-6D42-EF1A0D44EEA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15486" y="2693903"/>
                <a:ext cx="15307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FEAB444C-5E5D-FDBD-FD8B-F3AB14A6F5B1}"/>
                  </a:ext>
                </a:extLst>
              </p14:cNvPr>
              <p14:cNvContentPartPr/>
              <p14:nvPr/>
            </p14:nvContentPartPr>
            <p14:xfrm>
              <a:off x="1673366" y="4101503"/>
              <a:ext cx="4086000" cy="4284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FEAB444C-5E5D-FDBD-FD8B-F3AB14A6F5B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19726" y="3993863"/>
                <a:ext cx="41936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1D961AF6-4A82-2EAC-36EA-A4F32800B4CC}"/>
                  </a:ext>
                </a:extLst>
              </p14:cNvPr>
              <p14:cNvContentPartPr/>
              <p14:nvPr/>
            </p14:nvContentPartPr>
            <p14:xfrm>
              <a:off x="3837686" y="4306703"/>
              <a:ext cx="1227960" cy="540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1D961AF6-4A82-2EAC-36EA-A4F32800B4C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20046" y="4289063"/>
                <a:ext cx="12636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4077456E-CA09-BDCE-CFD0-8B58FD877A83}"/>
                  </a:ext>
                </a:extLst>
              </p14:cNvPr>
              <p14:cNvContentPartPr/>
              <p14:nvPr/>
            </p14:nvContentPartPr>
            <p14:xfrm>
              <a:off x="4364006" y="4373303"/>
              <a:ext cx="279360" cy="21204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4077456E-CA09-BDCE-CFD0-8B58FD877A8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46006" y="4355663"/>
                <a:ext cx="31500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组合 98">
            <a:extLst>
              <a:ext uri="{FF2B5EF4-FFF2-40B4-BE49-F238E27FC236}">
                <a16:creationId xmlns:a16="http://schemas.microsoft.com/office/drawing/2014/main" id="{67DF4066-A72F-2142-094E-1D0B77C70ADE}"/>
              </a:ext>
            </a:extLst>
          </p:cNvPr>
          <p:cNvGrpSpPr/>
          <p:nvPr/>
        </p:nvGrpSpPr>
        <p:grpSpPr>
          <a:xfrm>
            <a:off x="1298972" y="419423"/>
            <a:ext cx="11288880" cy="4279320"/>
            <a:chOff x="1298972" y="419423"/>
            <a:chExt cx="11288880" cy="427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C3232EB-F25A-0EF0-4058-1BDF39CFDD54}"/>
                    </a:ext>
                  </a:extLst>
                </p14:cNvPr>
                <p14:cNvContentPartPr/>
                <p14:nvPr/>
              </p14:nvContentPartPr>
              <p14:xfrm>
                <a:off x="1298972" y="1863743"/>
                <a:ext cx="1037520" cy="6494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C3232EB-F25A-0EF0-4058-1BDF39CFDD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62972" y="1828103"/>
                  <a:ext cx="110916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989974E-00FA-00AD-2319-535B18649BEA}"/>
                    </a:ext>
                  </a:extLst>
                </p14:cNvPr>
                <p14:cNvContentPartPr/>
                <p14:nvPr/>
              </p14:nvContentPartPr>
              <p14:xfrm>
                <a:off x="2705132" y="2524703"/>
                <a:ext cx="1514880" cy="468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989974E-00FA-00AD-2319-535B18649B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69492" y="2488703"/>
                  <a:ext cx="1586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658294E2-0BF1-A1CF-8607-45A4FE7F7B2B}"/>
                    </a:ext>
                  </a:extLst>
                </p14:cNvPr>
                <p14:cNvContentPartPr/>
                <p14:nvPr/>
              </p14:nvContentPartPr>
              <p14:xfrm>
                <a:off x="1797572" y="3096023"/>
                <a:ext cx="1929240" cy="626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658294E2-0BF1-A1CF-8607-45A4FE7F7B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61932" y="3060023"/>
                  <a:ext cx="2000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78E1BFFB-817B-1344-3742-CE0F39E853FD}"/>
                    </a:ext>
                  </a:extLst>
                </p14:cNvPr>
                <p14:cNvContentPartPr/>
                <p14:nvPr/>
              </p14:nvContentPartPr>
              <p14:xfrm>
                <a:off x="4433492" y="3096383"/>
                <a:ext cx="699120" cy="792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78E1BFFB-817B-1344-3742-CE0F39E853F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97492" y="3060383"/>
                  <a:ext cx="770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6D03D3AB-FBE9-D233-1C56-7BCE84BBBED4}"/>
                    </a:ext>
                  </a:extLst>
                </p14:cNvPr>
                <p14:cNvContentPartPr/>
                <p14:nvPr/>
              </p14:nvContentPartPr>
              <p14:xfrm>
                <a:off x="5956292" y="3037703"/>
                <a:ext cx="3752640" cy="1044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6D03D3AB-FBE9-D233-1C56-7BCE84BBBED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20292" y="3002063"/>
                  <a:ext cx="3824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EEE5515C-4C13-9F50-A419-D525894FDC5B}"/>
                    </a:ext>
                  </a:extLst>
                </p14:cNvPr>
                <p14:cNvContentPartPr/>
                <p14:nvPr/>
              </p14:nvContentPartPr>
              <p14:xfrm>
                <a:off x="9143732" y="2076503"/>
                <a:ext cx="961560" cy="85320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EEE5515C-4C13-9F50-A419-D525894FDC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08092" y="2040863"/>
                  <a:ext cx="103320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214CB8BF-7FE8-387D-E008-531BB0E6B0D4}"/>
                    </a:ext>
                  </a:extLst>
                </p14:cNvPr>
                <p14:cNvContentPartPr/>
                <p14:nvPr/>
              </p14:nvContentPartPr>
              <p14:xfrm>
                <a:off x="10082972" y="3219503"/>
                <a:ext cx="205920" cy="31356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214CB8BF-7FE8-387D-E008-531BB0E6B0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47332" y="3183863"/>
                  <a:ext cx="2775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41D2D457-D712-6E62-793D-902168F76AA9}"/>
                    </a:ext>
                  </a:extLst>
                </p14:cNvPr>
                <p14:cNvContentPartPr/>
                <p14:nvPr/>
              </p14:nvContentPartPr>
              <p14:xfrm>
                <a:off x="10355852" y="3464663"/>
                <a:ext cx="13320" cy="1785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41D2D457-D712-6E62-793D-902168F76AA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20212" y="3428663"/>
                  <a:ext cx="849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B90739CA-03B2-E812-5C78-B9B53E353027}"/>
                    </a:ext>
                  </a:extLst>
                </p14:cNvPr>
                <p14:cNvContentPartPr/>
                <p14:nvPr/>
              </p14:nvContentPartPr>
              <p14:xfrm>
                <a:off x="10456652" y="3271343"/>
                <a:ext cx="16560" cy="388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B90739CA-03B2-E812-5C78-B9B53E3530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21012" y="3235703"/>
                  <a:ext cx="88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FB82B962-8131-F1A1-A8E7-5FC13357C249}"/>
                    </a:ext>
                  </a:extLst>
                </p14:cNvPr>
                <p14:cNvContentPartPr/>
                <p14:nvPr/>
              </p14:nvContentPartPr>
              <p14:xfrm>
                <a:off x="10624412" y="3489503"/>
                <a:ext cx="411480" cy="172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FB82B962-8131-F1A1-A8E7-5FC13357C2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88412" y="3453503"/>
                  <a:ext cx="483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2A17894C-A749-72D8-FA55-6D815D0E3961}"/>
                    </a:ext>
                  </a:extLst>
                </p14:cNvPr>
                <p14:cNvContentPartPr/>
                <p14:nvPr/>
              </p14:nvContentPartPr>
              <p14:xfrm>
                <a:off x="11177372" y="3245063"/>
                <a:ext cx="221760" cy="4179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2A17894C-A749-72D8-FA55-6D815D0E39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41372" y="3209063"/>
                  <a:ext cx="2934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614CC94E-2EB0-46BB-F309-2B549F3BF639}"/>
                    </a:ext>
                  </a:extLst>
                </p14:cNvPr>
                <p14:cNvContentPartPr/>
                <p14:nvPr/>
              </p14:nvContentPartPr>
              <p14:xfrm>
                <a:off x="11449532" y="3401663"/>
                <a:ext cx="268920" cy="2584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614CC94E-2EB0-46BB-F309-2B549F3BF63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13892" y="3365663"/>
                  <a:ext cx="3405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BD05CF09-9C9D-77F4-B017-852F57181670}"/>
                    </a:ext>
                  </a:extLst>
                </p14:cNvPr>
                <p14:cNvContentPartPr/>
                <p14:nvPr/>
              </p14:nvContentPartPr>
              <p14:xfrm>
                <a:off x="11802692" y="3091343"/>
                <a:ext cx="170640" cy="5191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BD05CF09-9C9D-77F4-B017-852F5718167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767052" y="3055343"/>
                  <a:ext cx="24228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515E3C1E-6A26-93D3-07C6-8CE7446A1043}"/>
                    </a:ext>
                  </a:extLst>
                </p14:cNvPr>
                <p14:cNvContentPartPr/>
                <p14:nvPr/>
              </p14:nvContentPartPr>
              <p14:xfrm>
                <a:off x="11685692" y="3258743"/>
                <a:ext cx="372600" cy="900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515E3C1E-6A26-93D3-07C6-8CE7446A10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49692" y="3222743"/>
                  <a:ext cx="444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40D5A0AC-082E-4F87-8D6D-7F166B2FCDC5}"/>
                    </a:ext>
                  </a:extLst>
                </p14:cNvPr>
                <p14:cNvContentPartPr/>
                <p14:nvPr/>
              </p14:nvContentPartPr>
              <p14:xfrm>
                <a:off x="9850052" y="3045263"/>
                <a:ext cx="259560" cy="57312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40D5A0AC-082E-4F87-8D6D-7F166B2FCD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32412" y="3027263"/>
                  <a:ext cx="29520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E3E305AB-AA83-DED0-C513-067EDBAAFA4B}"/>
                    </a:ext>
                  </a:extLst>
                </p14:cNvPr>
                <p14:cNvContentPartPr/>
                <p14:nvPr/>
              </p14:nvContentPartPr>
              <p14:xfrm>
                <a:off x="11967932" y="3091343"/>
                <a:ext cx="217800" cy="5860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E3E305AB-AA83-DED0-C513-067EDBAAFA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50292" y="3073343"/>
                  <a:ext cx="25344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BA5F7448-33B1-AC2F-799D-018ACADACA72}"/>
                    </a:ext>
                  </a:extLst>
                </p14:cNvPr>
                <p14:cNvContentPartPr/>
                <p14:nvPr/>
              </p14:nvContentPartPr>
              <p14:xfrm>
                <a:off x="10862732" y="3829343"/>
                <a:ext cx="215280" cy="1688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BA5F7448-33B1-AC2F-799D-018ACADACA7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44732" y="3811703"/>
                  <a:ext cx="250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26692F8B-CD45-41F0-546E-0753FB00DD5C}"/>
                    </a:ext>
                  </a:extLst>
                </p14:cNvPr>
                <p14:cNvContentPartPr/>
                <p14:nvPr/>
              </p14:nvContentPartPr>
              <p14:xfrm>
                <a:off x="10909892" y="3841943"/>
                <a:ext cx="144000" cy="17064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26692F8B-CD45-41F0-546E-0753FB00DD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91892" y="3824303"/>
                  <a:ext cx="1796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446B4171-E26F-AF35-2808-E20661A1B9DA}"/>
                    </a:ext>
                  </a:extLst>
                </p14:cNvPr>
                <p14:cNvContentPartPr/>
                <p14:nvPr/>
              </p14:nvContentPartPr>
              <p14:xfrm>
                <a:off x="10639532" y="4139663"/>
                <a:ext cx="270720" cy="55908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446B4171-E26F-AF35-2808-E20661A1B9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21532" y="4122023"/>
                  <a:ext cx="30636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152A6B64-EABE-8A63-73E3-59AEEB9C0FE9}"/>
                    </a:ext>
                  </a:extLst>
                </p14:cNvPr>
                <p14:cNvContentPartPr/>
                <p14:nvPr/>
              </p14:nvContentPartPr>
              <p14:xfrm>
                <a:off x="10784612" y="4161263"/>
                <a:ext cx="232200" cy="2253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152A6B64-EABE-8A63-73E3-59AEEB9C0F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66612" y="4143263"/>
                  <a:ext cx="267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033EC280-65E8-B1BF-8B36-E60B93EA4D25}"/>
                    </a:ext>
                  </a:extLst>
                </p14:cNvPr>
                <p14:cNvContentPartPr/>
                <p14:nvPr/>
              </p14:nvContentPartPr>
              <p14:xfrm>
                <a:off x="10996292" y="4399943"/>
                <a:ext cx="81360" cy="16488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033EC280-65E8-B1BF-8B36-E60B93EA4D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78652" y="4381943"/>
                  <a:ext cx="117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7EFCD046-D824-FF0E-776D-1E64560D7A33}"/>
                    </a:ext>
                  </a:extLst>
                </p14:cNvPr>
                <p14:cNvContentPartPr/>
                <p14:nvPr/>
              </p14:nvContentPartPr>
              <p14:xfrm>
                <a:off x="11102492" y="4332623"/>
                <a:ext cx="19800" cy="3888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7EFCD046-D824-FF0E-776D-1E64560D7A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84852" y="4314983"/>
                  <a:ext cx="55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3CBE0E15-4B63-1B66-5C61-081C59C6D329}"/>
                    </a:ext>
                  </a:extLst>
                </p14:cNvPr>
                <p14:cNvContentPartPr/>
                <p14:nvPr/>
              </p14:nvContentPartPr>
              <p14:xfrm>
                <a:off x="2235332" y="3812423"/>
                <a:ext cx="1564920" cy="2232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3CBE0E15-4B63-1B66-5C61-081C59C6D32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17332" y="3794423"/>
                  <a:ext cx="1600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F486B3E8-27EF-2876-CFAF-1454B3E47D48}"/>
                    </a:ext>
                  </a:extLst>
                </p14:cNvPr>
                <p14:cNvContentPartPr/>
                <p14:nvPr/>
              </p14:nvContentPartPr>
              <p14:xfrm>
                <a:off x="3604412" y="3308063"/>
                <a:ext cx="1263240" cy="5821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F486B3E8-27EF-2876-CFAF-1454B3E47D4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86412" y="3290063"/>
                  <a:ext cx="12988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E5DC2A7C-D7BD-AB11-BC82-6EA004EB75AF}"/>
                    </a:ext>
                  </a:extLst>
                </p14:cNvPr>
                <p14:cNvContentPartPr/>
                <p14:nvPr/>
              </p14:nvContentPartPr>
              <p14:xfrm>
                <a:off x="9101972" y="1729823"/>
                <a:ext cx="992880" cy="3549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E5DC2A7C-D7BD-AB11-BC82-6EA004EB75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65972" y="1693823"/>
                  <a:ext cx="10645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62EE9387-694A-2FA2-B5F8-E8936C096B69}"/>
                    </a:ext>
                  </a:extLst>
                </p14:cNvPr>
                <p14:cNvContentPartPr/>
                <p14:nvPr/>
              </p14:nvContentPartPr>
              <p14:xfrm>
                <a:off x="10256492" y="1524623"/>
                <a:ext cx="242640" cy="32184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62EE9387-694A-2FA2-B5F8-E8936C096B6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20492" y="1488983"/>
                  <a:ext cx="3142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7B86D70E-0241-94B7-E869-FFE867CE528B}"/>
                    </a:ext>
                  </a:extLst>
                </p14:cNvPr>
                <p14:cNvContentPartPr/>
                <p14:nvPr/>
              </p14:nvContentPartPr>
              <p14:xfrm>
                <a:off x="10515692" y="1656743"/>
                <a:ext cx="214200" cy="24048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7B86D70E-0241-94B7-E869-FFE867CE528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79692" y="1620743"/>
                  <a:ext cx="285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A20521F4-A15D-0CE2-A6CC-8B9A4817F049}"/>
                    </a:ext>
                  </a:extLst>
                </p14:cNvPr>
                <p14:cNvContentPartPr/>
                <p14:nvPr/>
              </p14:nvContentPartPr>
              <p14:xfrm>
                <a:off x="10916732" y="1425983"/>
                <a:ext cx="184680" cy="46440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A20521F4-A15D-0CE2-A6CC-8B9A4817F04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81092" y="1389983"/>
                  <a:ext cx="2563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874F453F-CC40-7B1F-CBBE-82CD118C795E}"/>
                    </a:ext>
                  </a:extLst>
                </p14:cNvPr>
                <p14:cNvContentPartPr/>
                <p14:nvPr/>
              </p14:nvContentPartPr>
              <p14:xfrm>
                <a:off x="10901252" y="1543343"/>
                <a:ext cx="259560" cy="784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874F453F-CC40-7B1F-CBBE-82CD118C79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865612" y="1507703"/>
                  <a:ext cx="331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3566F2EA-E764-EC63-E6CE-AF4C355DAF04}"/>
                    </a:ext>
                  </a:extLst>
                </p14:cNvPr>
                <p14:cNvContentPartPr/>
                <p14:nvPr/>
              </p14:nvContentPartPr>
              <p14:xfrm>
                <a:off x="3844172" y="1269023"/>
                <a:ext cx="316800" cy="44136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3566F2EA-E764-EC63-E6CE-AF4C355DAF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26172" y="1251023"/>
                  <a:ext cx="35244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1171E0A3-539F-03A7-B6FB-AE20064B31F5}"/>
                    </a:ext>
                  </a:extLst>
                </p14:cNvPr>
                <p14:cNvContentPartPr/>
                <p14:nvPr/>
              </p14:nvContentPartPr>
              <p14:xfrm>
                <a:off x="4165292" y="1627223"/>
                <a:ext cx="77760" cy="15264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1171E0A3-539F-03A7-B6FB-AE20064B31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47652" y="1609583"/>
                  <a:ext cx="113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F304C37F-2EF0-22B3-4582-5A76DEE418C9}"/>
                    </a:ext>
                  </a:extLst>
                </p14:cNvPr>
                <p14:cNvContentPartPr/>
                <p14:nvPr/>
              </p14:nvContentPartPr>
              <p14:xfrm>
                <a:off x="4274012" y="1469543"/>
                <a:ext cx="30600" cy="3384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F304C37F-2EF0-22B3-4582-5A76DEE418C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56012" y="1451543"/>
                  <a:ext cx="66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5C97FA57-DAC1-AE3A-F833-626B8090D356}"/>
                    </a:ext>
                  </a:extLst>
                </p14:cNvPr>
                <p14:cNvContentPartPr/>
                <p14:nvPr/>
              </p14:nvContentPartPr>
              <p14:xfrm>
                <a:off x="3770732" y="761783"/>
                <a:ext cx="2269080" cy="150336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5C97FA57-DAC1-AE3A-F833-626B8090D35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53092" y="743783"/>
                  <a:ext cx="2304720" cy="15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1EF2ABD3-3D6E-99C7-0651-29D04E0598AD}"/>
                    </a:ext>
                  </a:extLst>
                </p14:cNvPr>
                <p14:cNvContentPartPr/>
                <p14:nvPr/>
              </p14:nvContentPartPr>
              <p14:xfrm>
                <a:off x="6077612" y="691943"/>
                <a:ext cx="150120" cy="35352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1EF2ABD3-3D6E-99C7-0651-29D04E0598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59972" y="673943"/>
                  <a:ext cx="185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B31AD391-3003-FA71-0A4C-59C51B3F8F42}"/>
                    </a:ext>
                  </a:extLst>
                </p14:cNvPr>
                <p14:cNvContentPartPr/>
                <p14:nvPr/>
              </p14:nvContentPartPr>
              <p14:xfrm>
                <a:off x="4802492" y="419423"/>
                <a:ext cx="7785360" cy="5468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B31AD391-3003-FA71-0A4C-59C51B3F8F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84852" y="401423"/>
                  <a:ext cx="7821000" cy="58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EAD801E6-A8D1-57DF-458A-59253A3EA1A9}"/>
                  </a:ext>
                </a:extLst>
              </p14:cNvPr>
              <p14:cNvContentPartPr/>
              <p14:nvPr/>
            </p14:nvContentPartPr>
            <p14:xfrm>
              <a:off x="7133486" y="3895943"/>
              <a:ext cx="561240" cy="51840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EAD801E6-A8D1-57DF-458A-59253A3EA1A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115486" y="3878303"/>
                <a:ext cx="596880" cy="55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8AEEDF0-4F2F-8388-E484-D6D80C73780D}"/>
              </a:ext>
            </a:extLst>
          </p:cNvPr>
          <p:cNvGrpSpPr/>
          <p:nvPr/>
        </p:nvGrpSpPr>
        <p:grpSpPr>
          <a:xfrm>
            <a:off x="5363366" y="3160463"/>
            <a:ext cx="3454200" cy="786600"/>
            <a:chOff x="5363366" y="3160463"/>
            <a:chExt cx="345420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A861B7EE-966F-B933-0A0C-2FFE94D7533A}"/>
                    </a:ext>
                  </a:extLst>
                </p14:cNvPr>
                <p14:cNvContentPartPr/>
                <p14:nvPr/>
              </p14:nvContentPartPr>
              <p14:xfrm>
                <a:off x="5363366" y="3160463"/>
                <a:ext cx="2227320" cy="78660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A861B7EE-966F-B933-0A0C-2FFE94D7533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45366" y="3142463"/>
                  <a:ext cx="226296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C028BAB3-767A-ADA7-5058-39687D9E8A0D}"/>
                    </a:ext>
                  </a:extLst>
                </p14:cNvPr>
                <p14:cNvContentPartPr/>
                <p14:nvPr/>
              </p14:nvContentPartPr>
              <p14:xfrm>
                <a:off x="8510486" y="3279983"/>
                <a:ext cx="307080" cy="45864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C028BAB3-767A-ADA7-5058-39687D9E8A0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92846" y="3261983"/>
                  <a:ext cx="3427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E9123DE5-0189-25FA-61A1-DC7836867B77}"/>
                    </a:ext>
                  </a:extLst>
                </p14:cNvPr>
                <p14:cNvContentPartPr/>
                <p14:nvPr/>
              </p14:nvContentPartPr>
              <p14:xfrm>
                <a:off x="8209166" y="3362063"/>
                <a:ext cx="595440" cy="37332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E9123DE5-0189-25FA-61A1-DC7836867B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91526" y="3344063"/>
                  <a:ext cx="631080" cy="40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97F8C350-3C3B-90A1-37E8-968FCC2B4406}"/>
                  </a:ext>
                </a:extLst>
              </p14:cNvPr>
              <p14:cNvContentPartPr/>
              <p14:nvPr/>
            </p14:nvContentPartPr>
            <p14:xfrm>
              <a:off x="2134886" y="4949303"/>
              <a:ext cx="1888920" cy="12996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97F8C350-3C3B-90A1-37E8-968FCC2B440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116886" y="4931663"/>
                <a:ext cx="192456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86FE174B-A30A-3785-A9D9-C60B0C3A07B0}"/>
              </a:ext>
            </a:extLst>
          </p:cNvPr>
          <p:cNvGrpSpPr/>
          <p:nvPr/>
        </p:nvGrpSpPr>
        <p:grpSpPr>
          <a:xfrm>
            <a:off x="8072726" y="3992783"/>
            <a:ext cx="2595960" cy="1585800"/>
            <a:chOff x="8072726" y="3992783"/>
            <a:chExt cx="2595960" cy="15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F30B56DE-D7B0-E646-F06B-CD48BC63B8BD}"/>
                    </a:ext>
                  </a:extLst>
                </p14:cNvPr>
                <p14:cNvContentPartPr/>
                <p14:nvPr/>
              </p14:nvContentPartPr>
              <p14:xfrm>
                <a:off x="8072726" y="4570943"/>
                <a:ext cx="543960" cy="52056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F30B56DE-D7B0-E646-F06B-CD48BC63B8B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55086" y="4553303"/>
                  <a:ext cx="5796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7E48F038-FA1B-BF9E-44A9-967649806E80}"/>
                    </a:ext>
                  </a:extLst>
                </p14:cNvPr>
                <p14:cNvContentPartPr/>
                <p14:nvPr/>
              </p14:nvContentPartPr>
              <p14:xfrm>
                <a:off x="8840606" y="3992783"/>
                <a:ext cx="1828080" cy="158580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7E48F038-FA1B-BF9E-44A9-967649806E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22966" y="3975143"/>
                  <a:ext cx="1863720" cy="162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8A278988-6C52-B1B3-F8C6-D44FB3ED5CF1}"/>
                  </a:ext>
                </a:extLst>
              </p14:cNvPr>
              <p14:cNvContentPartPr/>
              <p14:nvPr/>
            </p14:nvContentPartPr>
            <p14:xfrm>
              <a:off x="9581846" y="2796503"/>
              <a:ext cx="2872800" cy="195696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8A278988-6C52-B1B3-F8C6-D44FB3ED5CF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563846" y="2778503"/>
                <a:ext cx="2908440" cy="19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2D0B9047-50B6-8529-2523-B0BC918D8C7C}"/>
                  </a:ext>
                </a:extLst>
              </p14:cNvPr>
              <p14:cNvContentPartPr/>
              <p14:nvPr/>
            </p14:nvContentPartPr>
            <p14:xfrm>
              <a:off x="921326" y="3376103"/>
              <a:ext cx="375120" cy="163332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2D0B9047-50B6-8529-2523-B0BC918D8C7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03326" y="3358103"/>
                <a:ext cx="410760" cy="16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070085CA-F0F7-C895-14AC-F93298CD315D}"/>
                  </a:ext>
                </a:extLst>
              </p14:cNvPr>
              <p14:cNvContentPartPr/>
              <p14:nvPr/>
            </p14:nvContentPartPr>
            <p14:xfrm>
              <a:off x="4350686" y="4360703"/>
              <a:ext cx="288000" cy="25308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070085CA-F0F7-C895-14AC-F93298CD315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332686" y="4343063"/>
                <a:ext cx="32364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BFC2F95-CFD8-BF6E-A2B8-A3311B179569}"/>
              </a:ext>
            </a:extLst>
          </p:cNvPr>
          <p:cNvGrpSpPr/>
          <p:nvPr/>
        </p:nvGrpSpPr>
        <p:grpSpPr>
          <a:xfrm>
            <a:off x="6174086" y="4948583"/>
            <a:ext cx="1743480" cy="391320"/>
            <a:chOff x="6174086" y="4948583"/>
            <a:chExt cx="17434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7D0D9F96-74CF-0886-7D8D-9B2A672628BB}"/>
                    </a:ext>
                  </a:extLst>
                </p14:cNvPr>
                <p14:cNvContentPartPr/>
                <p14:nvPr/>
              </p14:nvContentPartPr>
              <p14:xfrm>
                <a:off x="6174086" y="4948583"/>
                <a:ext cx="1743480" cy="1008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7D0D9F96-74CF-0886-7D8D-9B2A672628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56446" y="4930943"/>
                  <a:ext cx="1779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7689FAA3-344E-56B3-DE6F-E84280239747}"/>
                    </a:ext>
                  </a:extLst>
                </p14:cNvPr>
                <p14:cNvContentPartPr/>
                <p14:nvPr/>
              </p14:nvContentPartPr>
              <p14:xfrm>
                <a:off x="6619406" y="4983863"/>
                <a:ext cx="424440" cy="27216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7689FAA3-344E-56B3-DE6F-E842802397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01406" y="4965863"/>
                  <a:ext cx="4600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06AB6E63-316A-9F6E-BFB2-FCE421894015}"/>
                    </a:ext>
                  </a:extLst>
                </p14:cNvPr>
                <p14:cNvContentPartPr/>
                <p14:nvPr/>
              </p14:nvContentPartPr>
              <p14:xfrm>
                <a:off x="6639206" y="4971623"/>
                <a:ext cx="415800" cy="36828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06AB6E63-316A-9F6E-BFB2-FCE4218940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621566" y="4953983"/>
                  <a:ext cx="451440" cy="40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2B689A66-A0D6-EDE1-3ADB-AB7EA07C4194}"/>
                  </a:ext>
                </a:extLst>
              </p14:cNvPr>
              <p14:cNvContentPartPr/>
              <p14:nvPr/>
            </p14:nvContentPartPr>
            <p14:xfrm>
              <a:off x="2470406" y="5333783"/>
              <a:ext cx="1352880" cy="11916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2B689A66-A0D6-EDE1-3ADB-AB7EA07C419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416406" y="5226143"/>
                <a:ext cx="14605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BC19478D-38D3-FB07-A381-5076D3A8DDCE}"/>
                  </a:ext>
                </a:extLst>
              </p14:cNvPr>
              <p14:cNvContentPartPr/>
              <p14:nvPr/>
            </p14:nvContentPartPr>
            <p14:xfrm>
              <a:off x="4722566" y="5240903"/>
              <a:ext cx="3150720" cy="23472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BC19478D-38D3-FB07-A381-5076D3A8DDC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668926" y="5133263"/>
                <a:ext cx="325836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49A5A947-CC50-D3D6-89DC-84FA64CADEFB}"/>
                  </a:ext>
                </a:extLst>
              </p14:cNvPr>
              <p14:cNvContentPartPr/>
              <p14:nvPr/>
            </p14:nvContentPartPr>
            <p14:xfrm>
              <a:off x="9662486" y="5047223"/>
              <a:ext cx="904320" cy="63720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49A5A947-CC50-D3D6-89DC-84FA64CADEF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644846" y="5029223"/>
                <a:ext cx="939960" cy="6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5730B126-607D-EC3B-863B-7FFBBE8E8617}"/>
                  </a:ext>
                </a:extLst>
              </p14:cNvPr>
              <p14:cNvContentPartPr/>
              <p14:nvPr/>
            </p14:nvContentPartPr>
            <p14:xfrm>
              <a:off x="1712246" y="5394983"/>
              <a:ext cx="2517120" cy="91836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5730B126-607D-EC3B-863B-7FFBBE8E861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694246" y="5377343"/>
                <a:ext cx="2552760" cy="9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7A1B2918-E53B-C86D-C25D-1076FC3C06CE}"/>
                  </a:ext>
                </a:extLst>
              </p14:cNvPr>
              <p14:cNvContentPartPr/>
              <p14:nvPr/>
            </p14:nvContentPartPr>
            <p14:xfrm>
              <a:off x="6081926" y="4290863"/>
              <a:ext cx="1400400" cy="1404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7A1B2918-E53B-C86D-C25D-1076FC3C06C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063926" y="4272863"/>
                <a:ext cx="1436040" cy="4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" y="1367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50856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143" y="1243480"/>
            <a:ext cx="6168805" cy="5614520"/>
          </a:xfrm>
          <a:prstGeom prst="rect">
            <a:avLst/>
          </a:prstGeom>
          <a:ln>
            <a:noFill/>
            <a:prstDash val="solid"/>
          </a:ln>
        </p:spPr>
      </p:pic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0BEF9829-CA25-778E-EF26-8F9CE69A03DA}"/>
              </a:ext>
            </a:extLst>
          </p:cNvPr>
          <p:cNvGrpSpPr/>
          <p:nvPr/>
        </p:nvGrpSpPr>
        <p:grpSpPr>
          <a:xfrm>
            <a:off x="7087412" y="1478183"/>
            <a:ext cx="4632840" cy="542520"/>
            <a:chOff x="7087412" y="1478183"/>
            <a:chExt cx="463284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5DAEAB46-CC6B-40A0-9EA9-723242954EFC}"/>
                    </a:ext>
                  </a:extLst>
                </p14:cNvPr>
                <p14:cNvContentPartPr/>
                <p14:nvPr/>
              </p14:nvContentPartPr>
              <p14:xfrm>
                <a:off x="7087412" y="1639463"/>
                <a:ext cx="3987720" cy="7164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5DAEAB46-CC6B-40A0-9EA9-723242954E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69772" y="1621463"/>
                  <a:ext cx="4023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C19FDC1E-120D-1F79-57A7-03E73ECE7A5E}"/>
                    </a:ext>
                  </a:extLst>
                </p14:cNvPr>
                <p14:cNvContentPartPr/>
                <p14:nvPr/>
              </p14:nvContentPartPr>
              <p14:xfrm>
                <a:off x="10440452" y="1488983"/>
                <a:ext cx="701280" cy="53172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C19FDC1E-120D-1F79-57A7-03E73ECE7A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22452" y="1470983"/>
                  <a:ext cx="7369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8F561BC7-1784-FC6C-360F-57E42A9DC716}"/>
                    </a:ext>
                  </a:extLst>
                </p14:cNvPr>
                <p14:cNvContentPartPr/>
                <p14:nvPr/>
              </p14:nvContentPartPr>
              <p14:xfrm>
                <a:off x="11499212" y="1478183"/>
                <a:ext cx="221040" cy="32292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8F561BC7-1784-FC6C-360F-57E42A9DC7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81572" y="1460183"/>
                  <a:ext cx="256680" cy="35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E5266830-85A4-72EF-FB2A-2E7CE88E82A0}"/>
                  </a:ext>
                </a:extLst>
              </p14:cNvPr>
              <p14:cNvContentPartPr/>
              <p14:nvPr/>
            </p14:nvContentPartPr>
            <p14:xfrm>
              <a:off x="4445372" y="2113583"/>
              <a:ext cx="915840" cy="509040"/>
            </p14:xfrm>
          </p:contentPart>
        </mc:Choice>
        <mc:Fallback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E5266830-85A4-72EF-FB2A-2E7CE88E82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27372" y="2095583"/>
                <a:ext cx="95148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49B0A18F-8107-9105-1E80-9CAF79E2D05F}"/>
                  </a:ext>
                </a:extLst>
              </p14:cNvPr>
              <p14:cNvContentPartPr/>
              <p14:nvPr/>
            </p14:nvContentPartPr>
            <p14:xfrm>
              <a:off x="2814212" y="3754103"/>
              <a:ext cx="331920" cy="36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49B0A18F-8107-9105-1E80-9CAF79E2D0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6572" y="3736103"/>
                <a:ext cx="367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6D964133-D6C6-EBD3-92AC-A1D183C3646F}"/>
                  </a:ext>
                </a:extLst>
              </p14:cNvPr>
              <p14:cNvContentPartPr/>
              <p14:nvPr/>
            </p14:nvContentPartPr>
            <p14:xfrm>
              <a:off x="6494132" y="2868863"/>
              <a:ext cx="177120" cy="47196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6D964133-D6C6-EBD3-92AC-A1D183C364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76492" y="2851223"/>
                <a:ext cx="212760" cy="50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F19EFCBE-830E-305E-78B5-21025B78367A}"/>
              </a:ext>
            </a:extLst>
          </p:cNvPr>
          <p:cNvGrpSpPr/>
          <p:nvPr/>
        </p:nvGrpSpPr>
        <p:grpSpPr>
          <a:xfrm>
            <a:off x="4714292" y="2781023"/>
            <a:ext cx="758160" cy="258480"/>
            <a:chOff x="4714292" y="2781023"/>
            <a:chExt cx="75816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F737308F-A538-1B5A-E2AB-A57F6F82A035}"/>
                    </a:ext>
                  </a:extLst>
                </p14:cNvPr>
                <p14:cNvContentPartPr/>
                <p14:nvPr/>
              </p14:nvContentPartPr>
              <p14:xfrm>
                <a:off x="5356172" y="2781023"/>
                <a:ext cx="94680" cy="18000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F737308F-A538-1B5A-E2AB-A57F6F82A0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38172" y="2763023"/>
                  <a:ext cx="130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6" name="墨迹 135">
                  <a:extLst>
                    <a:ext uri="{FF2B5EF4-FFF2-40B4-BE49-F238E27FC236}">
                      <a16:creationId xmlns:a16="http://schemas.microsoft.com/office/drawing/2014/main" id="{18EF347C-CE89-BD61-208E-3AEDC890E67A}"/>
                    </a:ext>
                  </a:extLst>
                </p14:cNvPr>
                <p14:cNvContentPartPr/>
                <p14:nvPr/>
              </p14:nvContentPartPr>
              <p14:xfrm>
                <a:off x="5356172" y="2878943"/>
                <a:ext cx="116280" cy="112680"/>
              </p14:xfrm>
            </p:contentPart>
          </mc:Choice>
          <mc:Fallback>
            <p:pic>
              <p:nvPicPr>
                <p:cNvPr id="136" name="墨迹 135">
                  <a:extLst>
                    <a:ext uri="{FF2B5EF4-FFF2-40B4-BE49-F238E27FC236}">
                      <a16:creationId xmlns:a16="http://schemas.microsoft.com/office/drawing/2014/main" id="{18EF347C-CE89-BD61-208E-3AEDC890E6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38172" y="2861303"/>
                  <a:ext cx="151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8" name="墨迹 137">
                  <a:extLst>
                    <a:ext uri="{FF2B5EF4-FFF2-40B4-BE49-F238E27FC236}">
                      <a16:creationId xmlns:a16="http://schemas.microsoft.com/office/drawing/2014/main" id="{D085B06E-0167-E6C6-9EE5-7DE14DD73A63}"/>
                    </a:ext>
                  </a:extLst>
                </p14:cNvPr>
                <p14:cNvContentPartPr/>
                <p14:nvPr/>
              </p14:nvContentPartPr>
              <p14:xfrm>
                <a:off x="4760012" y="2814503"/>
                <a:ext cx="84600" cy="175320"/>
              </p14:xfrm>
            </p:contentPart>
          </mc:Choice>
          <mc:Fallback>
            <p:pic>
              <p:nvPicPr>
                <p:cNvPr id="138" name="墨迹 137">
                  <a:extLst>
                    <a:ext uri="{FF2B5EF4-FFF2-40B4-BE49-F238E27FC236}">
                      <a16:creationId xmlns:a16="http://schemas.microsoft.com/office/drawing/2014/main" id="{D085B06E-0167-E6C6-9EE5-7DE14DD73A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42372" y="2796503"/>
                  <a:ext cx="120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9" name="墨迹 138">
                  <a:extLst>
                    <a:ext uri="{FF2B5EF4-FFF2-40B4-BE49-F238E27FC236}">
                      <a16:creationId xmlns:a16="http://schemas.microsoft.com/office/drawing/2014/main" id="{3C722225-A21D-367B-E193-FF004DD739ED}"/>
                    </a:ext>
                  </a:extLst>
                </p14:cNvPr>
                <p14:cNvContentPartPr/>
                <p14:nvPr/>
              </p14:nvContentPartPr>
              <p14:xfrm>
                <a:off x="4714292" y="2935823"/>
                <a:ext cx="118080" cy="103680"/>
              </p14:xfrm>
            </p:contentPart>
          </mc:Choice>
          <mc:Fallback>
            <p:pic>
              <p:nvPicPr>
                <p:cNvPr id="139" name="墨迹 138">
                  <a:extLst>
                    <a:ext uri="{FF2B5EF4-FFF2-40B4-BE49-F238E27FC236}">
                      <a16:creationId xmlns:a16="http://schemas.microsoft.com/office/drawing/2014/main" id="{3C722225-A21D-367B-E193-FF004DD739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96652" y="2918183"/>
                  <a:ext cx="15372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43142B11-09F2-722D-FC3A-49D5E97CBAFE}"/>
                  </a:ext>
                </a:extLst>
              </p14:cNvPr>
              <p14:cNvContentPartPr/>
              <p14:nvPr/>
            </p14:nvContentPartPr>
            <p14:xfrm>
              <a:off x="7071572" y="2688503"/>
              <a:ext cx="381240" cy="76356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43142B11-09F2-722D-FC3A-49D5E97CBA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53932" y="2670503"/>
                <a:ext cx="416880" cy="79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0DD98E2E-9D28-DFB4-F01F-949089DA999A}"/>
              </a:ext>
            </a:extLst>
          </p:cNvPr>
          <p:cNvGrpSpPr/>
          <p:nvPr/>
        </p:nvGrpSpPr>
        <p:grpSpPr>
          <a:xfrm>
            <a:off x="7534532" y="1967063"/>
            <a:ext cx="3137760" cy="948960"/>
            <a:chOff x="7534532" y="1967063"/>
            <a:chExt cx="3137760" cy="94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5824DD13-B462-0F7E-E2A2-8EB31203EE56}"/>
                    </a:ext>
                  </a:extLst>
                </p14:cNvPr>
                <p14:cNvContentPartPr/>
                <p14:nvPr/>
              </p14:nvContentPartPr>
              <p14:xfrm>
                <a:off x="7550012" y="1967063"/>
                <a:ext cx="328680" cy="5400"/>
              </p14:xfrm>
            </p:contentPart>
          </mc:Choice>
          <mc:Fallback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5824DD13-B462-0F7E-E2A2-8EB31203EE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32012" y="1949063"/>
                  <a:ext cx="364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7" name="墨迹 156">
                  <a:extLst>
                    <a:ext uri="{FF2B5EF4-FFF2-40B4-BE49-F238E27FC236}">
                      <a16:creationId xmlns:a16="http://schemas.microsoft.com/office/drawing/2014/main" id="{7DDB357B-FF85-F870-442B-B1016008F77D}"/>
                    </a:ext>
                  </a:extLst>
                </p14:cNvPr>
                <p14:cNvContentPartPr/>
                <p14:nvPr/>
              </p14:nvContentPartPr>
              <p14:xfrm>
                <a:off x="7534532" y="1975343"/>
                <a:ext cx="340560" cy="802080"/>
              </p14:xfrm>
            </p:contentPart>
          </mc:Choice>
          <mc:Fallback>
            <p:pic>
              <p:nvPicPr>
                <p:cNvPr id="157" name="墨迹 156">
                  <a:extLst>
                    <a:ext uri="{FF2B5EF4-FFF2-40B4-BE49-F238E27FC236}">
                      <a16:creationId xmlns:a16="http://schemas.microsoft.com/office/drawing/2014/main" id="{7DDB357B-FF85-F870-442B-B1016008F7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16892" y="1957703"/>
                  <a:ext cx="37620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8" name="墨迹 157">
                  <a:extLst>
                    <a:ext uri="{FF2B5EF4-FFF2-40B4-BE49-F238E27FC236}">
                      <a16:creationId xmlns:a16="http://schemas.microsoft.com/office/drawing/2014/main" id="{5C019DBF-0747-0B65-8435-F65C03F31A97}"/>
                    </a:ext>
                  </a:extLst>
                </p14:cNvPr>
                <p14:cNvContentPartPr/>
                <p14:nvPr/>
              </p14:nvContentPartPr>
              <p14:xfrm>
                <a:off x="10005572" y="1989743"/>
                <a:ext cx="666720" cy="926280"/>
              </p14:xfrm>
            </p:contentPart>
          </mc:Choice>
          <mc:Fallback>
            <p:pic>
              <p:nvPicPr>
                <p:cNvPr id="158" name="墨迹 157">
                  <a:extLst>
                    <a:ext uri="{FF2B5EF4-FFF2-40B4-BE49-F238E27FC236}">
                      <a16:creationId xmlns:a16="http://schemas.microsoft.com/office/drawing/2014/main" id="{5C019DBF-0747-0B65-8435-F65C03F31A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87572" y="1971743"/>
                  <a:ext cx="702360" cy="9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9" name="墨迹 158">
                  <a:extLst>
                    <a:ext uri="{FF2B5EF4-FFF2-40B4-BE49-F238E27FC236}">
                      <a16:creationId xmlns:a16="http://schemas.microsoft.com/office/drawing/2014/main" id="{6E36C600-E510-C409-5B23-8A18F74AE0D0}"/>
                    </a:ext>
                  </a:extLst>
                </p14:cNvPr>
                <p14:cNvContentPartPr/>
                <p14:nvPr/>
              </p14:nvContentPartPr>
              <p14:xfrm>
                <a:off x="7952852" y="2189183"/>
                <a:ext cx="262800" cy="15120"/>
              </p14:xfrm>
            </p:contentPart>
          </mc:Choice>
          <mc:Fallback>
            <p:pic>
              <p:nvPicPr>
                <p:cNvPr id="159" name="墨迹 158">
                  <a:extLst>
                    <a:ext uri="{FF2B5EF4-FFF2-40B4-BE49-F238E27FC236}">
                      <a16:creationId xmlns:a16="http://schemas.microsoft.com/office/drawing/2014/main" id="{6E36C600-E510-C409-5B23-8A18F74AE0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34852" y="2171543"/>
                  <a:ext cx="298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72300699-80FD-2841-A253-8131B4C25172}"/>
                    </a:ext>
                  </a:extLst>
                </p14:cNvPr>
                <p14:cNvContentPartPr/>
                <p14:nvPr/>
              </p14:nvContentPartPr>
              <p14:xfrm>
                <a:off x="7906412" y="2189183"/>
                <a:ext cx="189360" cy="353880"/>
              </p14:xfrm>
            </p:contentPart>
          </mc:Choice>
          <mc:Fallback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72300699-80FD-2841-A253-8131B4C251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88772" y="2171543"/>
                  <a:ext cx="2250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C0DDA89A-AE3C-0B38-F178-F863C5432875}"/>
                    </a:ext>
                  </a:extLst>
                </p14:cNvPr>
                <p14:cNvContentPartPr/>
                <p14:nvPr/>
              </p14:nvContentPartPr>
              <p14:xfrm>
                <a:off x="8497892" y="2136983"/>
                <a:ext cx="131760" cy="546120"/>
              </p14:xfrm>
            </p:contentPart>
          </mc:Choice>
          <mc:Fallback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C0DDA89A-AE3C-0B38-F178-F863C54328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80252" y="2119343"/>
                  <a:ext cx="16740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DDFBE4CB-7EA3-DCD8-3DF5-DFDE32E45043}"/>
                    </a:ext>
                  </a:extLst>
                </p14:cNvPr>
                <p14:cNvContentPartPr/>
                <p14:nvPr/>
              </p14:nvContentPartPr>
              <p14:xfrm>
                <a:off x="8910812" y="2617223"/>
                <a:ext cx="8640" cy="6480"/>
              </p14:xfrm>
            </p:contentPart>
          </mc:Choice>
          <mc:Fallback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DDFBE4CB-7EA3-DCD8-3DF5-DFDE32E450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93172" y="2599583"/>
                  <a:ext cx="44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63" name="墨迹 162">
                  <a:extLst>
                    <a:ext uri="{FF2B5EF4-FFF2-40B4-BE49-F238E27FC236}">
                      <a16:creationId xmlns:a16="http://schemas.microsoft.com/office/drawing/2014/main" id="{98E0D46A-4194-FF68-846C-9D714BF7F0CC}"/>
                    </a:ext>
                  </a:extLst>
                </p14:cNvPr>
                <p14:cNvContentPartPr/>
                <p14:nvPr/>
              </p14:nvContentPartPr>
              <p14:xfrm>
                <a:off x="9030692" y="2260463"/>
                <a:ext cx="253080" cy="9000"/>
              </p14:xfrm>
            </p:contentPart>
          </mc:Choice>
          <mc:Fallback>
            <p:pic>
              <p:nvPicPr>
                <p:cNvPr id="163" name="墨迹 162">
                  <a:extLst>
                    <a:ext uri="{FF2B5EF4-FFF2-40B4-BE49-F238E27FC236}">
                      <a16:creationId xmlns:a16="http://schemas.microsoft.com/office/drawing/2014/main" id="{98E0D46A-4194-FF68-846C-9D714BF7F0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12692" y="2242823"/>
                  <a:ext cx="288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4" name="墨迹 163">
                  <a:extLst>
                    <a:ext uri="{FF2B5EF4-FFF2-40B4-BE49-F238E27FC236}">
                      <a16:creationId xmlns:a16="http://schemas.microsoft.com/office/drawing/2014/main" id="{23BAC68F-453A-5198-F761-864EE00B1D02}"/>
                    </a:ext>
                  </a:extLst>
                </p14:cNvPr>
                <p14:cNvContentPartPr/>
                <p14:nvPr/>
              </p14:nvContentPartPr>
              <p14:xfrm>
                <a:off x="9118172" y="2252183"/>
                <a:ext cx="190440" cy="382680"/>
              </p14:xfrm>
            </p:contentPart>
          </mc:Choice>
          <mc:Fallback>
            <p:pic>
              <p:nvPicPr>
                <p:cNvPr id="164" name="墨迹 163">
                  <a:extLst>
                    <a:ext uri="{FF2B5EF4-FFF2-40B4-BE49-F238E27FC236}">
                      <a16:creationId xmlns:a16="http://schemas.microsoft.com/office/drawing/2014/main" id="{23BAC68F-453A-5198-F761-864EE00B1D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00172" y="2234543"/>
                  <a:ext cx="2260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5" name="墨迹 164">
                  <a:extLst>
                    <a:ext uri="{FF2B5EF4-FFF2-40B4-BE49-F238E27FC236}">
                      <a16:creationId xmlns:a16="http://schemas.microsoft.com/office/drawing/2014/main" id="{768AD8C8-CB88-F708-B0BD-9A5D1AA60198}"/>
                    </a:ext>
                  </a:extLst>
                </p14:cNvPr>
                <p14:cNvContentPartPr/>
                <p14:nvPr/>
              </p14:nvContentPartPr>
              <p14:xfrm>
                <a:off x="9424892" y="2272703"/>
                <a:ext cx="328320" cy="456840"/>
              </p14:xfrm>
            </p:contentPart>
          </mc:Choice>
          <mc:Fallback>
            <p:pic>
              <p:nvPicPr>
                <p:cNvPr id="165" name="墨迹 164">
                  <a:extLst>
                    <a:ext uri="{FF2B5EF4-FFF2-40B4-BE49-F238E27FC236}">
                      <a16:creationId xmlns:a16="http://schemas.microsoft.com/office/drawing/2014/main" id="{768AD8C8-CB88-F708-B0BD-9A5D1AA6019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07252" y="2254703"/>
                  <a:ext cx="363960" cy="49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A4FE6524-00C4-42A3-5B94-CE1D5997357E}"/>
              </a:ext>
            </a:extLst>
          </p:cNvPr>
          <p:cNvGrpSpPr/>
          <p:nvPr/>
        </p:nvGrpSpPr>
        <p:grpSpPr>
          <a:xfrm>
            <a:off x="6861332" y="4395623"/>
            <a:ext cx="674640" cy="515880"/>
            <a:chOff x="6861332" y="4395623"/>
            <a:chExt cx="674640" cy="51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D332092C-5CDB-3CC4-F80F-FAEB09BE2AE2}"/>
                    </a:ext>
                  </a:extLst>
                </p14:cNvPr>
                <p14:cNvContentPartPr/>
                <p14:nvPr/>
              </p14:nvContentPartPr>
              <p14:xfrm>
                <a:off x="7277492" y="4395623"/>
                <a:ext cx="155520" cy="21960"/>
              </p14:xfrm>
            </p:contentPart>
          </mc:Choice>
          <mc:Fallback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D332092C-5CDB-3CC4-F80F-FAEB09BE2AE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59492" y="4377623"/>
                  <a:ext cx="191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0" name="墨迹 169">
                  <a:extLst>
                    <a:ext uri="{FF2B5EF4-FFF2-40B4-BE49-F238E27FC236}">
                      <a16:creationId xmlns:a16="http://schemas.microsoft.com/office/drawing/2014/main" id="{360F4DED-5373-8D81-3A28-2DE5D4EEF899}"/>
                    </a:ext>
                  </a:extLst>
                </p14:cNvPr>
                <p14:cNvContentPartPr/>
                <p14:nvPr/>
              </p14:nvContentPartPr>
              <p14:xfrm>
                <a:off x="7339412" y="4404263"/>
                <a:ext cx="196560" cy="394560"/>
              </p14:xfrm>
            </p:contentPart>
          </mc:Choice>
          <mc:Fallback>
            <p:pic>
              <p:nvPicPr>
                <p:cNvPr id="170" name="墨迹 169">
                  <a:extLst>
                    <a:ext uri="{FF2B5EF4-FFF2-40B4-BE49-F238E27FC236}">
                      <a16:creationId xmlns:a16="http://schemas.microsoft.com/office/drawing/2014/main" id="{360F4DED-5373-8D81-3A28-2DE5D4EEF8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1412" y="4386263"/>
                  <a:ext cx="2322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DA715CC4-E9CD-CD53-E76D-D93CEA0541A9}"/>
                    </a:ext>
                  </a:extLst>
                </p14:cNvPr>
                <p14:cNvContentPartPr/>
                <p14:nvPr/>
              </p14:nvContentPartPr>
              <p14:xfrm>
                <a:off x="6861332" y="4437743"/>
                <a:ext cx="93600" cy="473760"/>
              </p14:xfrm>
            </p:contentPart>
          </mc:Choice>
          <mc:Fallback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DA715CC4-E9CD-CD53-E76D-D93CEA0541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43332" y="4419743"/>
                  <a:ext cx="12924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2" name="墨迹 171">
                  <a:extLst>
                    <a:ext uri="{FF2B5EF4-FFF2-40B4-BE49-F238E27FC236}">
                      <a16:creationId xmlns:a16="http://schemas.microsoft.com/office/drawing/2014/main" id="{87223962-B076-29F0-03AB-65608523EA7A}"/>
                    </a:ext>
                  </a:extLst>
                </p14:cNvPr>
                <p14:cNvContentPartPr/>
                <p14:nvPr/>
              </p14:nvContentPartPr>
              <p14:xfrm>
                <a:off x="6880772" y="4458623"/>
                <a:ext cx="167760" cy="274320"/>
              </p14:xfrm>
            </p:contentPart>
          </mc:Choice>
          <mc:Fallback>
            <p:pic>
              <p:nvPicPr>
                <p:cNvPr id="172" name="墨迹 171">
                  <a:extLst>
                    <a:ext uri="{FF2B5EF4-FFF2-40B4-BE49-F238E27FC236}">
                      <a16:creationId xmlns:a16="http://schemas.microsoft.com/office/drawing/2014/main" id="{87223962-B076-29F0-03AB-65608523EA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62772" y="4440623"/>
                  <a:ext cx="20340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2D38E18E-B0E3-F653-639F-FB21D1BE4285}"/>
              </a:ext>
            </a:extLst>
          </p:cNvPr>
          <p:cNvGrpSpPr/>
          <p:nvPr/>
        </p:nvGrpSpPr>
        <p:grpSpPr>
          <a:xfrm>
            <a:off x="7969412" y="2948423"/>
            <a:ext cx="673200" cy="1888200"/>
            <a:chOff x="7969412" y="2948423"/>
            <a:chExt cx="673200" cy="18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7" name="墨迹 166">
                  <a:extLst>
                    <a:ext uri="{FF2B5EF4-FFF2-40B4-BE49-F238E27FC236}">
                      <a16:creationId xmlns:a16="http://schemas.microsoft.com/office/drawing/2014/main" id="{EBDA0FC5-ADE5-2280-0E47-03DD09B74433}"/>
                    </a:ext>
                  </a:extLst>
                </p14:cNvPr>
                <p14:cNvContentPartPr/>
                <p14:nvPr/>
              </p14:nvContentPartPr>
              <p14:xfrm>
                <a:off x="8101892" y="2948423"/>
                <a:ext cx="540720" cy="1175760"/>
              </p14:xfrm>
            </p:contentPart>
          </mc:Choice>
          <mc:Fallback>
            <p:pic>
              <p:nvPicPr>
                <p:cNvPr id="167" name="墨迹 166">
                  <a:extLst>
                    <a:ext uri="{FF2B5EF4-FFF2-40B4-BE49-F238E27FC236}">
                      <a16:creationId xmlns:a16="http://schemas.microsoft.com/office/drawing/2014/main" id="{EBDA0FC5-ADE5-2280-0E47-03DD09B744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84252" y="2930783"/>
                  <a:ext cx="576360" cy="12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8" name="墨迹 167">
                  <a:extLst>
                    <a:ext uri="{FF2B5EF4-FFF2-40B4-BE49-F238E27FC236}">
                      <a16:creationId xmlns:a16="http://schemas.microsoft.com/office/drawing/2014/main" id="{48B06F47-45DF-33B1-F7D0-7A2CC72E7D66}"/>
                    </a:ext>
                  </a:extLst>
                </p14:cNvPr>
                <p14:cNvContentPartPr/>
                <p14:nvPr/>
              </p14:nvContentPartPr>
              <p14:xfrm>
                <a:off x="8069852" y="3867143"/>
                <a:ext cx="236160" cy="378360"/>
              </p14:xfrm>
            </p:contentPart>
          </mc:Choice>
          <mc:Fallback>
            <p:pic>
              <p:nvPicPr>
                <p:cNvPr id="168" name="墨迹 167">
                  <a:extLst>
                    <a:ext uri="{FF2B5EF4-FFF2-40B4-BE49-F238E27FC236}">
                      <a16:creationId xmlns:a16="http://schemas.microsoft.com/office/drawing/2014/main" id="{48B06F47-45DF-33B1-F7D0-7A2CC72E7D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52212" y="3849503"/>
                  <a:ext cx="2718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3" name="墨迹 172">
                  <a:extLst>
                    <a:ext uri="{FF2B5EF4-FFF2-40B4-BE49-F238E27FC236}">
                      <a16:creationId xmlns:a16="http://schemas.microsoft.com/office/drawing/2014/main" id="{9B7803BB-B86B-6D41-371C-F4F50A028945}"/>
                    </a:ext>
                  </a:extLst>
                </p14:cNvPr>
                <p14:cNvContentPartPr/>
                <p14:nvPr/>
              </p14:nvContentPartPr>
              <p14:xfrm>
                <a:off x="7969412" y="4420823"/>
                <a:ext cx="240480" cy="415800"/>
              </p14:xfrm>
            </p:contentPart>
          </mc:Choice>
          <mc:Fallback>
            <p:pic>
              <p:nvPicPr>
                <p:cNvPr id="173" name="墨迹 172">
                  <a:extLst>
                    <a:ext uri="{FF2B5EF4-FFF2-40B4-BE49-F238E27FC236}">
                      <a16:creationId xmlns:a16="http://schemas.microsoft.com/office/drawing/2014/main" id="{9B7803BB-B86B-6D41-371C-F4F50A0289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51412" y="4402823"/>
                  <a:ext cx="276120" cy="45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DB1E531E-087B-F980-55AD-BD6FE4A1E6AA}"/>
              </a:ext>
            </a:extLst>
          </p:cNvPr>
          <p:cNvGrpSpPr/>
          <p:nvPr/>
        </p:nvGrpSpPr>
        <p:grpSpPr>
          <a:xfrm>
            <a:off x="9651332" y="3182783"/>
            <a:ext cx="1112760" cy="1905840"/>
            <a:chOff x="9651332" y="3182783"/>
            <a:chExt cx="1112760" cy="19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4" name="墨迹 173">
                  <a:extLst>
                    <a:ext uri="{FF2B5EF4-FFF2-40B4-BE49-F238E27FC236}">
                      <a16:creationId xmlns:a16="http://schemas.microsoft.com/office/drawing/2014/main" id="{D10A71EA-D1A2-8669-36CE-50DCE95E071D}"/>
                    </a:ext>
                  </a:extLst>
                </p14:cNvPr>
                <p14:cNvContentPartPr/>
                <p14:nvPr/>
              </p14:nvContentPartPr>
              <p14:xfrm>
                <a:off x="9651332" y="3182783"/>
                <a:ext cx="683640" cy="1013040"/>
              </p14:xfrm>
            </p:contentPart>
          </mc:Choice>
          <mc:Fallback>
            <p:pic>
              <p:nvPicPr>
                <p:cNvPr id="174" name="墨迹 173">
                  <a:extLst>
                    <a:ext uri="{FF2B5EF4-FFF2-40B4-BE49-F238E27FC236}">
                      <a16:creationId xmlns:a16="http://schemas.microsoft.com/office/drawing/2014/main" id="{D10A71EA-D1A2-8669-36CE-50DCE95E07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33332" y="3164783"/>
                  <a:ext cx="719280" cy="10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5" name="墨迹 174">
                  <a:extLst>
                    <a:ext uri="{FF2B5EF4-FFF2-40B4-BE49-F238E27FC236}">
                      <a16:creationId xmlns:a16="http://schemas.microsoft.com/office/drawing/2014/main" id="{E34D7296-09BB-A67A-2312-B13286BCA56A}"/>
                    </a:ext>
                  </a:extLst>
                </p14:cNvPr>
                <p14:cNvContentPartPr/>
                <p14:nvPr/>
              </p14:nvContentPartPr>
              <p14:xfrm>
                <a:off x="10161452" y="3980543"/>
                <a:ext cx="212760" cy="347760"/>
              </p14:xfrm>
            </p:contentPart>
          </mc:Choice>
          <mc:Fallback>
            <p:pic>
              <p:nvPicPr>
                <p:cNvPr id="175" name="墨迹 174">
                  <a:extLst>
                    <a:ext uri="{FF2B5EF4-FFF2-40B4-BE49-F238E27FC236}">
                      <a16:creationId xmlns:a16="http://schemas.microsoft.com/office/drawing/2014/main" id="{E34D7296-09BB-A67A-2312-B13286BCA56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43812" y="3962543"/>
                  <a:ext cx="2484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722A34EE-8620-97ED-6057-7078070DDBC9}"/>
                    </a:ext>
                  </a:extLst>
                </p14:cNvPr>
                <p14:cNvContentPartPr/>
                <p14:nvPr/>
              </p14:nvContentPartPr>
              <p14:xfrm>
                <a:off x="9825932" y="4599023"/>
                <a:ext cx="195120" cy="231480"/>
              </p14:xfrm>
            </p:contentPart>
          </mc:Choice>
          <mc:Fallback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722A34EE-8620-97ED-6057-7078070DDB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07932" y="4581023"/>
                  <a:ext cx="230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881F6B84-C020-EF41-28AB-70842FCB0D31}"/>
                    </a:ext>
                  </a:extLst>
                </p14:cNvPr>
                <p14:cNvContentPartPr/>
                <p14:nvPr/>
              </p14:nvContentPartPr>
              <p14:xfrm>
                <a:off x="10192412" y="4625663"/>
                <a:ext cx="194760" cy="1080"/>
              </p14:xfrm>
            </p:contentPart>
          </mc:Choice>
          <mc:Fallback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881F6B84-C020-EF41-28AB-70842FCB0D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74772" y="4608023"/>
                  <a:ext cx="230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8" name="墨迹 177">
                  <a:extLst>
                    <a:ext uri="{FF2B5EF4-FFF2-40B4-BE49-F238E27FC236}">
                      <a16:creationId xmlns:a16="http://schemas.microsoft.com/office/drawing/2014/main" id="{5DDD9014-8219-D0B2-BBDB-B14579FB0D51}"/>
                    </a:ext>
                  </a:extLst>
                </p14:cNvPr>
                <p14:cNvContentPartPr/>
                <p14:nvPr/>
              </p14:nvContentPartPr>
              <p14:xfrm>
                <a:off x="10289612" y="4596863"/>
                <a:ext cx="84960" cy="294480"/>
              </p14:xfrm>
            </p:contentPart>
          </mc:Choice>
          <mc:Fallback>
            <p:pic>
              <p:nvPicPr>
                <p:cNvPr id="178" name="墨迹 177">
                  <a:extLst>
                    <a:ext uri="{FF2B5EF4-FFF2-40B4-BE49-F238E27FC236}">
                      <a16:creationId xmlns:a16="http://schemas.microsoft.com/office/drawing/2014/main" id="{5DDD9014-8219-D0B2-BBDB-B14579FB0D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71612" y="4579223"/>
                  <a:ext cx="1206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3" name="墨迹 182">
                  <a:extLst>
                    <a:ext uri="{FF2B5EF4-FFF2-40B4-BE49-F238E27FC236}">
                      <a16:creationId xmlns:a16="http://schemas.microsoft.com/office/drawing/2014/main" id="{9969DC8E-88C5-26AA-226D-DBF074DA6769}"/>
                    </a:ext>
                  </a:extLst>
                </p14:cNvPr>
                <p14:cNvContentPartPr/>
                <p14:nvPr/>
              </p14:nvContentPartPr>
              <p14:xfrm>
                <a:off x="10615772" y="4538183"/>
                <a:ext cx="148320" cy="550440"/>
              </p14:xfrm>
            </p:contentPart>
          </mc:Choice>
          <mc:Fallback>
            <p:pic>
              <p:nvPicPr>
                <p:cNvPr id="183" name="墨迹 182">
                  <a:extLst>
                    <a:ext uri="{FF2B5EF4-FFF2-40B4-BE49-F238E27FC236}">
                      <a16:creationId xmlns:a16="http://schemas.microsoft.com/office/drawing/2014/main" id="{9969DC8E-88C5-26AA-226D-DBF074DA67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97772" y="4520543"/>
                  <a:ext cx="183960" cy="58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13E8AF31-03D3-75CA-F077-811B04680D15}"/>
                  </a:ext>
                </a:extLst>
              </p14:cNvPr>
              <p14:cNvContentPartPr/>
              <p14:nvPr/>
            </p14:nvContentPartPr>
            <p14:xfrm>
              <a:off x="2109692" y="2067503"/>
              <a:ext cx="3138480" cy="79920"/>
            </p14:xfrm>
          </p:contentPart>
        </mc:Choice>
        <mc:Fallback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13E8AF31-03D3-75CA-F077-811B04680D1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56052" y="1959863"/>
                <a:ext cx="32461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53068A79-FB10-9765-5E66-8ED452D802A8}"/>
                  </a:ext>
                </a:extLst>
              </p14:cNvPr>
              <p14:cNvContentPartPr/>
              <p14:nvPr/>
            </p14:nvContentPartPr>
            <p14:xfrm>
              <a:off x="2512172" y="2914943"/>
              <a:ext cx="1178280" cy="16920"/>
            </p14:xfrm>
          </p:contentPart>
        </mc:Choice>
        <mc:Fallback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53068A79-FB10-9765-5E66-8ED452D802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58532" y="2807303"/>
                <a:ext cx="12859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347B1AF3-DAD7-E242-D638-43C07EBEA414}"/>
                  </a:ext>
                </a:extLst>
              </p14:cNvPr>
              <p14:cNvContentPartPr/>
              <p14:nvPr/>
            </p14:nvContentPartPr>
            <p14:xfrm>
              <a:off x="2918972" y="3055703"/>
              <a:ext cx="4299840" cy="73800"/>
            </p14:xfrm>
          </p:contentPart>
        </mc:Choice>
        <mc:Fallback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347B1AF3-DAD7-E242-D638-43C07EBEA41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64972" y="2947703"/>
                <a:ext cx="4407480" cy="28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" y="1367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50856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6" y="1891679"/>
            <a:ext cx="6745122" cy="364312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115" y="4175893"/>
            <a:ext cx="6603885" cy="832809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07A161C-EFD8-7393-E466-50406C5FAF63}"/>
                  </a:ext>
                </a:extLst>
              </p14:cNvPr>
              <p14:cNvContentPartPr/>
              <p14:nvPr/>
            </p14:nvContentPartPr>
            <p14:xfrm>
              <a:off x="293492" y="5299223"/>
              <a:ext cx="1886400" cy="568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07A161C-EFD8-7393-E466-50406C5FAF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5492" y="5281583"/>
                <a:ext cx="192204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49621E81-81DC-DC92-BBCE-0F2811FEEDB6}"/>
              </a:ext>
            </a:extLst>
          </p:cNvPr>
          <p:cNvGrpSpPr/>
          <p:nvPr/>
        </p:nvGrpSpPr>
        <p:grpSpPr>
          <a:xfrm>
            <a:off x="148772" y="4917983"/>
            <a:ext cx="1366920" cy="824400"/>
            <a:chOff x="148772" y="4917983"/>
            <a:chExt cx="1366920" cy="82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9E41AEE8-6043-79AF-29C3-D57EECFDB878}"/>
                    </a:ext>
                  </a:extLst>
                </p14:cNvPr>
                <p14:cNvContentPartPr/>
                <p14:nvPr/>
              </p14:nvContentPartPr>
              <p14:xfrm>
                <a:off x="262532" y="4917983"/>
                <a:ext cx="591840" cy="3636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9E41AEE8-6043-79AF-29C3-D57EECFDB8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4532" y="4899983"/>
                  <a:ext cx="6274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EC8200FA-0F83-AD03-7558-0F72FBAEBF0F}"/>
                    </a:ext>
                  </a:extLst>
                </p14:cNvPr>
                <p14:cNvContentPartPr/>
                <p14:nvPr/>
              </p14:nvContentPartPr>
              <p14:xfrm>
                <a:off x="1000532" y="4920863"/>
                <a:ext cx="515160" cy="4795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EC8200FA-0F83-AD03-7558-0F72FBAEBF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2532" y="4903223"/>
                  <a:ext cx="5508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8437DA0-85F3-DE2F-DA5A-F67EB3EBC9AE}"/>
                    </a:ext>
                  </a:extLst>
                </p14:cNvPr>
                <p14:cNvContentPartPr/>
                <p14:nvPr/>
              </p14:nvContentPartPr>
              <p14:xfrm>
                <a:off x="148772" y="5286623"/>
                <a:ext cx="648360" cy="4557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8437DA0-85F3-DE2F-DA5A-F67EB3EBC9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772" y="5268983"/>
                  <a:ext cx="684000" cy="49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DFD3EDD-1ADE-4304-21E0-B1633642DF55}"/>
                  </a:ext>
                </a:extLst>
              </p14:cNvPr>
              <p14:cNvContentPartPr/>
              <p14:nvPr/>
            </p14:nvContentPartPr>
            <p14:xfrm>
              <a:off x="1081892" y="5649863"/>
              <a:ext cx="901800" cy="468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DFD3EDD-1ADE-4304-21E0-B1633642DF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4252" y="5631863"/>
                <a:ext cx="937440" cy="4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" y="1367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贪心</a:t>
            </a:r>
            <a:r>
              <a:rPr lang="en-US" sz="41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650856" y="301819"/>
            <a:ext cx="43815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2024_CA_省C.训练士兵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832" y="3616432"/>
            <a:ext cx="8479437" cy="292024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81" y="1252578"/>
            <a:ext cx="7899460" cy="2363854"/>
          </a:xfrm>
          <a:prstGeom prst="rect">
            <a:avLst/>
          </a:prstGeom>
          <a:ln>
            <a:noFill/>
            <a:prstDash val="solid"/>
          </a:ln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5B4CE3C-DAA2-0A79-BE68-39F7CC611A8D}"/>
              </a:ext>
            </a:extLst>
          </p:cNvPr>
          <p:cNvGrpSpPr/>
          <p:nvPr/>
        </p:nvGrpSpPr>
        <p:grpSpPr>
          <a:xfrm>
            <a:off x="698852" y="1127183"/>
            <a:ext cx="651960" cy="4964760"/>
            <a:chOff x="698852" y="1127183"/>
            <a:chExt cx="651960" cy="49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80D8E60C-3176-5FDD-C20A-4DA45A3DBFE4}"/>
                    </a:ext>
                  </a:extLst>
                </p14:cNvPr>
                <p14:cNvContentPartPr/>
                <p14:nvPr/>
              </p14:nvContentPartPr>
              <p14:xfrm>
                <a:off x="812972" y="3435143"/>
                <a:ext cx="529560" cy="26568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80D8E60C-3176-5FDD-C20A-4DA45A3DBF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4972" y="3417143"/>
                  <a:ext cx="565200" cy="26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C486BDFE-5CDE-735F-5D50-71E11DCBDE26}"/>
                    </a:ext>
                  </a:extLst>
                </p14:cNvPr>
                <p14:cNvContentPartPr/>
                <p14:nvPr/>
              </p14:nvContentPartPr>
              <p14:xfrm>
                <a:off x="698852" y="1127183"/>
                <a:ext cx="651960" cy="20617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C486BDFE-5CDE-735F-5D50-71E11DCBDE2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0852" y="1109543"/>
                  <a:ext cx="687600" cy="209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2EAF5A2-EFD0-A911-919C-09A778661D5B}"/>
                  </a:ext>
                </a:extLst>
              </p14:cNvPr>
              <p14:cNvContentPartPr/>
              <p14:nvPr/>
            </p14:nvContentPartPr>
            <p14:xfrm>
              <a:off x="1877492" y="1084703"/>
              <a:ext cx="1532520" cy="6192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2EAF5A2-EFD0-A911-919C-09A778661D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59852" y="1067063"/>
                <a:ext cx="156816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4FEE5CB5-9B16-5146-095F-8DF3D5CDCD92}"/>
                  </a:ext>
                </a:extLst>
              </p14:cNvPr>
              <p14:cNvContentPartPr/>
              <p14:nvPr/>
            </p14:nvContentPartPr>
            <p14:xfrm>
              <a:off x="1535132" y="1396103"/>
              <a:ext cx="2365560" cy="176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4FEE5CB5-9B16-5146-095F-8DF3D5CDCD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81132" y="1288463"/>
                <a:ext cx="24732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0E7D235-985F-67B5-55F1-EC521816A507}"/>
                  </a:ext>
                </a:extLst>
              </p14:cNvPr>
              <p14:cNvContentPartPr/>
              <p14:nvPr/>
            </p14:nvContentPartPr>
            <p14:xfrm>
              <a:off x="1404812" y="3723863"/>
              <a:ext cx="2213640" cy="183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0E7D235-985F-67B5-55F1-EC521816A5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51172" y="3616223"/>
                <a:ext cx="23212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EEA20A3-C07B-5E8F-56BE-7F6DC56E08E3}"/>
                  </a:ext>
                </a:extLst>
              </p14:cNvPr>
              <p14:cNvContentPartPr/>
              <p14:nvPr/>
            </p14:nvContentPartPr>
            <p14:xfrm>
              <a:off x="4257452" y="1383503"/>
              <a:ext cx="1617480" cy="3024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EEA20A3-C07B-5E8F-56BE-7F6DC56E08E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03452" y="1275863"/>
                <a:ext cx="1725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8489FF07-F723-AADE-30F3-2FF60EB1689C}"/>
                  </a:ext>
                </a:extLst>
              </p14:cNvPr>
              <p14:cNvContentPartPr/>
              <p14:nvPr/>
            </p14:nvContentPartPr>
            <p14:xfrm>
              <a:off x="2004932" y="4097903"/>
              <a:ext cx="1485360" cy="129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8489FF07-F723-AADE-30F3-2FF60EB1689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0932" y="3990263"/>
                <a:ext cx="15930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FFACC40C-8D9C-5278-E041-8698D99CD90A}"/>
                  </a:ext>
                </a:extLst>
              </p14:cNvPr>
              <p14:cNvContentPartPr/>
              <p14:nvPr/>
            </p14:nvContentPartPr>
            <p14:xfrm>
              <a:off x="4219292" y="4062983"/>
              <a:ext cx="1149120" cy="8568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FFACC40C-8D9C-5278-E041-8698D99CD90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65652" y="3954983"/>
                <a:ext cx="12567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5ED66EC-F2B4-7CA6-9DE0-6A74D3A835DB}"/>
                  </a:ext>
                </a:extLst>
              </p14:cNvPr>
              <p14:cNvContentPartPr/>
              <p14:nvPr/>
            </p14:nvContentPartPr>
            <p14:xfrm>
              <a:off x="5998052" y="1484663"/>
              <a:ext cx="1013400" cy="1296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5ED66EC-F2B4-7CA6-9DE0-6A74D3A835D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944052" y="1376663"/>
                <a:ext cx="11210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5DBD73A3-B4A4-9CEA-F37F-70A45FA869AE}"/>
                  </a:ext>
                </a:extLst>
              </p14:cNvPr>
              <p14:cNvContentPartPr/>
              <p14:nvPr/>
            </p14:nvContentPartPr>
            <p14:xfrm>
              <a:off x="3124532" y="1841063"/>
              <a:ext cx="1751760" cy="223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5DBD73A3-B4A4-9CEA-F37F-70A45FA869A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70892" y="1733423"/>
                <a:ext cx="1859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2EBE375E-B4ED-975A-6B3E-AE10DE57DFFC}"/>
                  </a:ext>
                </a:extLst>
              </p14:cNvPr>
              <p14:cNvContentPartPr/>
              <p14:nvPr/>
            </p14:nvContentPartPr>
            <p14:xfrm>
              <a:off x="3422612" y="4500023"/>
              <a:ext cx="2174760" cy="262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2EBE375E-B4ED-975A-6B3E-AE10DE57DFF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68612" y="4392023"/>
                <a:ext cx="22824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2FE6A588-A8DF-244E-5914-EDBCAFB65DEF}"/>
                  </a:ext>
                </a:extLst>
              </p14:cNvPr>
              <p14:cNvContentPartPr/>
              <p14:nvPr/>
            </p14:nvContentPartPr>
            <p14:xfrm>
              <a:off x="5163212" y="1798583"/>
              <a:ext cx="1061280" cy="1764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2FE6A588-A8DF-244E-5914-EDBCAFB65D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09572" y="1690943"/>
                <a:ext cx="11689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2286965C-CCF5-BEEA-99A2-F3583E8253DC}"/>
                  </a:ext>
                </a:extLst>
              </p14:cNvPr>
              <p14:cNvContentPartPr/>
              <p14:nvPr/>
            </p14:nvContentPartPr>
            <p14:xfrm>
              <a:off x="2503892" y="4827623"/>
              <a:ext cx="1342440" cy="424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2286965C-CCF5-BEEA-99A2-F3583E8253D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50252" y="4719623"/>
                <a:ext cx="14500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3B297B76-BE58-54C1-53EE-E56E3D44932C}"/>
                  </a:ext>
                </a:extLst>
              </p14:cNvPr>
              <p14:cNvContentPartPr/>
              <p14:nvPr/>
            </p14:nvContentPartPr>
            <p14:xfrm>
              <a:off x="1547732" y="2323463"/>
              <a:ext cx="1759320" cy="5472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3B297B76-BE58-54C1-53EE-E56E3D44932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493732" y="2215823"/>
                <a:ext cx="18669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63B46809-0777-E8D6-A9BD-06E563A536FD}"/>
                  </a:ext>
                </a:extLst>
              </p14:cNvPr>
              <p14:cNvContentPartPr/>
              <p14:nvPr/>
            </p14:nvContentPartPr>
            <p14:xfrm>
              <a:off x="1906652" y="5184743"/>
              <a:ext cx="646200" cy="291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63B46809-0777-E8D6-A9BD-06E563A536F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53012" y="5077103"/>
                <a:ext cx="7538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9BB5EE7F-47F1-E230-8EB5-5D2E83E82D1C}"/>
                  </a:ext>
                </a:extLst>
              </p14:cNvPr>
              <p14:cNvContentPartPr/>
              <p14:nvPr/>
            </p14:nvContentPartPr>
            <p14:xfrm>
              <a:off x="3544292" y="2327783"/>
              <a:ext cx="3231000" cy="11232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9BB5EE7F-47F1-E230-8EB5-5D2E83E82D1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90292" y="2219783"/>
                <a:ext cx="333864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C194C83B-8AD6-6D93-E46B-A331D2C957DE}"/>
                  </a:ext>
                </a:extLst>
              </p14:cNvPr>
              <p14:cNvContentPartPr/>
              <p14:nvPr/>
            </p14:nvContentPartPr>
            <p14:xfrm>
              <a:off x="2537372" y="5565623"/>
              <a:ext cx="3254400" cy="4716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C194C83B-8AD6-6D93-E46B-A331D2C957D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83732" y="5457983"/>
                <a:ext cx="33620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9BD30DE2-7C97-7D3B-77A4-CB90B769BFFC}"/>
                  </a:ext>
                </a:extLst>
              </p14:cNvPr>
              <p14:cNvContentPartPr/>
              <p14:nvPr/>
            </p14:nvContentPartPr>
            <p14:xfrm>
              <a:off x="1602092" y="2801903"/>
              <a:ext cx="1670040" cy="9324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9BD30DE2-7C97-7D3B-77A4-CB90B769BFF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548092" y="2693903"/>
                <a:ext cx="177768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4028EF7F-A4BC-294C-E6B2-E4F1D953D1EC}"/>
                  </a:ext>
                </a:extLst>
              </p14:cNvPr>
              <p14:cNvContentPartPr/>
              <p14:nvPr/>
            </p14:nvContentPartPr>
            <p14:xfrm>
              <a:off x="5117132" y="2856263"/>
              <a:ext cx="1168200" cy="4680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4028EF7F-A4BC-294C-E6B2-E4F1D953D1E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63492" y="2748623"/>
                <a:ext cx="12758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CCCA2E09-F75A-2C95-E011-FC2151C9898D}"/>
                  </a:ext>
                </a:extLst>
              </p14:cNvPr>
              <p14:cNvContentPartPr/>
              <p14:nvPr/>
            </p14:nvContentPartPr>
            <p14:xfrm>
              <a:off x="7961132" y="2843303"/>
              <a:ext cx="327240" cy="3852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CCCA2E09-F75A-2C95-E011-FC2151C9898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907132" y="2735303"/>
                <a:ext cx="4348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CF116B00-6929-2760-22EF-A7610A3CED05}"/>
                  </a:ext>
                </a:extLst>
              </p14:cNvPr>
              <p14:cNvContentPartPr/>
              <p14:nvPr/>
            </p14:nvContentPartPr>
            <p14:xfrm>
              <a:off x="1925012" y="5902583"/>
              <a:ext cx="5720400" cy="4932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CF116B00-6929-2760-22EF-A7610A3CED0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871372" y="5794943"/>
                <a:ext cx="58280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7C6D79AC-ACCB-C325-A45D-0F02A9182F12}"/>
                  </a:ext>
                </a:extLst>
              </p14:cNvPr>
              <p14:cNvContentPartPr/>
              <p14:nvPr/>
            </p14:nvContentPartPr>
            <p14:xfrm>
              <a:off x="10020692" y="1866263"/>
              <a:ext cx="360" cy="36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7C6D79AC-ACCB-C325-A45D-0F02A9182F1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002692" y="184862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9278-F69B-B1BC-6EE3-AA265FE9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E8F6CE-F264-1233-C701-3467602072AA}"/>
              </a:ext>
            </a:extLst>
          </p:cNvPr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F160E4B-C03D-3865-FAB0-CDFCB465F593}"/>
              </a:ext>
            </a:extLst>
          </p:cNvPr>
          <p:cNvSpPr/>
          <p:nvPr/>
        </p:nvSpPr>
        <p:spPr>
          <a:xfrm>
            <a:off x="1986289" y="222444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5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插入排序！</a:t>
            </a:r>
            <a:endParaRPr 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2D0EEF-4307-8C91-86D0-41EE68BD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703" y="1330519"/>
            <a:ext cx="6728147" cy="54021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A1802A7-7CA3-0EA3-F4A6-39081BDF4085}"/>
                  </a:ext>
                </a:extLst>
              </p14:cNvPr>
              <p14:cNvContentPartPr/>
              <p14:nvPr/>
            </p14:nvContentPartPr>
            <p14:xfrm>
              <a:off x="2500420" y="1510853"/>
              <a:ext cx="543600" cy="10929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A1802A7-7CA3-0EA3-F4A6-39081BDF40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2780" y="1493213"/>
                <a:ext cx="57924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B6C36DF-1DAB-39DA-5F2C-4DFB288028BA}"/>
                  </a:ext>
                </a:extLst>
              </p14:cNvPr>
              <p14:cNvContentPartPr/>
              <p14:nvPr/>
            </p14:nvContentPartPr>
            <p14:xfrm>
              <a:off x="3085780" y="1237973"/>
              <a:ext cx="2926440" cy="11397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B6C36DF-1DAB-39DA-5F2C-4DFB288028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7780" y="1220333"/>
                <a:ext cx="2962080" cy="11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DD4DED98-D301-2B16-7BDD-627E77A3E92E}"/>
              </a:ext>
            </a:extLst>
          </p:cNvPr>
          <p:cNvGrpSpPr/>
          <p:nvPr/>
        </p:nvGrpSpPr>
        <p:grpSpPr>
          <a:xfrm>
            <a:off x="1920100" y="-245773"/>
            <a:ext cx="7471080" cy="2464026"/>
            <a:chOff x="1920100" y="-245773"/>
            <a:chExt cx="7471080" cy="246402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50F2AA6D-316D-A7FB-9A94-E93F4E42E226}"/>
                    </a:ext>
                  </a:extLst>
                </p14:cNvPr>
                <p14:cNvContentPartPr/>
                <p14:nvPr/>
              </p14:nvContentPartPr>
              <p14:xfrm>
                <a:off x="3139780" y="1555493"/>
                <a:ext cx="447480" cy="6627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50F2AA6D-316D-A7FB-9A94-E93F4E42E2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22140" y="1537853"/>
                  <a:ext cx="48312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2CAFFD4-883F-097A-CAA2-5E802F36FD93}"/>
                    </a:ext>
                  </a:extLst>
                </p14:cNvPr>
                <p14:cNvContentPartPr/>
                <p14:nvPr/>
              </p14:nvContentPartPr>
              <p14:xfrm>
                <a:off x="2272180" y="1167053"/>
                <a:ext cx="1191600" cy="6595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2CAFFD4-883F-097A-CAA2-5E802F36FD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54180" y="1149413"/>
                  <a:ext cx="122724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FCCB5BD2-08CD-A030-5219-AD1701DCFF27}"/>
                    </a:ext>
                  </a:extLst>
                </p14:cNvPr>
                <p14:cNvContentPartPr/>
                <p14:nvPr/>
              </p14:nvContentPartPr>
              <p14:xfrm>
                <a:off x="2273260" y="1604093"/>
                <a:ext cx="387360" cy="20160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FCCB5BD2-08CD-A030-5219-AD1701DCFF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55260" y="1586453"/>
                  <a:ext cx="423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462C9C04-051A-0C3D-B617-D68CC2729373}"/>
                    </a:ext>
                  </a:extLst>
                </p14:cNvPr>
                <p14:cNvContentPartPr/>
                <p14:nvPr/>
              </p14:nvContentPartPr>
              <p14:xfrm>
                <a:off x="1975900" y="1722893"/>
                <a:ext cx="22680" cy="3826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462C9C04-051A-0C3D-B617-D68CC272937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57900" y="1704893"/>
                  <a:ext cx="583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9612B33-7A0A-84E1-3DF3-1EC5DD6B2365}"/>
                    </a:ext>
                  </a:extLst>
                </p14:cNvPr>
                <p14:cNvContentPartPr/>
                <p14:nvPr/>
              </p14:nvContentPartPr>
              <p14:xfrm>
                <a:off x="1920100" y="-116347"/>
                <a:ext cx="4460040" cy="126360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9612B33-7A0A-84E1-3DF3-1EC5DD6B23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02460" y="-133987"/>
                  <a:ext cx="4495680" cy="12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C3992107-84D7-F857-D5FD-18DE931F24EE}"/>
                    </a:ext>
                  </a:extLst>
                </p14:cNvPr>
                <p14:cNvContentPartPr/>
                <p14:nvPr/>
              </p14:nvContentPartPr>
              <p14:xfrm>
                <a:off x="5594620" y="-245773"/>
                <a:ext cx="3796560" cy="19656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C3992107-84D7-F857-D5FD-18DE931F24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76620" y="-263773"/>
                  <a:ext cx="3832200" cy="20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4CD10D8-3862-249D-A4F9-41FFFB3E859A}"/>
              </a:ext>
            </a:extLst>
          </p:cNvPr>
          <p:cNvGrpSpPr/>
          <p:nvPr/>
        </p:nvGrpSpPr>
        <p:grpSpPr>
          <a:xfrm>
            <a:off x="1739740" y="4099067"/>
            <a:ext cx="2807280" cy="622080"/>
            <a:chOff x="1739740" y="4099067"/>
            <a:chExt cx="2807280" cy="62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D0FEB02-5748-ABD9-6B35-57905B9A94BB}"/>
                    </a:ext>
                  </a:extLst>
                </p14:cNvPr>
                <p14:cNvContentPartPr/>
                <p14:nvPr/>
              </p14:nvContentPartPr>
              <p14:xfrm>
                <a:off x="1739740" y="4487147"/>
                <a:ext cx="779400" cy="540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D0FEB02-5748-ABD9-6B35-57905B9A94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22100" y="4469507"/>
                  <a:ext cx="815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7F10BFC-6C33-86D5-5A05-02E7DA75E952}"/>
                    </a:ext>
                  </a:extLst>
                </p14:cNvPr>
                <p14:cNvContentPartPr/>
                <p14:nvPr/>
              </p14:nvContentPartPr>
              <p14:xfrm>
                <a:off x="2405740" y="4405427"/>
                <a:ext cx="140040" cy="28404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7F10BFC-6C33-86D5-5A05-02E7DA75E9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88100" y="4387427"/>
                  <a:ext cx="175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BDE8ADFA-28F4-3A97-CB1E-3F7D578D0398}"/>
                    </a:ext>
                  </a:extLst>
                </p14:cNvPr>
                <p14:cNvContentPartPr/>
                <p14:nvPr/>
              </p14:nvContentPartPr>
              <p14:xfrm>
                <a:off x="2984260" y="4672187"/>
                <a:ext cx="1117440" cy="489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BDE8ADFA-28F4-3A97-CB1E-3F7D578D03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6260" y="4654547"/>
                  <a:ext cx="115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C998982-89F9-EE81-E8D7-D861397338F5}"/>
                    </a:ext>
                  </a:extLst>
                </p14:cNvPr>
                <p14:cNvContentPartPr/>
                <p14:nvPr/>
              </p14:nvContentPartPr>
              <p14:xfrm>
                <a:off x="2699860" y="4099067"/>
                <a:ext cx="1847160" cy="2786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C998982-89F9-EE81-E8D7-D861397338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81860" y="4081067"/>
                  <a:ext cx="1882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45C1BD9-E9F7-C5DD-FCF3-500492BCA1C7}"/>
                    </a:ext>
                  </a:extLst>
                </p14:cNvPr>
                <p14:cNvContentPartPr/>
                <p14:nvPr/>
              </p14:nvContentPartPr>
              <p14:xfrm>
                <a:off x="2688700" y="4194827"/>
                <a:ext cx="93960" cy="1630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45C1BD9-E9F7-C5DD-FCF3-500492BCA1C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70700" y="4177187"/>
                  <a:ext cx="129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E2D4812-57AB-3661-6A7B-68967766692A}"/>
                    </a:ext>
                  </a:extLst>
                </p14:cNvPr>
                <p14:cNvContentPartPr/>
                <p14:nvPr/>
              </p14:nvContentPartPr>
              <p14:xfrm>
                <a:off x="2577100" y="4355747"/>
                <a:ext cx="91440" cy="2574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E2D4812-57AB-3661-6A7B-6896776669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59100" y="4338107"/>
                  <a:ext cx="12708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F63C985-6861-9FEC-F3F9-33D74E604E3C}"/>
              </a:ext>
            </a:extLst>
          </p:cNvPr>
          <p:cNvGrpSpPr/>
          <p:nvPr/>
        </p:nvGrpSpPr>
        <p:grpSpPr>
          <a:xfrm>
            <a:off x="5143180" y="5021747"/>
            <a:ext cx="182880" cy="308160"/>
            <a:chOff x="5143180" y="5021747"/>
            <a:chExt cx="18288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02D6DD96-CEF5-56FD-DB8D-C90706920968}"/>
                    </a:ext>
                  </a:extLst>
                </p14:cNvPr>
                <p14:cNvContentPartPr/>
                <p14:nvPr/>
              </p14:nvContentPartPr>
              <p14:xfrm>
                <a:off x="5152540" y="5021747"/>
                <a:ext cx="173520" cy="2919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02D6DD96-CEF5-56FD-DB8D-C907069209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34540" y="5003747"/>
                  <a:ext cx="209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555F2F24-7D61-453F-F643-BBA83931CED4}"/>
                    </a:ext>
                  </a:extLst>
                </p14:cNvPr>
                <p14:cNvContentPartPr/>
                <p14:nvPr/>
              </p14:nvContentPartPr>
              <p14:xfrm>
                <a:off x="5143180" y="5062787"/>
                <a:ext cx="138600" cy="2671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555F2F24-7D61-453F-F643-BBA83931CE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25540" y="5045147"/>
                  <a:ext cx="17424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C6E1A40-BA28-CDF2-F0E8-E3A577608AF1}"/>
              </a:ext>
            </a:extLst>
          </p:cNvPr>
          <p:cNvGrpSpPr/>
          <p:nvPr/>
        </p:nvGrpSpPr>
        <p:grpSpPr>
          <a:xfrm>
            <a:off x="2611660" y="5058827"/>
            <a:ext cx="1843560" cy="1039680"/>
            <a:chOff x="2611660" y="5058827"/>
            <a:chExt cx="1843560" cy="10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3D1461D5-9A7B-80A6-9F9C-9B36822D5545}"/>
                    </a:ext>
                  </a:extLst>
                </p14:cNvPr>
                <p14:cNvContentPartPr/>
                <p14:nvPr/>
              </p14:nvContentPartPr>
              <p14:xfrm>
                <a:off x="2611660" y="5753267"/>
                <a:ext cx="1770480" cy="4824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3D1461D5-9A7B-80A6-9F9C-9B36822D55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94020" y="5735267"/>
                  <a:ext cx="1806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99EC9C85-AC6C-7472-3DEC-CBE6AB70E836}"/>
                    </a:ext>
                  </a:extLst>
                </p14:cNvPr>
                <p14:cNvContentPartPr/>
                <p14:nvPr/>
              </p14:nvContentPartPr>
              <p14:xfrm>
                <a:off x="4208260" y="5682707"/>
                <a:ext cx="246960" cy="2851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99EC9C85-AC6C-7472-3DEC-CBE6AB70E8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90260" y="5665067"/>
                  <a:ext cx="2826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7403FE8-5B0F-2C99-6548-640560F5ECE5}"/>
                    </a:ext>
                  </a:extLst>
                </p14:cNvPr>
                <p14:cNvContentPartPr/>
                <p14:nvPr/>
              </p14:nvContentPartPr>
              <p14:xfrm>
                <a:off x="3907660" y="5058827"/>
                <a:ext cx="72000" cy="41652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7403FE8-5B0F-2C99-6548-640560F5EC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89660" y="5040827"/>
                  <a:ext cx="1076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18BAE6C9-6FBB-C8D5-5E81-B9DDE88D3157}"/>
                    </a:ext>
                  </a:extLst>
                </p14:cNvPr>
                <p14:cNvContentPartPr/>
                <p14:nvPr/>
              </p14:nvContentPartPr>
              <p14:xfrm>
                <a:off x="3890020" y="5342507"/>
                <a:ext cx="74880" cy="1501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18BAE6C9-6FBB-C8D5-5E81-B9DDE88D31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72380" y="5324507"/>
                  <a:ext cx="110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E9B40D66-E46D-AAA3-9BEE-284A21EB24FD}"/>
                    </a:ext>
                  </a:extLst>
                </p14:cNvPr>
                <p14:cNvContentPartPr/>
                <p14:nvPr/>
              </p14:nvContentPartPr>
              <p14:xfrm>
                <a:off x="3768700" y="5572907"/>
                <a:ext cx="223200" cy="52560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E9B40D66-E46D-AAA3-9BEE-284A21EB24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51060" y="5555267"/>
                  <a:ext cx="258840" cy="56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036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6731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406. 根据身高重建队列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53" y="1785803"/>
            <a:ext cx="6450524" cy="3797316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366" y="3429000"/>
            <a:ext cx="3861731" cy="1558864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8032F2C1-7FDA-A670-9AA1-4A1DCFADCD12}"/>
                  </a:ext>
                </a:extLst>
              </p14:cNvPr>
              <p14:cNvContentPartPr/>
              <p14:nvPr/>
            </p14:nvContentPartPr>
            <p14:xfrm>
              <a:off x="1400852" y="1979303"/>
              <a:ext cx="2580120" cy="6516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8032F2C1-7FDA-A670-9AA1-4A1DCFADCD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6852" y="1871303"/>
                <a:ext cx="26877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415C6FCF-6284-D4B4-FAFC-FFD870E91392}"/>
                  </a:ext>
                </a:extLst>
              </p14:cNvPr>
              <p14:cNvContentPartPr/>
              <p14:nvPr/>
            </p14:nvContentPartPr>
            <p14:xfrm>
              <a:off x="4173212" y="2009183"/>
              <a:ext cx="443880" cy="36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415C6FCF-6284-D4B4-FAFC-FFD870E913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19572" y="1901183"/>
                <a:ext cx="551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933B1881-730B-0F76-2A9D-73C2D9909997}"/>
                  </a:ext>
                </a:extLst>
              </p14:cNvPr>
              <p14:cNvContentPartPr/>
              <p14:nvPr/>
            </p14:nvContentPartPr>
            <p14:xfrm>
              <a:off x="876332" y="2302583"/>
              <a:ext cx="449280" cy="180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933B1881-730B-0F76-2A9D-73C2D99099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2692" y="2194943"/>
                <a:ext cx="5569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F928FE3C-2246-E0CF-B719-E91B1B4AFE05}"/>
                  </a:ext>
                </a:extLst>
              </p14:cNvPr>
              <p14:cNvContentPartPr/>
              <p14:nvPr/>
            </p14:nvContentPartPr>
            <p14:xfrm>
              <a:off x="1342172" y="2306903"/>
              <a:ext cx="1232280" cy="2988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F928FE3C-2246-E0CF-B719-E91B1B4AFE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8172" y="2198903"/>
                <a:ext cx="1339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F9BED9D5-29A1-B824-9DB3-168BA66823E1}"/>
                  </a:ext>
                </a:extLst>
              </p14:cNvPr>
              <p14:cNvContentPartPr/>
              <p14:nvPr/>
            </p14:nvContentPartPr>
            <p14:xfrm>
              <a:off x="3321812" y="2340383"/>
              <a:ext cx="889200" cy="1296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F9BED9D5-29A1-B824-9DB3-168BA66823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67812" y="2232383"/>
                <a:ext cx="9968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D796409F-34D8-3C38-F8C0-C4791904923F}"/>
                  </a:ext>
                </a:extLst>
              </p14:cNvPr>
              <p14:cNvContentPartPr/>
              <p14:nvPr/>
            </p14:nvContentPartPr>
            <p14:xfrm>
              <a:off x="5544812" y="2310863"/>
              <a:ext cx="1583280" cy="936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D796409F-34D8-3C38-F8C0-C4791904923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91172" y="2203223"/>
                <a:ext cx="16909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C6F8D69A-AF39-6D79-9136-431F6BADABBD}"/>
                  </a:ext>
                </a:extLst>
              </p14:cNvPr>
              <p14:cNvContentPartPr/>
              <p14:nvPr/>
            </p14:nvContentPartPr>
            <p14:xfrm>
              <a:off x="830252" y="2575103"/>
              <a:ext cx="525600" cy="36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C6F8D69A-AF39-6D79-9136-431F6BADABB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6612" y="2467463"/>
                <a:ext cx="63324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组合 87">
            <a:extLst>
              <a:ext uri="{FF2B5EF4-FFF2-40B4-BE49-F238E27FC236}">
                <a16:creationId xmlns:a16="http://schemas.microsoft.com/office/drawing/2014/main" id="{68330944-653B-36AA-E7B1-4469A0385AE8}"/>
              </a:ext>
            </a:extLst>
          </p:cNvPr>
          <p:cNvGrpSpPr/>
          <p:nvPr/>
        </p:nvGrpSpPr>
        <p:grpSpPr>
          <a:xfrm>
            <a:off x="5683412" y="3474743"/>
            <a:ext cx="1104480" cy="967320"/>
            <a:chOff x="5683412" y="3474743"/>
            <a:chExt cx="1104480" cy="96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B819ECFF-028C-F7E2-7264-45A087111BB0}"/>
                    </a:ext>
                  </a:extLst>
                </p14:cNvPr>
                <p14:cNvContentPartPr/>
                <p14:nvPr/>
              </p14:nvContentPartPr>
              <p14:xfrm>
                <a:off x="6366692" y="3474743"/>
                <a:ext cx="421200" cy="3405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B819ECFF-028C-F7E2-7264-45A087111B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49052" y="3456743"/>
                  <a:ext cx="4568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1442E7D3-FA95-1AF0-EA9F-A4B6F900604F}"/>
                    </a:ext>
                  </a:extLst>
                </p14:cNvPr>
                <p14:cNvContentPartPr/>
                <p14:nvPr/>
              </p14:nvContentPartPr>
              <p14:xfrm>
                <a:off x="5683412" y="4424423"/>
                <a:ext cx="1080" cy="540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1442E7D3-FA95-1AF0-EA9F-A4B6F90060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65412" y="4406423"/>
                  <a:ext cx="36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ECC3DD67-1E5A-738C-6A94-072AAC46A03A}"/>
                    </a:ext>
                  </a:extLst>
                </p14:cNvPr>
                <p14:cNvContentPartPr/>
                <p14:nvPr/>
              </p14:nvContentPartPr>
              <p14:xfrm>
                <a:off x="6115412" y="4441703"/>
                <a:ext cx="25560" cy="36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ECC3DD67-1E5A-738C-6A94-072AAC46A0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97772" y="4423703"/>
                  <a:ext cx="612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C0D607B0-07E7-7C15-07B9-789FE27BCD6D}"/>
                  </a:ext>
                </a:extLst>
              </p14:cNvPr>
              <p14:cNvContentPartPr/>
              <p14:nvPr/>
            </p14:nvContentPartPr>
            <p14:xfrm>
              <a:off x="3871172" y="3514703"/>
              <a:ext cx="862560" cy="5256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C0D607B0-07E7-7C15-07B9-789FE27BCD6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53532" y="3497063"/>
                <a:ext cx="89820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1EBEDADD-538F-87FE-B502-8F9C69C3E1A8}"/>
              </a:ext>
            </a:extLst>
          </p:cNvPr>
          <p:cNvGrpSpPr/>
          <p:nvPr/>
        </p:nvGrpSpPr>
        <p:grpSpPr>
          <a:xfrm>
            <a:off x="913052" y="5182583"/>
            <a:ext cx="602280" cy="335520"/>
            <a:chOff x="913052" y="5182583"/>
            <a:chExt cx="60228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65EBC040-BF8E-09F7-3623-88D1CFECA0F4}"/>
                    </a:ext>
                  </a:extLst>
                </p14:cNvPr>
                <p14:cNvContentPartPr/>
                <p14:nvPr/>
              </p14:nvContentPartPr>
              <p14:xfrm>
                <a:off x="1094492" y="5464463"/>
                <a:ext cx="420840" cy="3132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65EBC040-BF8E-09F7-3623-88D1CFECA0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76852" y="5446823"/>
                  <a:ext cx="456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E1AF4343-31D4-B3A8-BD82-6B5B10020E6F}"/>
                    </a:ext>
                  </a:extLst>
                </p14:cNvPr>
                <p14:cNvContentPartPr/>
                <p14:nvPr/>
              </p14:nvContentPartPr>
              <p14:xfrm>
                <a:off x="913052" y="5182583"/>
                <a:ext cx="594000" cy="33552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E1AF4343-31D4-B3A8-BD82-6B5B10020E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5412" y="5164943"/>
                  <a:ext cx="629640" cy="37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CB12EEB3-6EE4-9FD0-8487-F209D0265DB6}"/>
              </a:ext>
            </a:extLst>
          </p:cNvPr>
          <p:cNvGrpSpPr/>
          <p:nvPr/>
        </p:nvGrpSpPr>
        <p:grpSpPr>
          <a:xfrm>
            <a:off x="958772" y="1600583"/>
            <a:ext cx="8751960" cy="1698840"/>
            <a:chOff x="958772" y="1600583"/>
            <a:chExt cx="8751960" cy="16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E2747AA7-4F5C-66DE-F426-150178F8425D}"/>
                    </a:ext>
                  </a:extLst>
                </p14:cNvPr>
                <p14:cNvContentPartPr/>
                <p14:nvPr/>
              </p14:nvContentPartPr>
              <p14:xfrm>
                <a:off x="1182692" y="3207983"/>
                <a:ext cx="3704040" cy="6012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E2747AA7-4F5C-66DE-F426-150178F842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5052" y="3190343"/>
                  <a:ext cx="3739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B4502034-AF02-122E-2606-3C4A64293B5B}"/>
                    </a:ext>
                  </a:extLst>
                </p14:cNvPr>
                <p14:cNvContentPartPr/>
                <p14:nvPr/>
              </p14:nvContentPartPr>
              <p14:xfrm>
                <a:off x="2157932" y="2833943"/>
                <a:ext cx="1293480" cy="46548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B4502034-AF02-122E-2606-3C4A64293B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9932" y="2815943"/>
                  <a:ext cx="13291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9828181B-F5C2-ED4F-A9A6-4555F88E46BC}"/>
                    </a:ext>
                  </a:extLst>
                </p14:cNvPr>
                <p14:cNvContentPartPr/>
                <p14:nvPr/>
              </p14:nvContentPartPr>
              <p14:xfrm>
                <a:off x="4062692" y="2769863"/>
                <a:ext cx="1098360" cy="50220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9828181B-F5C2-ED4F-A9A6-4555F88E46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44692" y="2752223"/>
                  <a:ext cx="11340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4" name="墨迹 133">
                  <a:extLst>
                    <a:ext uri="{FF2B5EF4-FFF2-40B4-BE49-F238E27FC236}">
                      <a16:creationId xmlns:a16="http://schemas.microsoft.com/office/drawing/2014/main" id="{D23DA222-EF47-CA6C-190B-CECECDC2C8B0}"/>
                    </a:ext>
                  </a:extLst>
                </p14:cNvPr>
                <p14:cNvContentPartPr/>
                <p14:nvPr/>
              </p14:nvContentPartPr>
              <p14:xfrm>
                <a:off x="3408572" y="1725863"/>
                <a:ext cx="588960" cy="446400"/>
              </p14:xfrm>
            </p:contentPart>
          </mc:Choice>
          <mc:Fallback>
            <p:pic>
              <p:nvPicPr>
                <p:cNvPr id="134" name="墨迹 133">
                  <a:extLst>
                    <a:ext uri="{FF2B5EF4-FFF2-40B4-BE49-F238E27FC236}">
                      <a16:creationId xmlns:a16="http://schemas.microsoft.com/office/drawing/2014/main" id="{D23DA222-EF47-CA6C-190B-CECECDC2C8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90572" y="1707863"/>
                  <a:ext cx="6246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66F573D7-8F09-0358-C5FA-4F322A2FF271}"/>
                    </a:ext>
                  </a:extLst>
                </p14:cNvPr>
                <p14:cNvContentPartPr/>
                <p14:nvPr/>
              </p14:nvContentPartPr>
              <p14:xfrm>
                <a:off x="3519092" y="2470343"/>
                <a:ext cx="3617640" cy="15912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66F573D7-8F09-0358-C5FA-4F322A2FF2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01092" y="2452703"/>
                  <a:ext cx="3653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6" name="墨迹 135">
                  <a:extLst>
                    <a:ext uri="{FF2B5EF4-FFF2-40B4-BE49-F238E27FC236}">
                      <a16:creationId xmlns:a16="http://schemas.microsoft.com/office/drawing/2014/main" id="{0E054D68-94A7-D9FB-11C4-FC9FAF81411E}"/>
                    </a:ext>
                  </a:extLst>
                </p14:cNvPr>
                <p14:cNvContentPartPr/>
                <p14:nvPr/>
              </p14:nvContentPartPr>
              <p14:xfrm>
                <a:off x="958772" y="2629823"/>
                <a:ext cx="4370400" cy="233280"/>
              </p14:xfrm>
            </p:contentPart>
          </mc:Choice>
          <mc:Fallback>
            <p:pic>
              <p:nvPicPr>
                <p:cNvPr id="136" name="墨迹 135">
                  <a:extLst>
                    <a:ext uri="{FF2B5EF4-FFF2-40B4-BE49-F238E27FC236}">
                      <a16:creationId xmlns:a16="http://schemas.microsoft.com/office/drawing/2014/main" id="{0E054D68-94A7-D9FB-11C4-FC9FAF8141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0772" y="2611823"/>
                  <a:ext cx="4406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7" name="墨迹 136">
                  <a:extLst>
                    <a:ext uri="{FF2B5EF4-FFF2-40B4-BE49-F238E27FC236}">
                      <a16:creationId xmlns:a16="http://schemas.microsoft.com/office/drawing/2014/main" id="{CF8E586D-6445-A701-64F0-B3896E18A453}"/>
                    </a:ext>
                  </a:extLst>
                </p14:cNvPr>
                <p14:cNvContentPartPr/>
                <p14:nvPr/>
              </p14:nvContentPartPr>
              <p14:xfrm>
                <a:off x="7932692" y="1639823"/>
                <a:ext cx="227880" cy="433440"/>
              </p14:xfrm>
            </p:contentPart>
          </mc:Choice>
          <mc:Fallback>
            <p:pic>
              <p:nvPicPr>
                <p:cNvPr id="137" name="墨迹 136">
                  <a:extLst>
                    <a:ext uri="{FF2B5EF4-FFF2-40B4-BE49-F238E27FC236}">
                      <a16:creationId xmlns:a16="http://schemas.microsoft.com/office/drawing/2014/main" id="{CF8E586D-6445-A701-64F0-B3896E18A4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14692" y="1622183"/>
                  <a:ext cx="2635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8" name="墨迹 137">
                  <a:extLst>
                    <a:ext uri="{FF2B5EF4-FFF2-40B4-BE49-F238E27FC236}">
                      <a16:creationId xmlns:a16="http://schemas.microsoft.com/office/drawing/2014/main" id="{E9EC0CDD-C570-F592-F023-E9B5E397058F}"/>
                    </a:ext>
                  </a:extLst>
                </p14:cNvPr>
                <p14:cNvContentPartPr/>
                <p14:nvPr/>
              </p14:nvContentPartPr>
              <p14:xfrm>
                <a:off x="7851332" y="2221943"/>
                <a:ext cx="103320" cy="102600"/>
              </p14:xfrm>
            </p:contentPart>
          </mc:Choice>
          <mc:Fallback>
            <p:pic>
              <p:nvPicPr>
                <p:cNvPr id="138" name="墨迹 137">
                  <a:extLst>
                    <a:ext uri="{FF2B5EF4-FFF2-40B4-BE49-F238E27FC236}">
                      <a16:creationId xmlns:a16="http://schemas.microsoft.com/office/drawing/2014/main" id="{E9EC0CDD-C570-F592-F023-E9B5E39705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33332" y="2204303"/>
                  <a:ext cx="138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9" name="墨迹 138">
                  <a:extLst>
                    <a:ext uri="{FF2B5EF4-FFF2-40B4-BE49-F238E27FC236}">
                      <a16:creationId xmlns:a16="http://schemas.microsoft.com/office/drawing/2014/main" id="{5A02234B-8905-BA1C-A556-B2436659B538}"/>
                    </a:ext>
                  </a:extLst>
                </p14:cNvPr>
                <p14:cNvContentPartPr/>
                <p14:nvPr/>
              </p14:nvContentPartPr>
              <p14:xfrm>
                <a:off x="8147972" y="1627223"/>
                <a:ext cx="80280" cy="191880"/>
              </p14:xfrm>
            </p:contentPart>
          </mc:Choice>
          <mc:Fallback>
            <p:pic>
              <p:nvPicPr>
                <p:cNvPr id="139" name="墨迹 138">
                  <a:extLst>
                    <a:ext uri="{FF2B5EF4-FFF2-40B4-BE49-F238E27FC236}">
                      <a16:creationId xmlns:a16="http://schemas.microsoft.com/office/drawing/2014/main" id="{5A02234B-8905-BA1C-A556-B2436659B53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30332" y="1609583"/>
                  <a:ext cx="115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0" name="墨迹 139">
                  <a:extLst>
                    <a:ext uri="{FF2B5EF4-FFF2-40B4-BE49-F238E27FC236}">
                      <a16:creationId xmlns:a16="http://schemas.microsoft.com/office/drawing/2014/main" id="{95EA5987-7E64-D0EE-A423-E4E3515F567C}"/>
                    </a:ext>
                  </a:extLst>
                </p14:cNvPr>
                <p14:cNvContentPartPr/>
                <p14:nvPr/>
              </p14:nvContentPartPr>
              <p14:xfrm>
                <a:off x="8191532" y="1786343"/>
                <a:ext cx="301680" cy="564840"/>
              </p14:xfrm>
            </p:contentPart>
          </mc:Choice>
          <mc:Fallback>
            <p:pic>
              <p:nvPicPr>
                <p:cNvPr id="140" name="墨迹 139">
                  <a:extLst>
                    <a:ext uri="{FF2B5EF4-FFF2-40B4-BE49-F238E27FC236}">
                      <a16:creationId xmlns:a16="http://schemas.microsoft.com/office/drawing/2014/main" id="{95EA5987-7E64-D0EE-A423-E4E3515F56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73892" y="1768343"/>
                  <a:ext cx="33732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41" name="墨迹 140">
                  <a:extLst>
                    <a:ext uri="{FF2B5EF4-FFF2-40B4-BE49-F238E27FC236}">
                      <a16:creationId xmlns:a16="http://schemas.microsoft.com/office/drawing/2014/main" id="{2D302D79-5BF7-38B0-628C-B4FBAA8EA6DE}"/>
                    </a:ext>
                  </a:extLst>
                </p14:cNvPr>
                <p14:cNvContentPartPr/>
                <p14:nvPr/>
              </p14:nvContentPartPr>
              <p14:xfrm>
                <a:off x="8216732" y="2000543"/>
                <a:ext cx="111240" cy="97200"/>
              </p14:xfrm>
            </p:contentPart>
          </mc:Choice>
          <mc:Fallback>
            <p:pic>
              <p:nvPicPr>
                <p:cNvPr id="141" name="墨迹 140">
                  <a:extLst>
                    <a:ext uri="{FF2B5EF4-FFF2-40B4-BE49-F238E27FC236}">
                      <a16:creationId xmlns:a16="http://schemas.microsoft.com/office/drawing/2014/main" id="{2D302D79-5BF7-38B0-628C-B4FBAA8EA6D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9092" y="1982903"/>
                  <a:ext cx="146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C9ED369D-50A3-B89E-453A-22CBB767913E}"/>
                    </a:ext>
                  </a:extLst>
                </p14:cNvPr>
                <p14:cNvContentPartPr/>
                <p14:nvPr/>
              </p14:nvContentPartPr>
              <p14:xfrm>
                <a:off x="8606972" y="1807223"/>
                <a:ext cx="775440" cy="51120"/>
              </p14:xfrm>
            </p:contentPart>
          </mc:Choice>
          <mc:Fallback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C9ED369D-50A3-B89E-453A-22CBB76791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88972" y="1789583"/>
                  <a:ext cx="811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3" name="墨迹 142">
                  <a:extLst>
                    <a:ext uri="{FF2B5EF4-FFF2-40B4-BE49-F238E27FC236}">
                      <a16:creationId xmlns:a16="http://schemas.microsoft.com/office/drawing/2014/main" id="{6937F9E0-CA2E-FF7E-DB78-BA2B66DB40A3}"/>
                    </a:ext>
                  </a:extLst>
                </p14:cNvPr>
                <p14:cNvContentPartPr/>
                <p14:nvPr/>
              </p14:nvContentPartPr>
              <p14:xfrm>
                <a:off x="8816852" y="1878863"/>
                <a:ext cx="502920" cy="144720"/>
              </p14:xfrm>
            </p:contentPart>
          </mc:Choice>
          <mc:Fallback>
            <p:pic>
              <p:nvPicPr>
                <p:cNvPr id="143" name="墨迹 142">
                  <a:extLst>
                    <a:ext uri="{FF2B5EF4-FFF2-40B4-BE49-F238E27FC236}">
                      <a16:creationId xmlns:a16="http://schemas.microsoft.com/office/drawing/2014/main" id="{6937F9E0-CA2E-FF7E-DB78-BA2B66DB40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98852" y="1861223"/>
                  <a:ext cx="538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44" name="墨迹 143">
                  <a:extLst>
                    <a:ext uri="{FF2B5EF4-FFF2-40B4-BE49-F238E27FC236}">
                      <a16:creationId xmlns:a16="http://schemas.microsoft.com/office/drawing/2014/main" id="{F3F7F2D6-13AE-CBE9-603C-322D27A4FA4C}"/>
                    </a:ext>
                  </a:extLst>
                </p14:cNvPr>
                <p14:cNvContentPartPr/>
                <p14:nvPr/>
              </p14:nvContentPartPr>
              <p14:xfrm>
                <a:off x="9036812" y="1600583"/>
                <a:ext cx="48240" cy="1047600"/>
              </p14:xfrm>
            </p:contentPart>
          </mc:Choice>
          <mc:Fallback>
            <p:pic>
              <p:nvPicPr>
                <p:cNvPr id="144" name="墨迹 143">
                  <a:extLst>
                    <a:ext uri="{FF2B5EF4-FFF2-40B4-BE49-F238E27FC236}">
                      <a16:creationId xmlns:a16="http://schemas.microsoft.com/office/drawing/2014/main" id="{F3F7F2D6-13AE-CBE9-603C-322D27A4FA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18812" y="1582583"/>
                  <a:ext cx="8388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5" name="墨迹 144">
                  <a:extLst>
                    <a:ext uri="{FF2B5EF4-FFF2-40B4-BE49-F238E27FC236}">
                      <a16:creationId xmlns:a16="http://schemas.microsoft.com/office/drawing/2014/main" id="{21049DD8-44EC-37C2-0784-62914147B06F}"/>
                    </a:ext>
                  </a:extLst>
                </p14:cNvPr>
                <p14:cNvContentPartPr/>
                <p14:nvPr/>
              </p14:nvContentPartPr>
              <p14:xfrm>
                <a:off x="8745932" y="1967063"/>
                <a:ext cx="285120" cy="394920"/>
              </p14:xfrm>
            </p:contentPart>
          </mc:Choice>
          <mc:Fallback>
            <p:pic>
              <p:nvPicPr>
                <p:cNvPr id="145" name="墨迹 144">
                  <a:extLst>
                    <a:ext uri="{FF2B5EF4-FFF2-40B4-BE49-F238E27FC236}">
                      <a16:creationId xmlns:a16="http://schemas.microsoft.com/office/drawing/2014/main" id="{21049DD8-44EC-37C2-0784-62914147B0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27932" y="1949063"/>
                  <a:ext cx="320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6" name="墨迹 145">
                  <a:extLst>
                    <a:ext uri="{FF2B5EF4-FFF2-40B4-BE49-F238E27FC236}">
                      <a16:creationId xmlns:a16="http://schemas.microsoft.com/office/drawing/2014/main" id="{926DD018-0B3A-D887-1B3F-60686C6BCD4B}"/>
                    </a:ext>
                  </a:extLst>
                </p14:cNvPr>
                <p14:cNvContentPartPr/>
                <p14:nvPr/>
              </p14:nvContentPartPr>
              <p14:xfrm>
                <a:off x="9114572" y="2030063"/>
                <a:ext cx="596160" cy="523080"/>
              </p14:xfrm>
            </p:contentPart>
          </mc:Choice>
          <mc:Fallback>
            <p:pic>
              <p:nvPicPr>
                <p:cNvPr id="146" name="墨迹 145">
                  <a:extLst>
                    <a:ext uri="{FF2B5EF4-FFF2-40B4-BE49-F238E27FC236}">
                      <a16:creationId xmlns:a16="http://schemas.microsoft.com/office/drawing/2014/main" id="{926DD018-0B3A-D887-1B3F-60686C6BCD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96572" y="2012063"/>
                  <a:ext cx="631800" cy="55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B94487AD-7407-40B1-5EE1-9ED439AEB105}"/>
                  </a:ext>
                </a:extLst>
              </p14:cNvPr>
              <p14:cNvContentPartPr/>
              <p14:nvPr/>
            </p14:nvContentPartPr>
            <p14:xfrm>
              <a:off x="1323812" y="1758263"/>
              <a:ext cx="576360" cy="41580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B94487AD-7407-40B1-5EE1-9ED439AEB10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06172" y="1740263"/>
                <a:ext cx="61200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01990786-E5BE-2CDF-5F47-19C6D9C08CE0}"/>
                  </a:ext>
                </a:extLst>
              </p14:cNvPr>
              <p14:cNvContentPartPr/>
              <p14:nvPr/>
            </p14:nvContentPartPr>
            <p14:xfrm>
              <a:off x="10926452" y="2835383"/>
              <a:ext cx="360" cy="360"/>
            </p14:xfrm>
          </p:contentPart>
        </mc:Choice>
        <mc:Fallback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01990786-E5BE-2CDF-5F47-19C6D9C08CE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908452" y="28173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ABBFADBA-C054-9F01-26AC-1DA85B282FE2}"/>
                  </a:ext>
                </a:extLst>
              </p14:cNvPr>
              <p14:cNvContentPartPr/>
              <p14:nvPr/>
            </p14:nvContentPartPr>
            <p14:xfrm>
              <a:off x="4513052" y="5435303"/>
              <a:ext cx="1155600" cy="2628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ABBFADBA-C054-9F01-26AC-1DA85B282FE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95412" y="5417303"/>
                <a:ext cx="11912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DE6F8E2D-E601-29B8-999B-142B66BC5FEB}"/>
              </a:ext>
            </a:extLst>
          </p:cNvPr>
          <p:cNvGrpSpPr/>
          <p:nvPr/>
        </p:nvGrpSpPr>
        <p:grpSpPr>
          <a:xfrm>
            <a:off x="5330972" y="3178103"/>
            <a:ext cx="6296400" cy="3191400"/>
            <a:chOff x="5330972" y="3178103"/>
            <a:chExt cx="6296400" cy="31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52" name="墨迹 151">
                  <a:extLst>
                    <a:ext uri="{FF2B5EF4-FFF2-40B4-BE49-F238E27FC236}">
                      <a16:creationId xmlns:a16="http://schemas.microsoft.com/office/drawing/2014/main" id="{FD18F66E-0155-E3A4-7FFB-F69578BE5787}"/>
                    </a:ext>
                  </a:extLst>
                </p14:cNvPr>
                <p14:cNvContentPartPr/>
                <p14:nvPr/>
              </p14:nvContentPartPr>
              <p14:xfrm>
                <a:off x="7663412" y="3651863"/>
                <a:ext cx="2749320" cy="599040"/>
              </p14:xfrm>
            </p:contentPart>
          </mc:Choice>
          <mc:Fallback>
            <p:pic>
              <p:nvPicPr>
                <p:cNvPr id="152" name="墨迹 151">
                  <a:extLst>
                    <a:ext uri="{FF2B5EF4-FFF2-40B4-BE49-F238E27FC236}">
                      <a16:creationId xmlns:a16="http://schemas.microsoft.com/office/drawing/2014/main" id="{FD18F66E-0155-E3A4-7FFB-F69578BE57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45412" y="3634223"/>
                  <a:ext cx="27849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53" name="墨迹 152">
                  <a:extLst>
                    <a:ext uri="{FF2B5EF4-FFF2-40B4-BE49-F238E27FC236}">
                      <a16:creationId xmlns:a16="http://schemas.microsoft.com/office/drawing/2014/main" id="{D317D77D-AB69-F08E-A46F-824C292A794D}"/>
                    </a:ext>
                  </a:extLst>
                </p14:cNvPr>
                <p14:cNvContentPartPr/>
                <p14:nvPr/>
              </p14:nvContentPartPr>
              <p14:xfrm>
                <a:off x="7957892" y="5100503"/>
                <a:ext cx="95760" cy="284040"/>
              </p14:xfrm>
            </p:contentPart>
          </mc:Choice>
          <mc:Fallback>
            <p:pic>
              <p:nvPicPr>
                <p:cNvPr id="153" name="墨迹 152">
                  <a:extLst>
                    <a:ext uri="{FF2B5EF4-FFF2-40B4-BE49-F238E27FC236}">
                      <a16:creationId xmlns:a16="http://schemas.microsoft.com/office/drawing/2014/main" id="{D317D77D-AB69-F08E-A46F-824C292A79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40252" y="5082503"/>
                  <a:ext cx="131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54" name="墨迹 153">
                  <a:extLst>
                    <a:ext uri="{FF2B5EF4-FFF2-40B4-BE49-F238E27FC236}">
                      <a16:creationId xmlns:a16="http://schemas.microsoft.com/office/drawing/2014/main" id="{A41E569F-0483-DEA9-7CDA-EE0E01D11EE0}"/>
                    </a:ext>
                  </a:extLst>
                </p14:cNvPr>
                <p14:cNvContentPartPr/>
                <p14:nvPr/>
              </p14:nvContentPartPr>
              <p14:xfrm>
                <a:off x="8198732" y="5103383"/>
                <a:ext cx="241200" cy="203040"/>
              </p14:xfrm>
            </p:contentPart>
          </mc:Choice>
          <mc:Fallback>
            <p:pic>
              <p:nvPicPr>
                <p:cNvPr id="154" name="墨迹 153">
                  <a:extLst>
                    <a:ext uri="{FF2B5EF4-FFF2-40B4-BE49-F238E27FC236}">
                      <a16:creationId xmlns:a16="http://schemas.microsoft.com/office/drawing/2014/main" id="{A41E569F-0483-DEA9-7CDA-EE0E01D11E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81092" y="5085743"/>
                  <a:ext cx="276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15F31C22-5ED1-954B-146E-84A11C1FAF46}"/>
                    </a:ext>
                  </a:extLst>
                </p14:cNvPr>
                <p14:cNvContentPartPr/>
                <p14:nvPr/>
              </p14:nvContentPartPr>
              <p14:xfrm>
                <a:off x="8432372" y="4949303"/>
                <a:ext cx="140040" cy="184680"/>
              </p14:xfrm>
            </p:contentPart>
          </mc:Choice>
          <mc:Fallback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15F31C22-5ED1-954B-146E-84A11C1FAF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14372" y="4931663"/>
                  <a:ext cx="175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57" name="墨迹 156">
                  <a:extLst>
                    <a:ext uri="{FF2B5EF4-FFF2-40B4-BE49-F238E27FC236}">
                      <a16:creationId xmlns:a16="http://schemas.microsoft.com/office/drawing/2014/main" id="{2226FB21-0204-EA9B-2A5C-78CD061139FD}"/>
                    </a:ext>
                  </a:extLst>
                </p14:cNvPr>
                <p14:cNvContentPartPr/>
                <p14:nvPr/>
              </p14:nvContentPartPr>
              <p14:xfrm>
                <a:off x="7618412" y="4858943"/>
                <a:ext cx="475200" cy="522000"/>
              </p14:xfrm>
            </p:contentPart>
          </mc:Choice>
          <mc:Fallback>
            <p:pic>
              <p:nvPicPr>
                <p:cNvPr id="157" name="墨迹 156">
                  <a:extLst>
                    <a:ext uri="{FF2B5EF4-FFF2-40B4-BE49-F238E27FC236}">
                      <a16:creationId xmlns:a16="http://schemas.microsoft.com/office/drawing/2014/main" id="{2226FB21-0204-EA9B-2A5C-78CD061139F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00772" y="4840943"/>
                  <a:ext cx="51084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8" name="墨迹 157">
                  <a:extLst>
                    <a:ext uri="{FF2B5EF4-FFF2-40B4-BE49-F238E27FC236}">
                      <a16:creationId xmlns:a16="http://schemas.microsoft.com/office/drawing/2014/main" id="{669A8EDA-75FA-75C7-4811-D048434573E5}"/>
                    </a:ext>
                  </a:extLst>
                </p14:cNvPr>
                <p14:cNvContentPartPr/>
                <p14:nvPr/>
              </p14:nvContentPartPr>
              <p14:xfrm>
                <a:off x="8719652" y="4970183"/>
                <a:ext cx="211680" cy="489960"/>
              </p14:xfrm>
            </p:contentPart>
          </mc:Choice>
          <mc:Fallback>
            <p:pic>
              <p:nvPicPr>
                <p:cNvPr id="158" name="墨迹 157">
                  <a:extLst>
                    <a:ext uri="{FF2B5EF4-FFF2-40B4-BE49-F238E27FC236}">
                      <a16:creationId xmlns:a16="http://schemas.microsoft.com/office/drawing/2014/main" id="{669A8EDA-75FA-75C7-4811-D048434573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01652" y="4952543"/>
                  <a:ext cx="24732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9" name="墨迹 158">
                  <a:extLst>
                    <a:ext uri="{FF2B5EF4-FFF2-40B4-BE49-F238E27FC236}">
                      <a16:creationId xmlns:a16="http://schemas.microsoft.com/office/drawing/2014/main" id="{797BE3E0-A587-5303-224E-8351C3A44B6C}"/>
                    </a:ext>
                  </a:extLst>
                </p14:cNvPr>
                <p14:cNvContentPartPr/>
                <p14:nvPr/>
              </p14:nvContentPartPr>
              <p14:xfrm>
                <a:off x="9009092" y="4882343"/>
                <a:ext cx="160920" cy="131400"/>
              </p14:xfrm>
            </p:contentPart>
          </mc:Choice>
          <mc:Fallback>
            <p:pic>
              <p:nvPicPr>
                <p:cNvPr id="159" name="墨迹 158">
                  <a:extLst>
                    <a:ext uri="{FF2B5EF4-FFF2-40B4-BE49-F238E27FC236}">
                      <a16:creationId xmlns:a16="http://schemas.microsoft.com/office/drawing/2014/main" id="{797BE3E0-A587-5303-224E-8351C3A44B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91452" y="4864343"/>
                  <a:ext cx="196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158038C7-3601-3B1A-BAAE-23F37CCB9AFF}"/>
                    </a:ext>
                  </a:extLst>
                </p14:cNvPr>
                <p14:cNvContentPartPr/>
                <p14:nvPr/>
              </p14:nvContentPartPr>
              <p14:xfrm>
                <a:off x="9366212" y="5159183"/>
                <a:ext cx="936000" cy="13680"/>
              </p14:xfrm>
            </p:contentPart>
          </mc:Choice>
          <mc:Fallback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158038C7-3601-3B1A-BAAE-23F37CCB9AF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48212" y="5141183"/>
                  <a:ext cx="971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8A6A20EC-C6F8-C18B-1F7C-94C69CBDA0D2}"/>
                    </a:ext>
                  </a:extLst>
                </p14:cNvPr>
                <p14:cNvContentPartPr/>
                <p14:nvPr/>
              </p14:nvContentPartPr>
              <p14:xfrm>
                <a:off x="10146692" y="5031383"/>
                <a:ext cx="189000" cy="220680"/>
              </p14:xfrm>
            </p:contentPart>
          </mc:Choice>
          <mc:Fallback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8A6A20EC-C6F8-C18B-1F7C-94C69CBDA0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29052" y="5013743"/>
                  <a:ext cx="224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84D95588-7061-52A6-B0F4-583072D7A398}"/>
                    </a:ext>
                  </a:extLst>
                </p14:cNvPr>
                <p14:cNvContentPartPr/>
                <p14:nvPr/>
              </p14:nvContentPartPr>
              <p14:xfrm>
                <a:off x="10785692" y="4974503"/>
                <a:ext cx="162360" cy="383040"/>
              </p14:xfrm>
            </p:contentPart>
          </mc:Choice>
          <mc:Fallback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84D95588-7061-52A6-B0F4-583072D7A39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67692" y="4956863"/>
                  <a:ext cx="1980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63" name="墨迹 162">
                  <a:extLst>
                    <a:ext uri="{FF2B5EF4-FFF2-40B4-BE49-F238E27FC236}">
                      <a16:creationId xmlns:a16="http://schemas.microsoft.com/office/drawing/2014/main" id="{B08267FD-F407-4EBC-ECBB-AD955C8F193E}"/>
                    </a:ext>
                  </a:extLst>
                </p14:cNvPr>
                <p14:cNvContentPartPr/>
                <p14:nvPr/>
              </p14:nvContentPartPr>
              <p14:xfrm>
                <a:off x="11078372" y="5014103"/>
                <a:ext cx="275040" cy="248400"/>
              </p14:xfrm>
            </p:contentPart>
          </mc:Choice>
          <mc:Fallback>
            <p:pic>
              <p:nvPicPr>
                <p:cNvPr id="163" name="墨迹 162">
                  <a:extLst>
                    <a:ext uri="{FF2B5EF4-FFF2-40B4-BE49-F238E27FC236}">
                      <a16:creationId xmlns:a16="http://schemas.microsoft.com/office/drawing/2014/main" id="{B08267FD-F407-4EBC-ECBB-AD955C8F193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60372" y="4996463"/>
                  <a:ext cx="310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64" name="墨迹 163">
                  <a:extLst>
                    <a:ext uri="{FF2B5EF4-FFF2-40B4-BE49-F238E27FC236}">
                      <a16:creationId xmlns:a16="http://schemas.microsoft.com/office/drawing/2014/main" id="{117BEE99-AAB2-1305-AF95-70D182CF98AD}"/>
                    </a:ext>
                  </a:extLst>
                </p14:cNvPr>
                <p14:cNvContentPartPr/>
                <p14:nvPr/>
              </p14:nvContentPartPr>
              <p14:xfrm>
                <a:off x="11472572" y="4457543"/>
                <a:ext cx="154800" cy="409680"/>
              </p14:xfrm>
            </p:contentPart>
          </mc:Choice>
          <mc:Fallback>
            <p:pic>
              <p:nvPicPr>
                <p:cNvPr id="164" name="墨迹 163">
                  <a:extLst>
                    <a:ext uri="{FF2B5EF4-FFF2-40B4-BE49-F238E27FC236}">
                      <a16:creationId xmlns:a16="http://schemas.microsoft.com/office/drawing/2014/main" id="{117BEE99-AAB2-1305-AF95-70D182CF98A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454932" y="4439903"/>
                  <a:ext cx="1904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67" name="墨迹 166">
                  <a:extLst>
                    <a:ext uri="{FF2B5EF4-FFF2-40B4-BE49-F238E27FC236}">
                      <a16:creationId xmlns:a16="http://schemas.microsoft.com/office/drawing/2014/main" id="{40AB7AC2-DB07-D898-B204-0546E346F340}"/>
                    </a:ext>
                  </a:extLst>
                </p14:cNvPr>
                <p14:cNvContentPartPr/>
                <p14:nvPr/>
              </p14:nvContentPartPr>
              <p14:xfrm>
                <a:off x="9867692" y="5996183"/>
                <a:ext cx="69480" cy="373320"/>
              </p14:xfrm>
            </p:contentPart>
          </mc:Choice>
          <mc:Fallback>
            <p:pic>
              <p:nvPicPr>
                <p:cNvPr id="167" name="墨迹 166">
                  <a:extLst>
                    <a:ext uri="{FF2B5EF4-FFF2-40B4-BE49-F238E27FC236}">
                      <a16:creationId xmlns:a16="http://schemas.microsoft.com/office/drawing/2014/main" id="{40AB7AC2-DB07-D898-B204-0546E346F3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49692" y="5978183"/>
                  <a:ext cx="1051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8" name="墨迹 167">
                  <a:extLst>
                    <a:ext uri="{FF2B5EF4-FFF2-40B4-BE49-F238E27FC236}">
                      <a16:creationId xmlns:a16="http://schemas.microsoft.com/office/drawing/2014/main" id="{017D6136-BCCD-1672-4591-B3D6D9A7FDF6}"/>
                    </a:ext>
                  </a:extLst>
                </p14:cNvPr>
                <p14:cNvContentPartPr/>
                <p14:nvPr/>
              </p14:nvContentPartPr>
              <p14:xfrm>
                <a:off x="10187372" y="6066383"/>
                <a:ext cx="208440" cy="186480"/>
              </p14:xfrm>
            </p:contentPart>
          </mc:Choice>
          <mc:Fallback>
            <p:pic>
              <p:nvPicPr>
                <p:cNvPr id="168" name="墨迹 167">
                  <a:extLst>
                    <a:ext uri="{FF2B5EF4-FFF2-40B4-BE49-F238E27FC236}">
                      <a16:creationId xmlns:a16="http://schemas.microsoft.com/office/drawing/2014/main" id="{017D6136-BCCD-1672-4591-B3D6D9A7FD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69372" y="6048383"/>
                  <a:ext cx="244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A3D0ED47-3DD6-833E-21D7-57D3A484A372}"/>
                    </a:ext>
                  </a:extLst>
                </p14:cNvPr>
                <p14:cNvContentPartPr/>
                <p14:nvPr/>
              </p14:nvContentPartPr>
              <p14:xfrm>
                <a:off x="10458452" y="5646263"/>
                <a:ext cx="298080" cy="356400"/>
              </p14:xfrm>
            </p:contentPart>
          </mc:Choice>
          <mc:Fallback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A3D0ED47-3DD6-833E-21D7-57D3A484A37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40452" y="5628623"/>
                  <a:ext cx="3337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DBD9AA3F-F352-CC7D-224A-AA755FB64E75}"/>
                    </a:ext>
                  </a:extLst>
                </p14:cNvPr>
                <p14:cNvContentPartPr/>
                <p14:nvPr/>
              </p14:nvContentPartPr>
              <p14:xfrm>
                <a:off x="5330972" y="3178103"/>
                <a:ext cx="5375880" cy="2602080"/>
              </p14:xfrm>
            </p:contentPart>
          </mc:Choice>
          <mc:Fallback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DBD9AA3F-F352-CC7D-224A-AA755FB64E7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13332" y="3160463"/>
                  <a:ext cx="5411520" cy="263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6731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406. 根据身高重建队列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81834"/>
            <a:ext cx="12192000" cy="2094331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4C7398E-27B9-1474-CD62-9DB9C3AD54A5}"/>
                  </a:ext>
                </a:extLst>
              </p14:cNvPr>
              <p14:cNvContentPartPr/>
              <p14:nvPr/>
            </p14:nvContentPartPr>
            <p14:xfrm>
              <a:off x="1376372" y="3142823"/>
              <a:ext cx="1576080" cy="6202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4C7398E-27B9-1474-CD62-9DB9C3AD54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8732" y="3124823"/>
                <a:ext cx="1611720" cy="6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503B9CA5-F4C0-1E75-6C0F-CB6542072A08}"/>
                  </a:ext>
                </a:extLst>
              </p14:cNvPr>
              <p14:cNvContentPartPr/>
              <p14:nvPr/>
            </p14:nvContentPartPr>
            <p14:xfrm>
              <a:off x="5152772" y="3122663"/>
              <a:ext cx="822600" cy="65700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503B9CA5-F4C0-1E75-6C0F-CB6542072A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35132" y="3104663"/>
                <a:ext cx="858240" cy="69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3DA2422D-375B-9114-5A65-993EE76CCBB8}"/>
              </a:ext>
            </a:extLst>
          </p:cNvPr>
          <p:cNvGrpSpPr/>
          <p:nvPr/>
        </p:nvGrpSpPr>
        <p:grpSpPr>
          <a:xfrm>
            <a:off x="7524812" y="3699023"/>
            <a:ext cx="3665880" cy="80640"/>
            <a:chOff x="7524812" y="3699023"/>
            <a:chExt cx="366588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83FC0F5D-6D29-B85C-5A53-B05C2B62E2E1}"/>
                    </a:ext>
                  </a:extLst>
                </p14:cNvPr>
                <p14:cNvContentPartPr/>
                <p14:nvPr/>
              </p14:nvContentPartPr>
              <p14:xfrm>
                <a:off x="7524812" y="3699023"/>
                <a:ext cx="370440" cy="50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83FC0F5D-6D29-B85C-5A53-B05C2B62E2E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06812" y="3681383"/>
                  <a:ext cx="406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C529964B-8632-3D97-1BE2-6DC75BFCE004}"/>
                    </a:ext>
                  </a:extLst>
                </p14:cNvPr>
                <p14:cNvContentPartPr/>
                <p14:nvPr/>
              </p14:nvContentPartPr>
              <p14:xfrm>
                <a:off x="8653052" y="3770663"/>
                <a:ext cx="2537640" cy="90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C529964B-8632-3D97-1BE2-6DC75BFCE00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35052" y="3752663"/>
                  <a:ext cx="257328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2F2ADFD-9565-8A1D-FD6F-FC647DEA7E2B}"/>
                  </a:ext>
                </a:extLst>
              </p14:cNvPr>
              <p14:cNvContentPartPr/>
              <p14:nvPr/>
            </p14:nvContentPartPr>
            <p14:xfrm>
              <a:off x="905852" y="4387343"/>
              <a:ext cx="5600160" cy="35316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2F2ADFD-9565-8A1D-FD6F-FC647DEA7E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7852" y="4369343"/>
                <a:ext cx="56358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44A8C582-010F-9CFB-A442-78647047FEDD}"/>
                  </a:ext>
                </a:extLst>
              </p14:cNvPr>
              <p14:cNvContentPartPr/>
              <p14:nvPr/>
            </p14:nvContentPartPr>
            <p14:xfrm>
              <a:off x="8447492" y="4437383"/>
              <a:ext cx="3554280" cy="900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44A8C582-010F-9CFB-A442-78647047FE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29852" y="4419743"/>
                <a:ext cx="3589920" cy="4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6731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406. 根据身高重建队列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71194"/>
            <a:ext cx="12192000" cy="2865120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0D82BB3-6BDC-0B79-BFAD-973594E0581F}"/>
                  </a:ext>
                </a:extLst>
              </p14:cNvPr>
              <p14:cNvContentPartPr/>
              <p14:nvPr/>
            </p14:nvContentPartPr>
            <p14:xfrm>
              <a:off x="3699867" y="3496253"/>
              <a:ext cx="4163400" cy="482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0D82BB3-6BDC-0B79-BFAD-973594E058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81867" y="3478613"/>
                <a:ext cx="41990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ADB022DB-9489-C8FC-B11E-E50848931846}"/>
                  </a:ext>
                </a:extLst>
              </p14:cNvPr>
              <p14:cNvContentPartPr/>
              <p14:nvPr/>
            </p14:nvContentPartPr>
            <p14:xfrm>
              <a:off x="3581427" y="3200333"/>
              <a:ext cx="894600" cy="151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ADB022DB-9489-C8FC-B11E-E508489318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7427" y="3092333"/>
                <a:ext cx="10022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D0CE31C-52A7-E7AD-5BAB-290ADC589923}"/>
                  </a:ext>
                </a:extLst>
              </p14:cNvPr>
              <p14:cNvContentPartPr/>
              <p14:nvPr/>
            </p14:nvContentPartPr>
            <p14:xfrm>
              <a:off x="3687267" y="3323093"/>
              <a:ext cx="669960" cy="687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D0CE31C-52A7-E7AD-5BAB-290ADC58992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3267" y="3215453"/>
                <a:ext cx="7776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F0A62CCB-F6BB-830F-FC1A-B21245EBBD99}"/>
                  </a:ext>
                </a:extLst>
              </p14:cNvPr>
              <p14:cNvContentPartPr/>
              <p14:nvPr/>
            </p14:nvContentPartPr>
            <p14:xfrm>
              <a:off x="4829907" y="3271253"/>
              <a:ext cx="1179000" cy="392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F0A62CCB-F6BB-830F-FC1A-B21245EBBD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6267" y="3163613"/>
                <a:ext cx="12866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385AA93-CCDF-07B2-C214-25073DD59004}"/>
                  </a:ext>
                </a:extLst>
              </p14:cNvPr>
              <p14:cNvContentPartPr/>
              <p14:nvPr/>
            </p14:nvContentPartPr>
            <p14:xfrm>
              <a:off x="3686852" y="3124823"/>
              <a:ext cx="4097160" cy="41004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385AA93-CCDF-07B2-C214-25073DD590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32852" y="3016823"/>
                <a:ext cx="420480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FB150D7E-AB68-A11C-9BB2-C52031EB11A1}"/>
                  </a:ext>
                </a:extLst>
              </p14:cNvPr>
              <p14:cNvContentPartPr/>
              <p14:nvPr/>
            </p14:nvContentPartPr>
            <p14:xfrm>
              <a:off x="1505612" y="3808463"/>
              <a:ext cx="3429720" cy="1137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FB150D7E-AB68-A11C-9BB2-C52031EB11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51972" y="3700463"/>
                <a:ext cx="353736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2140C835-8EE9-6EF0-8ACF-6CA765800099}"/>
                  </a:ext>
                </a:extLst>
              </p14:cNvPr>
              <p14:cNvContentPartPr/>
              <p14:nvPr/>
            </p14:nvContentPartPr>
            <p14:xfrm>
              <a:off x="2726372" y="3833303"/>
              <a:ext cx="3146400" cy="651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2140C835-8EE9-6EF0-8ACF-6CA76580009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72372" y="3725663"/>
                <a:ext cx="32540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15A88E2D-1BB4-4D7F-63FD-E8C518199929}"/>
                  </a:ext>
                </a:extLst>
              </p14:cNvPr>
              <p14:cNvContentPartPr/>
              <p14:nvPr/>
            </p14:nvContentPartPr>
            <p14:xfrm>
              <a:off x="3318212" y="3612983"/>
              <a:ext cx="2018160" cy="6591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15A88E2D-1BB4-4D7F-63FD-E8C51819992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00212" y="3594983"/>
                <a:ext cx="2053800" cy="6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3E34E928-CA9D-FA13-FBC4-29F38A5B1F50}"/>
                  </a:ext>
                </a:extLst>
              </p14:cNvPr>
              <p14:cNvContentPartPr/>
              <p14:nvPr/>
            </p14:nvContentPartPr>
            <p14:xfrm>
              <a:off x="6714092" y="1319423"/>
              <a:ext cx="276120" cy="747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3E34E928-CA9D-FA13-FBC4-29F38A5B1F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96092" y="1301783"/>
                <a:ext cx="311760" cy="78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C6C52BA5-2C0B-415B-376F-61CF84BAF87B}"/>
                  </a:ext>
                </a:extLst>
              </p14:cNvPr>
              <p14:cNvContentPartPr/>
              <p14:nvPr/>
            </p14:nvContentPartPr>
            <p14:xfrm flipH="1">
              <a:off x="3896372" y="431663"/>
              <a:ext cx="235440" cy="18900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C6C52BA5-2C0B-415B-376F-61CF84BAF87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 flipH="1">
                <a:off x="3878705" y="414023"/>
                <a:ext cx="271135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2DF47328-90CE-4A7D-DD83-4ADCA33599A8}"/>
              </a:ext>
            </a:extLst>
          </p:cNvPr>
          <p:cNvGrpSpPr/>
          <p:nvPr/>
        </p:nvGrpSpPr>
        <p:grpSpPr>
          <a:xfrm>
            <a:off x="1912412" y="255623"/>
            <a:ext cx="9460800" cy="2898000"/>
            <a:chOff x="1912412" y="255623"/>
            <a:chExt cx="9460800" cy="28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EA6C3A5-CF2A-E692-2FF7-62C55D154663}"/>
                    </a:ext>
                  </a:extLst>
                </p14:cNvPr>
                <p14:cNvContentPartPr/>
                <p14:nvPr/>
              </p14:nvContentPartPr>
              <p14:xfrm>
                <a:off x="7239692" y="592223"/>
                <a:ext cx="2728440" cy="197496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EA6C3A5-CF2A-E692-2FF7-62C55D1546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21692" y="574223"/>
                  <a:ext cx="2764080" cy="20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2590DD51-8696-9BEF-942A-AD61A7293F05}"/>
                    </a:ext>
                  </a:extLst>
                </p14:cNvPr>
                <p14:cNvContentPartPr/>
                <p14:nvPr/>
              </p14:nvContentPartPr>
              <p14:xfrm>
                <a:off x="7516172" y="497543"/>
                <a:ext cx="3857040" cy="265608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2590DD51-8696-9BEF-942A-AD61A7293F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98532" y="479543"/>
                  <a:ext cx="3892680" cy="26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8992CE4B-090D-2C63-388E-1CBC1DB64A52}"/>
                    </a:ext>
                  </a:extLst>
                </p14:cNvPr>
                <p14:cNvContentPartPr/>
                <p14:nvPr/>
              </p14:nvContentPartPr>
              <p14:xfrm>
                <a:off x="1912412" y="498983"/>
                <a:ext cx="341280" cy="3182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8992CE4B-090D-2C63-388E-1CBC1DB64A5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94772" y="481343"/>
                  <a:ext cx="3769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9C3B7CF1-DAAB-6106-D2B2-9B9B60413220}"/>
                    </a:ext>
                  </a:extLst>
                </p14:cNvPr>
                <p14:cNvContentPartPr/>
                <p14:nvPr/>
              </p14:nvContentPartPr>
              <p14:xfrm>
                <a:off x="2695772" y="519863"/>
                <a:ext cx="134640" cy="133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9C3B7CF1-DAAB-6106-D2B2-9B9B6041322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78132" y="501863"/>
                  <a:ext cx="170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EA28BAF-1D41-75FA-30B7-64196A685581}"/>
                    </a:ext>
                  </a:extLst>
                </p14:cNvPr>
                <p14:cNvContentPartPr/>
                <p14:nvPr/>
              </p14:nvContentPartPr>
              <p14:xfrm>
                <a:off x="2710892" y="532463"/>
                <a:ext cx="177840" cy="3164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EA28BAF-1D41-75FA-30B7-64196A6855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92892" y="514823"/>
                  <a:ext cx="2134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66F63E9-EC81-1FCC-F0A2-B163C8D0EFC2}"/>
                    </a:ext>
                  </a:extLst>
                </p14:cNvPr>
                <p14:cNvContentPartPr/>
                <p14:nvPr/>
              </p14:nvContentPartPr>
              <p14:xfrm>
                <a:off x="3246572" y="409703"/>
                <a:ext cx="275040" cy="5047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66F63E9-EC81-1FCC-F0A2-B163C8D0EFC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28572" y="392063"/>
                  <a:ext cx="31068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6D97E7B7-760D-D213-7162-ACEAF87C0925}"/>
                    </a:ext>
                  </a:extLst>
                </p14:cNvPr>
                <p14:cNvContentPartPr/>
                <p14:nvPr/>
              </p14:nvContentPartPr>
              <p14:xfrm>
                <a:off x="3832292" y="469463"/>
                <a:ext cx="632520" cy="31104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6D97E7B7-760D-D213-7162-ACEAF87C09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14292" y="451823"/>
                  <a:ext cx="6681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6A569DDF-A414-7753-487F-69E5502C57B1}"/>
                    </a:ext>
                  </a:extLst>
                </p14:cNvPr>
                <p14:cNvContentPartPr/>
                <p14:nvPr/>
              </p14:nvContentPartPr>
              <p14:xfrm>
                <a:off x="4166012" y="494663"/>
                <a:ext cx="129240" cy="7416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6A569DDF-A414-7753-487F-69E5502C57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148372" y="477023"/>
                  <a:ext cx="16488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24C34E6-1DA1-75A4-E625-5D4224701E4A}"/>
                    </a:ext>
                  </a:extLst>
                </p14:cNvPr>
                <p14:cNvContentPartPr/>
                <p14:nvPr/>
              </p14:nvContentPartPr>
              <p14:xfrm>
                <a:off x="4938572" y="302063"/>
                <a:ext cx="936720" cy="11044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24C34E6-1DA1-75A4-E625-5D4224701E4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20572" y="284063"/>
                  <a:ext cx="97236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B60E8631-7EC5-55AA-13E4-172D6A1B526A}"/>
                    </a:ext>
                  </a:extLst>
                </p14:cNvPr>
                <p14:cNvContentPartPr/>
                <p14:nvPr/>
              </p14:nvContentPartPr>
              <p14:xfrm>
                <a:off x="6257972" y="284423"/>
                <a:ext cx="189000" cy="388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B60E8631-7EC5-55AA-13E4-172D6A1B526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240332" y="266423"/>
                  <a:ext cx="224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9D8E55AE-62B8-A461-11E1-070DEA6D3C28}"/>
                    </a:ext>
                  </a:extLst>
                </p14:cNvPr>
                <p14:cNvContentPartPr/>
                <p14:nvPr/>
              </p14:nvContentPartPr>
              <p14:xfrm>
                <a:off x="6124412" y="343823"/>
                <a:ext cx="192600" cy="44964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9D8E55AE-62B8-A461-11E1-070DEA6D3C2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06772" y="325823"/>
                  <a:ext cx="2282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E50B461C-8332-0F4B-77FF-DD03015A6EFF}"/>
                    </a:ext>
                  </a:extLst>
                </p14:cNvPr>
                <p14:cNvContentPartPr/>
                <p14:nvPr/>
              </p14:nvContentPartPr>
              <p14:xfrm>
                <a:off x="6566132" y="255623"/>
                <a:ext cx="432000" cy="63180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E50B461C-8332-0F4B-77FF-DD03015A6E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48492" y="237983"/>
                  <a:ext cx="467640" cy="66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2940BB4-C1CB-3AB8-E806-B99188C4470D}"/>
              </a:ext>
            </a:extLst>
          </p:cNvPr>
          <p:cNvGrpSpPr/>
          <p:nvPr/>
        </p:nvGrpSpPr>
        <p:grpSpPr>
          <a:xfrm>
            <a:off x="1342892" y="821903"/>
            <a:ext cx="2515320" cy="1731240"/>
            <a:chOff x="1342892" y="821903"/>
            <a:chExt cx="2515320" cy="173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981EAD2A-F78A-645B-16D4-40E6506F7070}"/>
                    </a:ext>
                  </a:extLst>
                </p14:cNvPr>
                <p14:cNvContentPartPr/>
                <p14:nvPr/>
              </p14:nvContentPartPr>
              <p14:xfrm>
                <a:off x="1342892" y="821903"/>
                <a:ext cx="227880" cy="4413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981EAD2A-F78A-645B-16D4-40E6506F707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325252" y="804263"/>
                  <a:ext cx="26352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1C5B73DA-41F2-3A4A-B08C-78A5A0FAF765}"/>
                    </a:ext>
                  </a:extLst>
                </p14:cNvPr>
                <p14:cNvContentPartPr/>
                <p14:nvPr/>
              </p14:nvContentPartPr>
              <p14:xfrm>
                <a:off x="1992332" y="1077503"/>
                <a:ext cx="1810800" cy="112968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1C5B73DA-41F2-3A4A-B08C-78A5A0FAF7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974332" y="1059503"/>
                  <a:ext cx="1846440" cy="11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D2A60A4D-7CC9-1F1B-2236-CF8ECF6D1052}"/>
                    </a:ext>
                  </a:extLst>
                </p14:cNvPr>
                <p14:cNvContentPartPr/>
                <p14:nvPr/>
              </p14:nvContentPartPr>
              <p14:xfrm>
                <a:off x="3509372" y="1883183"/>
                <a:ext cx="348840" cy="4356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D2A60A4D-7CC9-1F1B-2236-CF8ECF6D105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91732" y="1865543"/>
                  <a:ext cx="3844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8B69B074-F41E-DF7C-278A-7711B5493008}"/>
                    </a:ext>
                  </a:extLst>
                </p14:cNvPr>
                <p14:cNvContentPartPr/>
                <p14:nvPr/>
              </p14:nvContentPartPr>
              <p14:xfrm>
                <a:off x="1761572" y="1429223"/>
                <a:ext cx="295560" cy="32184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8B69B074-F41E-DF7C-278A-7711B549300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43932" y="1411223"/>
                  <a:ext cx="331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79809458-E3F6-64DF-8477-A48760D1972A}"/>
                    </a:ext>
                  </a:extLst>
                </p14:cNvPr>
                <p14:cNvContentPartPr/>
                <p14:nvPr/>
              </p14:nvContentPartPr>
              <p14:xfrm>
                <a:off x="2134532" y="1618943"/>
                <a:ext cx="256680" cy="28332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79809458-E3F6-64DF-8477-A48760D1972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16532" y="1600943"/>
                  <a:ext cx="292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03378BCD-D4BB-BB88-04E6-18D87672EE62}"/>
                    </a:ext>
                  </a:extLst>
                </p14:cNvPr>
                <p14:cNvContentPartPr/>
                <p14:nvPr/>
              </p14:nvContentPartPr>
              <p14:xfrm>
                <a:off x="2617292" y="1910903"/>
                <a:ext cx="108360" cy="32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03378BCD-D4BB-BB88-04E6-18D87672EE6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99292" y="1892903"/>
                  <a:ext cx="144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CDB55A07-23FC-FE2B-C607-1988044A4865}"/>
                    </a:ext>
                  </a:extLst>
                </p14:cNvPr>
                <p14:cNvContentPartPr/>
                <p14:nvPr/>
              </p14:nvContentPartPr>
              <p14:xfrm>
                <a:off x="2515412" y="1895783"/>
                <a:ext cx="214920" cy="29592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CDB55A07-23FC-FE2B-C607-1988044A486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97772" y="1878143"/>
                  <a:ext cx="2505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6D881341-6E95-87E8-A1A1-0BCAC3873AF2}"/>
                    </a:ext>
                  </a:extLst>
                </p14:cNvPr>
                <p14:cNvContentPartPr/>
                <p14:nvPr/>
              </p14:nvContentPartPr>
              <p14:xfrm>
                <a:off x="2996012" y="2101343"/>
                <a:ext cx="419760" cy="2156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6D881341-6E95-87E8-A1A1-0BCAC3873AF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978012" y="2083343"/>
                  <a:ext cx="4554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6840644E-B133-DF8B-9520-5CAD4BFB1C36}"/>
                    </a:ext>
                  </a:extLst>
                </p14:cNvPr>
                <p14:cNvContentPartPr/>
                <p14:nvPr/>
              </p14:nvContentPartPr>
              <p14:xfrm>
                <a:off x="3192932" y="2097023"/>
                <a:ext cx="54000" cy="45612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6840644E-B133-DF8B-9520-5CAD4BFB1C3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74932" y="2079023"/>
                  <a:ext cx="89640" cy="49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7C26C568-2C6D-FE31-2562-603D472C6E26}"/>
                  </a:ext>
                </a:extLst>
              </p14:cNvPr>
              <p14:cNvContentPartPr/>
              <p14:nvPr/>
            </p14:nvContentPartPr>
            <p14:xfrm>
              <a:off x="9286292" y="3615503"/>
              <a:ext cx="55080" cy="7848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7C26C568-2C6D-FE31-2562-603D472C6E2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268292" y="3597863"/>
                <a:ext cx="907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组合 91">
            <a:extLst>
              <a:ext uri="{FF2B5EF4-FFF2-40B4-BE49-F238E27FC236}">
                <a16:creationId xmlns:a16="http://schemas.microsoft.com/office/drawing/2014/main" id="{0AE39264-CC3F-894E-20B1-CAAF9CD7DD71}"/>
              </a:ext>
            </a:extLst>
          </p:cNvPr>
          <p:cNvGrpSpPr/>
          <p:nvPr/>
        </p:nvGrpSpPr>
        <p:grpSpPr>
          <a:xfrm>
            <a:off x="266492" y="3026543"/>
            <a:ext cx="1005120" cy="257400"/>
            <a:chOff x="266492" y="3026543"/>
            <a:chExt cx="100512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45B2DCEA-DA3D-4ABF-4A67-DD786DE9EA7F}"/>
                    </a:ext>
                  </a:extLst>
                </p14:cNvPr>
                <p14:cNvContentPartPr/>
                <p14:nvPr/>
              </p14:nvContentPartPr>
              <p14:xfrm>
                <a:off x="266492" y="3187463"/>
                <a:ext cx="1005120" cy="266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45B2DCEA-DA3D-4ABF-4A67-DD786DE9EA7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8492" y="3169823"/>
                  <a:ext cx="1040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E03C9372-1AA5-BC63-0F19-13B89AB43F2C}"/>
                    </a:ext>
                  </a:extLst>
                </p14:cNvPr>
                <p14:cNvContentPartPr/>
                <p14:nvPr/>
              </p14:nvContentPartPr>
              <p14:xfrm>
                <a:off x="967772" y="3026543"/>
                <a:ext cx="251640" cy="25740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E03C9372-1AA5-BC63-0F19-13B89AB43F2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9772" y="3008543"/>
                  <a:ext cx="28728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222B0730-9E9C-895C-1BEF-620FAEC50100}"/>
                  </a:ext>
                </a:extLst>
              </p14:cNvPr>
              <p14:cNvContentPartPr/>
              <p14:nvPr/>
            </p14:nvContentPartPr>
            <p14:xfrm>
              <a:off x="1459532" y="4550783"/>
              <a:ext cx="3845880" cy="468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222B0730-9E9C-895C-1BEF-620FAEC5010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441892" y="4532783"/>
                <a:ext cx="388152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A1B6B2B9-897F-5264-DA37-0629402124B1}"/>
              </a:ext>
            </a:extLst>
          </p:cNvPr>
          <p:cNvGrpSpPr/>
          <p:nvPr/>
        </p:nvGrpSpPr>
        <p:grpSpPr>
          <a:xfrm>
            <a:off x="8668892" y="3814583"/>
            <a:ext cx="3044880" cy="931320"/>
            <a:chOff x="8668892" y="3814583"/>
            <a:chExt cx="3044880" cy="93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395F790B-177F-0B61-0D71-B94485FC0C80}"/>
                    </a:ext>
                  </a:extLst>
                </p14:cNvPr>
                <p14:cNvContentPartPr/>
                <p14:nvPr/>
              </p14:nvContentPartPr>
              <p14:xfrm>
                <a:off x="8803892" y="4466903"/>
                <a:ext cx="2728440" cy="11268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395F790B-177F-0B61-0D71-B94485FC0C8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6252" y="4448903"/>
                  <a:ext cx="2764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D5E3F8AC-A435-E9D5-4097-12A978BB18AC}"/>
                    </a:ext>
                  </a:extLst>
                </p14:cNvPr>
                <p14:cNvContentPartPr/>
                <p14:nvPr/>
              </p14:nvContentPartPr>
              <p14:xfrm>
                <a:off x="8883092" y="4575983"/>
                <a:ext cx="2830680" cy="16992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D5E3F8AC-A435-E9D5-4097-12A978BB18A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865092" y="4558343"/>
                  <a:ext cx="2866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40F68C20-14FE-1435-C485-3C5B1B2EF38C}"/>
                    </a:ext>
                  </a:extLst>
                </p14:cNvPr>
                <p14:cNvContentPartPr/>
                <p14:nvPr/>
              </p14:nvContentPartPr>
              <p14:xfrm>
                <a:off x="8668892" y="4597223"/>
                <a:ext cx="2799720" cy="5976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40F68C20-14FE-1435-C485-3C5B1B2EF38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51252" y="4579223"/>
                  <a:ext cx="2835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4B1C892B-594D-BBEB-B79D-66211A869BF9}"/>
                    </a:ext>
                  </a:extLst>
                </p14:cNvPr>
                <p14:cNvContentPartPr/>
                <p14:nvPr/>
              </p14:nvContentPartPr>
              <p14:xfrm>
                <a:off x="8777972" y="3814583"/>
                <a:ext cx="2459160" cy="85932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4B1C892B-594D-BBEB-B79D-66211A869BF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60332" y="3796583"/>
                  <a:ext cx="249480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35B202CC-E34C-2DD8-F9A4-BC371F83216A}"/>
                    </a:ext>
                  </a:extLst>
                </p14:cNvPr>
                <p14:cNvContentPartPr/>
                <p14:nvPr/>
              </p14:nvContentPartPr>
              <p14:xfrm>
                <a:off x="10099532" y="4017623"/>
                <a:ext cx="1027440" cy="61380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35B202CC-E34C-2DD8-F9A4-BC371F83216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81892" y="3999983"/>
                  <a:ext cx="1063080" cy="64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8AD6B0E8-CBD4-BA3B-4E57-B88FB10B7CBB}"/>
                  </a:ext>
                </a:extLst>
              </p14:cNvPr>
              <p14:cNvContentPartPr/>
              <p14:nvPr/>
            </p14:nvContentPartPr>
            <p14:xfrm>
              <a:off x="3960812" y="2545943"/>
              <a:ext cx="288360" cy="40680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8AD6B0E8-CBD4-BA3B-4E57-B88FB10B7CB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943172" y="2528303"/>
                <a:ext cx="3240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7A5CEEE4-D395-6436-BC4E-1B74C3B8D8DF}"/>
                  </a:ext>
                </a:extLst>
              </p14:cNvPr>
              <p14:cNvContentPartPr/>
              <p14:nvPr/>
            </p14:nvContentPartPr>
            <p14:xfrm>
              <a:off x="3919412" y="2822783"/>
              <a:ext cx="266040" cy="21384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7A5CEEE4-D395-6436-BC4E-1B74C3B8D8D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901772" y="2804783"/>
                <a:ext cx="30168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B713220A-BC2F-7BDB-74A8-72E1E8E98790}"/>
              </a:ext>
            </a:extLst>
          </p:cNvPr>
          <p:cNvGrpSpPr/>
          <p:nvPr/>
        </p:nvGrpSpPr>
        <p:grpSpPr>
          <a:xfrm>
            <a:off x="2507852" y="4535663"/>
            <a:ext cx="3192120" cy="1851120"/>
            <a:chOff x="2507852" y="4535663"/>
            <a:chExt cx="3192120" cy="18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A7E3529F-E400-552C-BCA4-07CF6771BF88}"/>
                    </a:ext>
                  </a:extLst>
                </p14:cNvPr>
                <p14:cNvContentPartPr/>
                <p14:nvPr/>
              </p14:nvContentPartPr>
              <p14:xfrm>
                <a:off x="2507852" y="4535663"/>
                <a:ext cx="3065040" cy="185112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A7E3529F-E400-552C-BCA4-07CF6771BF8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90212" y="4518023"/>
                  <a:ext cx="3100680" cy="18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4DBACF4A-F00F-CBB5-A105-FCF8668D27AD}"/>
                    </a:ext>
                  </a:extLst>
                </p14:cNvPr>
                <p14:cNvContentPartPr/>
                <p14:nvPr/>
              </p14:nvContentPartPr>
              <p14:xfrm>
                <a:off x="5326652" y="5943263"/>
                <a:ext cx="373320" cy="306360"/>
              </p14:xfrm>
            </p:contentPart>
          </mc:Choice>
          <mc:Fallback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4DBACF4A-F00F-CBB5-A105-FCF8668D27A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09012" y="5925623"/>
                  <a:ext cx="4089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0" name="墨迹 129">
                  <a:extLst>
                    <a:ext uri="{FF2B5EF4-FFF2-40B4-BE49-F238E27FC236}">
                      <a16:creationId xmlns:a16="http://schemas.microsoft.com/office/drawing/2014/main" id="{942BF81D-6CA6-6B42-8A9F-F198E17AF70B}"/>
                    </a:ext>
                  </a:extLst>
                </p14:cNvPr>
                <p14:cNvContentPartPr/>
                <p14:nvPr/>
              </p14:nvContentPartPr>
              <p14:xfrm>
                <a:off x="3403172" y="5238743"/>
                <a:ext cx="902880" cy="805320"/>
              </p14:xfrm>
            </p:contentPart>
          </mc:Choice>
          <mc:Fallback>
            <p:pic>
              <p:nvPicPr>
                <p:cNvPr id="130" name="墨迹 129">
                  <a:extLst>
                    <a:ext uri="{FF2B5EF4-FFF2-40B4-BE49-F238E27FC236}">
                      <a16:creationId xmlns:a16="http://schemas.microsoft.com/office/drawing/2014/main" id="{942BF81D-6CA6-6B42-8A9F-F198E17AF70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385532" y="5221103"/>
                  <a:ext cx="938520" cy="84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FF6069C-5ECE-D238-E26E-50A371790ABE}"/>
              </a:ext>
            </a:extLst>
          </p:cNvPr>
          <p:cNvGrpSpPr/>
          <p:nvPr/>
        </p:nvGrpSpPr>
        <p:grpSpPr>
          <a:xfrm>
            <a:off x="6547412" y="4399583"/>
            <a:ext cx="2776680" cy="1945440"/>
            <a:chOff x="6547412" y="4399583"/>
            <a:chExt cx="2776680" cy="19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011865ED-3F3F-F3C9-48C9-D86391A3EBAE}"/>
                    </a:ext>
                  </a:extLst>
                </p14:cNvPr>
                <p14:cNvContentPartPr/>
                <p14:nvPr/>
              </p14:nvContentPartPr>
              <p14:xfrm>
                <a:off x="6547412" y="4399583"/>
                <a:ext cx="2776680" cy="174888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011865ED-3F3F-F3C9-48C9-D86391A3EB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529772" y="4381583"/>
                  <a:ext cx="2812320" cy="17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33" name="墨迹 132">
                  <a:extLst>
                    <a:ext uri="{FF2B5EF4-FFF2-40B4-BE49-F238E27FC236}">
                      <a16:creationId xmlns:a16="http://schemas.microsoft.com/office/drawing/2014/main" id="{0F8D72FC-F17D-F6B4-49EE-8E25926BFEDB}"/>
                    </a:ext>
                  </a:extLst>
                </p14:cNvPr>
                <p14:cNvContentPartPr/>
                <p14:nvPr/>
              </p14:nvContentPartPr>
              <p14:xfrm>
                <a:off x="8564132" y="5523863"/>
                <a:ext cx="93600" cy="621000"/>
              </p14:xfrm>
            </p:contentPart>
          </mc:Choice>
          <mc:Fallback>
            <p:pic>
              <p:nvPicPr>
                <p:cNvPr id="133" name="墨迹 132">
                  <a:extLst>
                    <a:ext uri="{FF2B5EF4-FFF2-40B4-BE49-F238E27FC236}">
                      <a16:creationId xmlns:a16="http://schemas.microsoft.com/office/drawing/2014/main" id="{0F8D72FC-F17D-F6B4-49EE-8E25926BFED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546132" y="5506223"/>
                  <a:ext cx="12924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34" name="墨迹 133">
                  <a:extLst>
                    <a:ext uri="{FF2B5EF4-FFF2-40B4-BE49-F238E27FC236}">
                      <a16:creationId xmlns:a16="http://schemas.microsoft.com/office/drawing/2014/main" id="{5A61D56B-508A-36CE-9CC4-6FFC89A90794}"/>
                    </a:ext>
                  </a:extLst>
                </p14:cNvPr>
                <p14:cNvContentPartPr/>
                <p14:nvPr/>
              </p14:nvContentPartPr>
              <p14:xfrm>
                <a:off x="8687252" y="5826263"/>
                <a:ext cx="333000" cy="518760"/>
              </p14:xfrm>
            </p:contentPart>
          </mc:Choice>
          <mc:Fallback>
            <p:pic>
              <p:nvPicPr>
                <p:cNvPr id="134" name="墨迹 133">
                  <a:extLst>
                    <a:ext uri="{FF2B5EF4-FFF2-40B4-BE49-F238E27FC236}">
                      <a16:creationId xmlns:a16="http://schemas.microsoft.com/office/drawing/2014/main" id="{5A61D56B-508A-36CE-9CC4-6FFC89A9079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69612" y="5808263"/>
                  <a:ext cx="368640" cy="55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0E736968-495B-C62B-A13A-985E24FDA403}"/>
                  </a:ext>
                </a:extLst>
              </p14:cNvPr>
              <p14:cNvContentPartPr/>
              <p14:nvPr/>
            </p14:nvContentPartPr>
            <p14:xfrm>
              <a:off x="4055852" y="4861103"/>
              <a:ext cx="1996560" cy="5940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0E736968-495B-C62B-A13A-985E24FDA40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002212" y="4753103"/>
                <a:ext cx="2104200" cy="27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6731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406. 根据身高重建队列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2662182"/>
            <a:ext cx="11595100" cy="1676400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58A92582-8CCC-0CED-DC54-6121A3B214A2}"/>
                  </a:ext>
                </a:extLst>
              </p14:cNvPr>
              <p14:cNvContentPartPr/>
              <p14:nvPr/>
            </p14:nvContentPartPr>
            <p14:xfrm>
              <a:off x="2889452" y="1585103"/>
              <a:ext cx="39240" cy="2016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58A92582-8CCC-0CED-DC54-6121A3B214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71812" y="1567463"/>
                <a:ext cx="7488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242C95EB-BD9D-45C8-7127-1F1D5A6BA643}"/>
              </a:ext>
            </a:extLst>
          </p:cNvPr>
          <p:cNvGrpSpPr/>
          <p:nvPr/>
        </p:nvGrpSpPr>
        <p:grpSpPr>
          <a:xfrm>
            <a:off x="3947132" y="1560263"/>
            <a:ext cx="302040" cy="54720"/>
            <a:chOff x="3947132" y="1560263"/>
            <a:chExt cx="302040" cy="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0945F28B-C6B0-6027-9376-0BDBD761843C}"/>
                    </a:ext>
                  </a:extLst>
                </p14:cNvPr>
                <p14:cNvContentPartPr/>
                <p14:nvPr/>
              </p14:nvContentPartPr>
              <p14:xfrm>
                <a:off x="3947132" y="1560263"/>
                <a:ext cx="360" cy="3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0945F28B-C6B0-6027-9376-0BDBD761843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29132" y="15426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91AF1B8A-3FF1-AEAD-197D-EC4268A8F0D3}"/>
                    </a:ext>
                  </a:extLst>
                </p14:cNvPr>
                <p14:cNvContentPartPr/>
                <p14:nvPr/>
              </p14:nvContentPartPr>
              <p14:xfrm>
                <a:off x="4248812" y="1614623"/>
                <a:ext cx="360" cy="36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91AF1B8A-3FF1-AEAD-197D-EC4268A8F0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31172" y="15969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6ED1B06E-128B-686A-B374-CAB9CD535139}"/>
                  </a:ext>
                </a:extLst>
              </p14:cNvPr>
              <p14:cNvContentPartPr/>
              <p14:nvPr/>
            </p14:nvContentPartPr>
            <p14:xfrm>
              <a:off x="10519652" y="4379063"/>
              <a:ext cx="360" cy="36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6ED1B06E-128B-686A-B374-CAB9CD5351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02012" y="436106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382D32C6-704A-0EA3-52CD-625EC25C74DA}"/>
              </a:ext>
            </a:extLst>
          </p:cNvPr>
          <p:cNvGrpSpPr/>
          <p:nvPr/>
        </p:nvGrpSpPr>
        <p:grpSpPr>
          <a:xfrm>
            <a:off x="2894132" y="1556303"/>
            <a:ext cx="414000" cy="467280"/>
            <a:chOff x="2894132" y="1556303"/>
            <a:chExt cx="41400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D6549242-D63C-30DB-FCE5-AEFE751B4D93}"/>
                    </a:ext>
                  </a:extLst>
                </p14:cNvPr>
                <p14:cNvContentPartPr/>
                <p14:nvPr/>
              </p14:nvContentPartPr>
              <p14:xfrm>
                <a:off x="2894132" y="1556303"/>
                <a:ext cx="414000" cy="46080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D6549242-D63C-30DB-FCE5-AEFE751B4D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76132" y="1538303"/>
                  <a:ext cx="4496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C5A42E54-061C-B980-7121-8F6BC8216D9F}"/>
                    </a:ext>
                  </a:extLst>
                </p14:cNvPr>
                <p14:cNvContentPartPr/>
                <p14:nvPr/>
              </p14:nvContentPartPr>
              <p14:xfrm>
                <a:off x="3261692" y="1971383"/>
                <a:ext cx="35280" cy="5220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C5A42E54-061C-B980-7121-8F6BC8216D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44052" y="1953383"/>
                  <a:ext cx="70920" cy="8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41F18E1D-943E-62B1-F3B8-A6B70D659A7E}"/>
                  </a:ext>
                </a:extLst>
              </p14:cNvPr>
              <p14:cNvContentPartPr/>
              <p14:nvPr/>
            </p14:nvContentPartPr>
            <p14:xfrm>
              <a:off x="3082772" y="3279983"/>
              <a:ext cx="360" cy="108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41F18E1D-943E-62B1-F3B8-A6B70D659A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65132" y="3261983"/>
                <a:ext cx="360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81986F0E-710E-B366-63CC-AD5478095205}"/>
                  </a:ext>
                </a:extLst>
              </p14:cNvPr>
              <p14:cNvContentPartPr/>
              <p14:nvPr/>
            </p14:nvContentPartPr>
            <p14:xfrm>
              <a:off x="4580372" y="3330383"/>
              <a:ext cx="360" cy="36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81986F0E-710E-B366-63CC-AD547809520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62372" y="33123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1AAE6416-4B40-8BA2-5164-FD1753068794}"/>
                  </a:ext>
                </a:extLst>
              </p14:cNvPr>
              <p14:cNvContentPartPr/>
              <p14:nvPr/>
            </p14:nvContentPartPr>
            <p14:xfrm>
              <a:off x="6059972" y="3405983"/>
              <a:ext cx="1080" cy="36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1AAE6416-4B40-8BA2-5164-FD175306879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42332" y="3387983"/>
                <a:ext cx="36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31EF0572-B30D-E556-1F8D-E74AEC0DE7B2}"/>
                  </a:ext>
                </a:extLst>
              </p14:cNvPr>
              <p14:cNvContentPartPr/>
              <p14:nvPr/>
            </p14:nvContentPartPr>
            <p14:xfrm>
              <a:off x="7604372" y="3334343"/>
              <a:ext cx="360" cy="36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31EF0572-B30D-E556-1F8D-E74AEC0DE7B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86732" y="33167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3A9530B8-3C3B-414F-DAF8-11322457B085}"/>
                  </a:ext>
                </a:extLst>
              </p14:cNvPr>
              <p14:cNvContentPartPr/>
              <p14:nvPr/>
            </p14:nvContentPartPr>
            <p14:xfrm>
              <a:off x="3120572" y="4703"/>
              <a:ext cx="566280" cy="69552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3A9530B8-3C3B-414F-DAF8-11322457B0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02932" y="-12937"/>
                <a:ext cx="60192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6F9121DF-7E78-0FE6-2BEE-363946FE9C24}"/>
                  </a:ext>
                </a:extLst>
              </p14:cNvPr>
              <p14:cNvContentPartPr/>
              <p14:nvPr/>
            </p14:nvContentPartPr>
            <p14:xfrm>
              <a:off x="4680812" y="175736"/>
              <a:ext cx="321120" cy="33300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6F9121DF-7E78-0FE6-2BEE-363946FE9C2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62812" y="158096"/>
                <a:ext cx="35676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2A37016B-3AF1-0FD5-9571-02CFC10417FE}"/>
                  </a:ext>
                </a:extLst>
              </p14:cNvPr>
              <p14:cNvContentPartPr/>
              <p14:nvPr/>
            </p14:nvContentPartPr>
            <p14:xfrm>
              <a:off x="5683412" y="129296"/>
              <a:ext cx="312480" cy="36540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2A37016B-3AF1-0FD5-9571-02CFC10417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65412" y="111296"/>
                <a:ext cx="34812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CDF73ECD-74C9-BEDC-6E72-35ABE0E03E99}"/>
                  </a:ext>
                </a:extLst>
              </p14:cNvPr>
              <p14:cNvContentPartPr/>
              <p14:nvPr/>
            </p14:nvContentPartPr>
            <p14:xfrm>
              <a:off x="7189652" y="-194704"/>
              <a:ext cx="874080" cy="83304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CDF73ECD-74C9-BEDC-6E72-35ABE0E03E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72012" y="-212704"/>
                <a:ext cx="909720" cy="86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5FDF16B-1AA1-BD41-ACD1-53F8C1F2EF16}"/>
              </a:ext>
            </a:extLst>
          </p:cNvPr>
          <p:cNvGrpSpPr/>
          <p:nvPr/>
        </p:nvGrpSpPr>
        <p:grpSpPr>
          <a:xfrm>
            <a:off x="3825092" y="1862102"/>
            <a:ext cx="140400" cy="8640"/>
            <a:chOff x="3825092" y="1862102"/>
            <a:chExt cx="140400" cy="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8" name="墨迹 137">
                  <a:extLst>
                    <a:ext uri="{FF2B5EF4-FFF2-40B4-BE49-F238E27FC236}">
                      <a16:creationId xmlns:a16="http://schemas.microsoft.com/office/drawing/2014/main" id="{1A135BB0-9CF4-C11C-E2C0-14C61A715E2F}"/>
                    </a:ext>
                  </a:extLst>
                </p14:cNvPr>
                <p14:cNvContentPartPr/>
                <p14:nvPr/>
              </p14:nvContentPartPr>
              <p14:xfrm>
                <a:off x="3825092" y="1862102"/>
                <a:ext cx="5400" cy="360"/>
              </p14:xfrm>
            </p:contentPart>
          </mc:Choice>
          <mc:Fallback>
            <p:pic>
              <p:nvPicPr>
                <p:cNvPr id="138" name="墨迹 137">
                  <a:extLst>
                    <a:ext uri="{FF2B5EF4-FFF2-40B4-BE49-F238E27FC236}">
                      <a16:creationId xmlns:a16="http://schemas.microsoft.com/office/drawing/2014/main" id="{1A135BB0-9CF4-C11C-E2C0-14C61A715E2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07452" y="1844462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9" name="墨迹 138">
                  <a:extLst>
                    <a:ext uri="{FF2B5EF4-FFF2-40B4-BE49-F238E27FC236}">
                      <a16:creationId xmlns:a16="http://schemas.microsoft.com/office/drawing/2014/main" id="{74749D81-A6D2-EC6A-1E85-05D3F752FE91}"/>
                    </a:ext>
                  </a:extLst>
                </p14:cNvPr>
                <p14:cNvContentPartPr/>
                <p14:nvPr/>
              </p14:nvContentPartPr>
              <p14:xfrm>
                <a:off x="3913292" y="1866422"/>
                <a:ext cx="360" cy="1080"/>
              </p14:xfrm>
            </p:contentPart>
          </mc:Choice>
          <mc:Fallback>
            <p:pic>
              <p:nvPicPr>
                <p:cNvPr id="139" name="墨迹 138">
                  <a:extLst>
                    <a:ext uri="{FF2B5EF4-FFF2-40B4-BE49-F238E27FC236}">
                      <a16:creationId xmlns:a16="http://schemas.microsoft.com/office/drawing/2014/main" id="{74749D81-A6D2-EC6A-1E85-05D3F752FE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95292" y="1848782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0" name="墨迹 139">
                  <a:extLst>
                    <a:ext uri="{FF2B5EF4-FFF2-40B4-BE49-F238E27FC236}">
                      <a16:creationId xmlns:a16="http://schemas.microsoft.com/office/drawing/2014/main" id="{82A983E7-89B7-9446-C43E-48618B737E59}"/>
                    </a:ext>
                  </a:extLst>
                </p14:cNvPr>
                <p14:cNvContentPartPr/>
                <p14:nvPr/>
              </p14:nvContentPartPr>
              <p14:xfrm>
                <a:off x="3951092" y="1870382"/>
                <a:ext cx="14400" cy="360"/>
              </p14:xfrm>
            </p:contentPart>
          </mc:Choice>
          <mc:Fallback>
            <p:pic>
              <p:nvPicPr>
                <p:cNvPr id="140" name="墨迹 139">
                  <a:extLst>
                    <a:ext uri="{FF2B5EF4-FFF2-40B4-BE49-F238E27FC236}">
                      <a16:creationId xmlns:a16="http://schemas.microsoft.com/office/drawing/2014/main" id="{82A983E7-89B7-9446-C43E-48618B737E5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3092" y="1852742"/>
                  <a:ext cx="500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326CA7AF-8770-66F2-77EF-E874E17DDFD3}"/>
              </a:ext>
            </a:extLst>
          </p:cNvPr>
          <p:cNvGrpSpPr/>
          <p:nvPr/>
        </p:nvGrpSpPr>
        <p:grpSpPr>
          <a:xfrm>
            <a:off x="5192372" y="1281062"/>
            <a:ext cx="1120680" cy="669960"/>
            <a:chOff x="5192372" y="1281062"/>
            <a:chExt cx="1120680" cy="6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8" name="墨迹 147">
                  <a:extLst>
                    <a:ext uri="{FF2B5EF4-FFF2-40B4-BE49-F238E27FC236}">
                      <a16:creationId xmlns:a16="http://schemas.microsoft.com/office/drawing/2014/main" id="{B6951D90-F4A2-DBEE-DC3B-7691C26B8CD1}"/>
                    </a:ext>
                  </a:extLst>
                </p14:cNvPr>
                <p14:cNvContentPartPr/>
                <p14:nvPr/>
              </p14:nvContentPartPr>
              <p14:xfrm>
                <a:off x="5192372" y="1453862"/>
                <a:ext cx="707760" cy="494640"/>
              </p14:xfrm>
            </p:contentPart>
          </mc:Choice>
          <mc:Fallback>
            <p:pic>
              <p:nvPicPr>
                <p:cNvPr id="148" name="墨迹 147">
                  <a:extLst>
                    <a:ext uri="{FF2B5EF4-FFF2-40B4-BE49-F238E27FC236}">
                      <a16:creationId xmlns:a16="http://schemas.microsoft.com/office/drawing/2014/main" id="{B6951D90-F4A2-DBEE-DC3B-7691C26B8CD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74732" y="1435862"/>
                  <a:ext cx="74340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9" name="墨迹 148">
                  <a:extLst>
                    <a:ext uri="{FF2B5EF4-FFF2-40B4-BE49-F238E27FC236}">
                      <a16:creationId xmlns:a16="http://schemas.microsoft.com/office/drawing/2014/main" id="{29903CCE-5E96-3C3C-113E-062313CFF255}"/>
                    </a:ext>
                  </a:extLst>
                </p14:cNvPr>
                <p14:cNvContentPartPr/>
                <p14:nvPr/>
              </p14:nvContentPartPr>
              <p14:xfrm>
                <a:off x="5892212" y="1853822"/>
                <a:ext cx="30240" cy="57240"/>
              </p14:xfrm>
            </p:contentPart>
          </mc:Choice>
          <mc:Fallback>
            <p:pic>
              <p:nvPicPr>
                <p:cNvPr id="149" name="墨迹 148">
                  <a:extLst>
                    <a:ext uri="{FF2B5EF4-FFF2-40B4-BE49-F238E27FC236}">
                      <a16:creationId xmlns:a16="http://schemas.microsoft.com/office/drawing/2014/main" id="{29903CCE-5E96-3C3C-113E-062313CFF2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74572" y="1836182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0" name="墨迹 149">
                  <a:extLst>
                    <a:ext uri="{FF2B5EF4-FFF2-40B4-BE49-F238E27FC236}">
                      <a16:creationId xmlns:a16="http://schemas.microsoft.com/office/drawing/2014/main" id="{2C1E6822-C6B7-0907-B2A0-71F00F3FD76B}"/>
                    </a:ext>
                  </a:extLst>
                </p14:cNvPr>
                <p14:cNvContentPartPr/>
                <p14:nvPr/>
              </p14:nvContentPartPr>
              <p14:xfrm>
                <a:off x="6207572" y="1281062"/>
                <a:ext cx="105480" cy="669960"/>
              </p14:xfrm>
            </p:contentPart>
          </mc:Choice>
          <mc:Fallback>
            <p:pic>
              <p:nvPicPr>
                <p:cNvPr id="150" name="墨迹 149">
                  <a:extLst>
                    <a:ext uri="{FF2B5EF4-FFF2-40B4-BE49-F238E27FC236}">
                      <a16:creationId xmlns:a16="http://schemas.microsoft.com/office/drawing/2014/main" id="{2C1E6822-C6B7-0907-B2A0-71F00F3FD7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89932" y="1263062"/>
                  <a:ext cx="141120" cy="70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D5D47BEC-ECFA-1D87-700C-7EC6C7047BF9}"/>
                  </a:ext>
                </a:extLst>
              </p14:cNvPr>
              <p14:cNvContentPartPr/>
              <p14:nvPr/>
            </p14:nvContentPartPr>
            <p14:xfrm>
              <a:off x="2017532" y="1262342"/>
              <a:ext cx="169920" cy="17460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D5D47BEC-ECFA-1D87-700C-7EC6C7047BF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99532" y="1244702"/>
                <a:ext cx="2055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9B1953A2-4BFD-254A-BCF6-7303E219F448}"/>
                  </a:ext>
                </a:extLst>
              </p14:cNvPr>
              <p14:cNvContentPartPr/>
              <p14:nvPr/>
            </p14:nvContentPartPr>
            <p14:xfrm>
              <a:off x="4491812" y="1942022"/>
              <a:ext cx="9000" cy="360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9B1953A2-4BFD-254A-BCF6-7303E219F44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73812" y="1924022"/>
                <a:ext cx="446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7466607B-3932-0764-1E16-1E82E9E7C856}"/>
              </a:ext>
            </a:extLst>
          </p:cNvPr>
          <p:cNvGrpSpPr/>
          <p:nvPr/>
        </p:nvGrpSpPr>
        <p:grpSpPr>
          <a:xfrm>
            <a:off x="1346132" y="1505702"/>
            <a:ext cx="793440" cy="539640"/>
            <a:chOff x="1346132" y="1505702"/>
            <a:chExt cx="79344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D64696FC-E959-CAE1-9BD8-DA56915C1461}"/>
                    </a:ext>
                  </a:extLst>
                </p14:cNvPr>
                <p14:cNvContentPartPr/>
                <p14:nvPr/>
              </p14:nvContentPartPr>
              <p14:xfrm>
                <a:off x="1430012" y="1505702"/>
                <a:ext cx="357120" cy="38520"/>
              </p14:xfrm>
            </p:contentPart>
          </mc:Choice>
          <mc:Fallback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D64696FC-E959-CAE1-9BD8-DA56915C14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12372" y="1488062"/>
                  <a:ext cx="392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8" name="墨迹 177">
                  <a:extLst>
                    <a:ext uri="{FF2B5EF4-FFF2-40B4-BE49-F238E27FC236}">
                      <a16:creationId xmlns:a16="http://schemas.microsoft.com/office/drawing/2014/main" id="{5E5508F6-E6D4-DEF0-DD0E-08F174709301}"/>
                    </a:ext>
                  </a:extLst>
                </p14:cNvPr>
                <p14:cNvContentPartPr/>
                <p14:nvPr/>
              </p14:nvContentPartPr>
              <p14:xfrm>
                <a:off x="1346132" y="1560062"/>
                <a:ext cx="329400" cy="485280"/>
              </p14:xfrm>
            </p:contentPart>
          </mc:Choice>
          <mc:Fallback>
            <p:pic>
              <p:nvPicPr>
                <p:cNvPr id="178" name="墨迹 177">
                  <a:extLst>
                    <a:ext uri="{FF2B5EF4-FFF2-40B4-BE49-F238E27FC236}">
                      <a16:creationId xmlns:a16="http://schemas.microsoft.com/office/drawing/2014/main" id="{5E5508F6-E6D4-DEF0-DD0E-08F1747093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28492" y="1542422"/>
                  <a:ext cx="36504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9" name="墨迹 178">
                  <a:extLst>
                    <a:ext uri="{FF2B5EF4-FFF2-40B4-BE49-F238E27FC236}">
                      <a16:creationId xmlns:a16="http://schemas.microsoft.com/office/drawing/2014/main" id="{2F392B8F-DF57-88EA-B0F5-7DC0039D6BB9}"/>
                    </a:ext>
                  </a:extLst>
                </p14:cNvPr>
                <p14:cNvContentPartPr/>
                <p14:nvPr/>
              </p14:nvContentPartPr>
              <p14:xfrm>
                <a:off x="1707572" y="1983782"/>
                <a:ext cx="37440" cy="33120"/>
              </p14:xfrm>
            </p:contentPart>
          </mc:Choice>
          <mc:Fallback>
            <p:pic>
              <p:nvPicPr>
                <p:cNvPr id="179" name="墨迹 178">
                  <a:extLst>
                    <a:ext uri="{FF2B5EF4-FFF2-40B4-BE49-F238E27FC236}">
                      <a16:creationId xmlns:a16="http://schemas.microsoft.com/office/drawing/2014/main" id="{2F392B8F-DF57-88EA-B0F5-7DC0039D6B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9572" y="1966142"/>
                  <a:ext cx="73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80" name="墨迹 179">
                  <a:extLst>
                    <a:ext uri="{FF2B5EF4-FFF2-40B4-BE49-F238E27FC236}">
                      <a16:creationId xmlns:a16="http://schemas.microsoft.com/office/drawing/2014/main" id="{3CC910AB-5686-C40D-9540-2BD56E78DDA6}"/>
                    </a:ext>
                  </a:extLst>
                </p14:cNvPr>
                <p14:cNvContentPartPr/>
                <p14:nvPr/>
              </p14:nvContentPartPr>
              <p14:xfrm>
                <a:off x="2021132" y="1702982"/>
                <a:ext cx="118440" cy="267120"/>
              </p14:xfrm>
            </p:contentPart>
          </mc:Choice>
          <mc:Fallback>
            <p:pic>
              <p:nvPicPr>
                <p:cNvPr id="180" name="墨迹 179">
                  <a:extLst>
                    <a:ext uri="{FF2B5EF4-FFF2-40B4-BE49-F238E27FC236}">
                      <a16:creationId xmlns:a16="http://schemas.microsoft.com/office/drawing/2014/main" id="{3CC910AB-5686-C40D-9540-2BD56E78DD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03492" y="1684982"/>
                  <a:ext cx="154080" cy="3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2429BE58-C641-0068-232C-69306C599D3D}"/>
                  </a:ext>
                </a:extLst>
              </p14:cNvPr>
              <p14:cNvContentPartPr/>
              <p14:nvPr/>
            </p14:nvContentPartPr>
            <p14:xfrm>
              <a:off x="8149052" y="667982"/>
              <a:ext cx="1963440" cy="147672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2429BE58-C641-0068-232C-69306C599D3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31412" y="649982"/>
                <a:ext cx="1999080" cy="151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BC09B9B5-8176-2436-A30E-A8ED6E29A872}"/>
              </a:ext>
            </a:extLst>
          </p:cNvPr>
          <p:cNvGrpSpPr/>
          <p:nvPr/>
        </p:nvGrpSpPr>
        <p:grpSpPr>
          <a:xfrm>
            <a:off x="6969332" y="1230503"/>
            <a:ext cx="3891960" cy="1017159"/>
            <a:chOff x="6969332" y="1230503"/>
            <a:chExt cx="3891960" cy="101715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12C3E154-7B2D-1C3E-32B0-7F35A93D027C}"/>
                    </a:ext>
                  </a:extLst>
                </p14:cNvPr>
                <p14:cNvContentPartPr/>
                <p14:nvPr/>
              </p14:nvContentPartPr>
              <p14:xfrm>
                <a:off x="8152652" y="1245623"/>
                <a:ext cx="777240" cy="34992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12C3E154-7B2D-1C3E-32B0-7F35A93D02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35012" y="1227983"/>
                  <a:ext cx="812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5D31E648-922C-6029-99EC-D5D2E6FD0620}"/>
                    </a:ext>
                  </a:extLst>
                </p14:cNvPr>
                <p14:cNvContentPartPr/>
                <p14:nvPr/>
              </p14:nvContentPartPr>
              <p14:xfrm>
                <a:off x="8682212" y="1253903"/>
                <a:ext cx="46800" cy="54252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5D31E648-922C-6029-99EC-D5D2E6FD062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64572" y="1236263"/>
                  <a:ext cx="8244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C5ABCB83-C694-480A-1802-E3D4E21279F5}"/>
                    </a:ext>
                  </a:extLst>
                </p14:cNvPr>
                <p14:cNvContentPartPr/>
                <p14:nvPr/>
              </p14:nvContentPartPr>
              <p14:xfrm>
                <a:off x="8854292" y="1811903"/>
                <a:ext cx="55080" cy="6408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C5ABCB83-C694-480A-1802-E3D4E21279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36292" y="1793903"/>
                  <a:ext cx="90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F5FF28A6-FA96-13AC-F8E6-EECE4A9E2C50}"/>
                    </a:ext>
                  </a:extLst>
                </p14:cNvPr>
                <p14:cNvContentPartPr/>
                <p14:nvPr/>
              </p14:nvContentPartPr>
              <p14:xfrm>
                <a:off x="9326252" y="1305023"/>
                <a:ext cx="550800" cy="30024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F5FF28A6-FA96-13AC-F8E6-EECE4A9E2C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08612" y="1287383"/>
                  <a:ext cx="5864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3F3B028D-F710-2773-B86D-E83FE50C7629}"/>
                    </a:ext>
                  </a:extLst>
                </p14:cNvPr>
                <p14:cNvContentPartPr/>
                <p14:nvPr/>
              </p14:nvContentPartPr>
              <p14:xfrm>
                <a:off x="9684092" y="1230503"/>
                <a:ext cx="59760" cy="57060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3F3B028D-F710-2773-B86D-E83FE50C76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66092" y="1212503"/>
                  <a:ext cx="9540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0" name="墨迹 249">
                  <a:extLst>
                    <a:ext uri="{FF2B5EF4-FFF2-40B4-BE49-F238E27FC236}">
                      <a16:creationId xmlns:a16="http://schemas.microsoft.com/office/drawing/2014/main" id="{F9D86F77-EF3A-C539-01A4-F06A2B577E2C}"/>
                    </a:ext>
                  </a:extLst>
                </p14:cNvPr>
                <p14:cNvContentPartPr/>
                <p14:nvPr/>
              </p14:nvContentPartPr>
              <p14:xfrm>
                <a:off x="7952852" y="1292222"/>
                <a:ext cx="2908440" cy="343800"/>
              </p14:xfrm>
            </p:contentPart>
          </mc:Choice>
          <mc:Fallback>
            <p:pic>
              <p:nvPicPr>
                <p:cNvPr id="250" name="墨迹 249">
                  <a:extLst>
                    <a:ext uri="{FF2B5EF4-FFF2-40B4-BE49-F238E27FC236}">
                      <a16:creationId xmlns:a16="http://schemas.microsoft.com/office/drawing/2014/main" id="{F9D86F77-EF3A-C539-01A4-F06A2B577E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34852" y="1274222"/>
                  <a:ext cx="29440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51" name="墨迹 250">
                  <a:extLst>
                    <a:ext uri="{FF2B5EF4-FFF2-40B4-BE49-F238E27FC236}">
                      <a16:creationId xmlns:a16="http://schemas.microsoft.com/office/drawing/2014/main" id="{DEC05D8E-7D3A-B397-713D-D2A431CB216A}"/>
                    </a:ext>
                  </a:extLst>
                </p14:cNvPr>
                <p14:cNvContentPartPr/>
                <p14:nvPr/>
              </p14:nvContentPartPr>
              <p14:xfrm>
                <a:off x="6969332" y="1443422"/>
                <a:ext cx="3779640" cy="804240"/>
              </p14:xfrm>
            </p:contentPart>
          </mc:Choice>
          <mc:Fallback>
            <p:pic>
              <p:nvPicPr>
                <p:cNvPr id="251" name="墨迹 250">
                  <a:extLst>
                    <a:ext uri="{FF2B5EF4-FFF2-40B4-BE49-F238E27FC236}">
                      <a16:creationId xmlns:a16="http://schemas.microsoft.com/office/drawing/2014/main" id="{DEC05D8E-7D3A-B397-713D-D2A431CB21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51332" y="1425422"/>
                  <a:ext cx="3815280" cy="83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65" name="墨迹 264">
                <a:extLst>
                  <a:ext uri="{FF2B5EF4-FFF2-40B4-BE49-F238E27FC236}">
                    <a16:creationId xmlns:a16="http://schemas.microsoft.com/office/drawing/2014/main" id="{289B803B-F877-FA1D-3BCC-E40C16B4441A}"/>
                  </a:ext>
                </a:extLst>
              </p14:cNvPr>
              <p14:cNvContentPartPr/>
              <p14:nvPr/>
            </p14:nvContentPartPr>
            <p14:xfrm>
              <a:off x="6806612" y="4049822"/>
              <a:ext cx="5400" cy="1800"/>
            </p14:xfrm>
          </p:contentPart>
        </mc:Choice>
        <mc:Fallback>
          <p:pic>
            <p:nvPicPr>
              <p:cNvPr id="265" name="墨迹 264">
                <a:extLst>
                  <a:ext uri="{FF2B5EF4-FFF2-40B4-BE49-F238E27FC236}">
                    <a16:creationId xmlns:a16="http://schemas.microsoft.com/office/drawing/2014/main" id="{289B803B-F877-FA1D-3BCC-E40C16B4441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88972" y="4032182"/>
                <a:ext cx="410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00" name="墨迹 299">
                <a:extLst>
                  <a:ext uri="{FF2B5EF4-FFF2-40B4-BE49-F238E27FC236}">
                    <a16:creationId xmlns:a16="http://schemas.microsoft.com/office/drawing/2014/main" id="{36D1C3D6-9A7A-DA41-ECC1-889A654881BD}"/>
                  </a:ext>
                </a:extLst>
              </p14:cNvPr>
              <p14:cNvContentPartPr/>
              <p14:nvPr/>
            </p14:nvContentPartPr>
            <p14:xfrm>
              <a:off x="3837692" y="4721222"/>
              <a:ext cx="1152000" cy="48240"/>
            </p14:xfrm>
          </p:contentPart>
        </mc:Choice>
        <mc:Fallback>
          <p:pic>
            <p:nvPicPr>
              <p:cNvPr id="300" name="墨迹 299">
                <a:extLst>
                  <a:ext uri="{FF2B5EF4-FFF2-40B4-BE49-F238E27FC236}">
                    <a16:creationId xmlns:a16="http://schemas.microsoft.com/office/drawing/2014/main" id="{36D1C3D6-9A7A-DA41-ECC1-889A654881B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20052" y="4703582"/>
                <a:ext cx="118764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54A85282-BBAC-5B94-0C9C-6F6BD4F58DF6}"/>
              </a:ext>
            </a:extLst>
          </p:cNvPr>
          <p:cNvGrpSpPr/>
          <p:nvPr/>
        </p:nvGrpSpPr>
        <p:grpSpPr>
          <a:xfrm>
            <a:off x="4227932" y="4911302"/>
            <a:ext cx="4128120" cy="1020960"/>
            <a:chOff x="4227932" y="4911302"/>
            <a:chExt cx="4128120" cy="10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01" name="墨迹 300">
                  <a:extLst>
                    <a:ext uri="{FF2B5EF4-FFF2-40B4-BE49-F238E27FC236}">
                      <a16:creationId xmlns:a16="http://schemas.microsoft.com/office/drawing/2014/main" id="{B69A147C-6EAC-DF1A-E61C-2D9260467782}"/>
                    </a:ext>
                  </a:extLst>
                </p14:cNvPr>
                <p14:cNvContentPartPr/>
                <p14:nvPr/>
              </p14:nvContentPartPr>
              <p14:xfrm>
                <a:off x="4410092" y="5044862"/>
                <a:ext cx="464400" cy="106920"/>
              </p14:xfrm>
            </p:contentPart>
          </mc:Choice>
          <mc:Fallback>
            <p:pic>
              <p:nvPicPr>
                <p:cNvPr id="301" name="墨迹 300">
                  <a:extLst>
                    <a:ext uri="{FF2B5EF4-FFF2-40B4-BE49-F238E27FC236}">
                      <a16:creationId xmlns:a16="http://schemas.microsoft.com/office/drawing/2014/main" id="{B69A147C-6EAC-DF1A-E61C-2D926046778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92092" y="5026862"/>
                  <a:ext cx="500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02" name="墨迹 301">
                  <a:extLst>
                    <a:ext uri="{FF2B5EF4-FFF2-40B4-BE49-F238E27FC236}">
                      <a16:creationId xmlns:a16="http://schemas.microsoft.com/office/drawing/2014/main" id="{87C0280A-8D30-F36F-2C33-B2AEB2FCA147}"/>
                    </a:ext>
                  </a:extLst>
                </p14:cNvPr>
                <p14:cNvContentPartPr/>
                <p14:nvPr/>
              </p14:nvContentPartPr>
              <p14:xfrm>
                <a:off x="4364372" y="4911302"/>
                <a:ext cx="367200" cy="1020960"/>
              </p14:xfrm>
            </p:contentPart>
          </mc:Choice>
          <mc:Fallback>
            <p:pic>
              <p:nvPicPr>
                <p:cNvPr id="302" name="墨迹 301">
                  <a:extLst>
                    <a:ext uri="{FF2B5EF4-FFF2-40B4-BE49-F238E27FC236}">
                      <a16:creationId xmlns:a16="http://schemas.microsoft.com/office/drawing/2014/main" id="{87C0280A-8D30-F36F-2C33-B2AEB2FCA1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46732" y="4893662"/>
                  <a:ext cx="402840" cy="10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03" name="墨迹 302">
                  <a:extLst>
                    <a:ext uri="{FF2B5EF4-FFF2-40B4-BE49-F238E27FC236}">
                      <a16:creationId xmlns:a16="http://schemas.microsoft.com/office/drawing/2014/main" id="{5D02CA79-E77E-4D90-78B6-E0594AADDD9B}"/>
                    </a:ext>
                  </a:extLst>
                </p14:cNvPr>
                <p14:cNvContentPartPr/>
                <p14:nvPr/>
              </p14:nvContentPartPr>
              <p14:xfrm>
                <a:off x="4227932" y="5452382"/>
                <a:ext cx="1364760" cy="135000"/>
              </p14:xfrm>
            </p:contentPart>
          </mc:Choice>
          <mc:Fallback>
            <p:pic>
              <p:nvPicPr>
                <p:cNvPr id="303" name="墨迹 302">
                  <a:extLst>
                    <a:ext uri="{FF2B5EF4-FFF2-40B4-BE49-F238E27FC236}">
                      <a16:creationId xmlns:a16="http://schemas.microsoft.com/office/drawing/2014/main" id="{5D02CA79-E77E-4D90-78B6-E0594AADDD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09932" y="5434382"/>
                  <a:ext cx="1400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04" name="墨迹 303">
                  <a:extLst>
                    <a:ext uri="{FF2B5EF4-FFF2-40B4-BE49-F238E27FC236}">
                      <a16:creationId xmlns:a16="http://schemas.microsoft.com/office/drawing/2014/main" id="{41029C5B-AAF1-C052-33B4-54F65E76B805}"/>
                    </a:ext>
                  </a:extLst>
                </p14:cNvPr>
                <p14:cNvContentPartPr/>
                <p14:nvPr/>
              </p14:nvContentPartPr>
              <p14:xfrm>
                <a:off x="5603852" y="5125862"/>
                <a:ext cx="630720" cy="33480"/>
              </p14:xfrm>
            </p:contentPart>
          </mc:Choice>
          <mc:Fallback>
            <p:pic>
              <p:nvPicPr>
                <p:cNvPr id="304" name="墨迹 303">
                  <a:extLst>
                    <a:ext uri="{FF2B5EF4-FFF2-40B4-BE49-F238E27FC236}">
                      <a16:creationId xmlns:a16="http://schemas.microsoft.com/office/drawing/2014/main" id="{41029C5B-AAF1-C052-33B4-54F65E76B8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85852" y="5108222"/>
                  <a:ext cx="666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05" name="墨迹 304">
                  <a:extLst>
                    <a:ext uri="{FF2B5EF4-FFF2-40B4-BE49-F238E27FC236}">
                      <a16:creationId xmlns:a16="http://schemas.microsoft.com/office/drawing/2014/main" id="{F74104DA-061B-979B-23F6-1726176ECA94}"/>
                    </a:ext>
                  </a:extLst>
                </p14:cNvPr>
                <p14:cNvContentPartPr/>
                <p14:nvPr/>
              </p14:nvContentPartPr>
              <p14:xfrm>
                <a:off x="6047732" y="5234582"/>
                <a:ext cx="13320" cy="536760"/>
              </p14:xfrm>
            </p:contentPart>
          </mc:Choice>
          <mc:Fallback>
            <p:pic>
              <p:nvPicPr>
                <p:cNvPr id="305" name="墨迹 304">
                  <a:extLst>
                    <a:ext uri="{FF2B5EF4-FFF2-40B4-BE49-F238E27FC236}">
                      <a16:creationId xmlns:a16="http://schemas.microsoft.com/office/drawing/2014/main" id="{F74104DA-061B-979B-23F6-1726176ECA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30092" y="5216942"/>
                  <a:ext cx="489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06" name="墨迹 305">
                  <a:extLst>
                    <a:ext uri="{FF2B5EF4-FFF2-40B4-BE49-F238E27FC236}">
                      <a16:creationId xmlns:a16="http://schemas.microsoft.com/office/drawing/2014/main" id="{5B0E51BC-96C4-864B-DA22-09B8E826D1E3}"/>
                    </a:ext>
                  </a:extLst>
                </p14:cNvPr>
                <p14:cNvContentPartPr/>
                <p14:nvPr/>
              </p14:nvContentPartPr>
              <p14:xfrm>
                <a:off x="5909852" y="5444102"/>
                <a:ext cx="365400" cy="59400"/>
              </p14:xfrm>
            </p:contentPart>
          </mc:Choice>
          <mc:Fallback>
            <p:pic>
              <p:nvPicPr>
                <p:cNvPr id="306" name="墨迹 305">
                  <a:extLst>
                    <a:ext uri="{FF2B5EF4-FFF2-40B4-BE49-F238E27FC236}">
                      <a16:creationId xmlns:a16="http://schemas.microsoft.com/office/drawing/2014/main" id="{5B0E51BC-96C4-864B-DA22-09B8E826D1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91852" y="5426462"/>
                  <a:ext cx="401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07" name="墨迹 306">
                  <a:extLst>
                    <a:ext uri="{FF2B5EF4-FFF2-40B4-BE49-F238E27FC236}">
                      <a16:creationId xmlns:a16="http://schemas.microsoft.com/office/drawing/2014/main" id="{DE77348B-F802-237B-ADA5-92172F5EF2F8}"/>
                    </a:ext>
                  </a:extLst>
                </p14:cNvPr>
                <p14:cNvContentPartPr/>
                <p14:nvPr/>
              </p14:nvContentPartPr>
              <p14:xfrm>
                <a:off x="5775572" y="5542382"/>
                <a:ext cx="614520" cy="317520"/>
              </p14:xfrm>
            </p:contentPart>
          </mc:Choice>
          <mc:Fallback>
            <p:pic>
              <p:nvPicPr>
                <p:cNvPr id="307" name="墨迹 306">
                  <a:extLst>
                    <a:ext uri="{FF2B5EF4-FFF2-40B4-BE49-F238E27FC236}">
                      <a16:creationId xmlns:a16="http://schemas.microsoft.com/office/drawing/2014/main" id="{DE77348B-F802-237B-ADA5-92172F5EF2F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57932" y="5524742"/>
                  <a:ext cx="6501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08" name="墨迹 307">
                  <a:extLst>
                    <a:ext uri="{FF2B5EF4-FFF2-40B4-BE49-F238E27FC236}">
                      <a16:creationId xmlns:a16="http://schemas.microsoft.com/office/drawing/2014/main" id="{EE803F22-0CD6-8A6C-9DD4-6B99C055A889}"/>
                    </a:ext>
                  </a:extLst>
                </p14:cNvPr>
                <p14:cNvContentPartPr/>
                <p14:nvPr/>
              </p14:nvContentPartPr>
              <p14:xfrm>
                <a:off x="6409172" y="5198942"/>
                <a:ext cx="464400" cy="65520"/>
              </p14:xfrm>
            </p:contentPart>
          </mc:Choice>
          <mc:Fallback>
            <p:pic>
              <p:nvPicPr>
                <p:cNvPr id="308" name="墨迹 307">
                  <a:extLst>
                    <a:ext uri="{FF2B5EF4-FFF2-40B4-BE49-F238E27FC236}">
                      <a16:creationId xmlns:a16="http://schemas.microsoft.com/office/drawing/2014/main" id="{EE803F22-0CD6-8A6C-9DD4-6B99C055A88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91172" y="5180942"/>
                  <a:ext cx="500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09" name="墨迹 308">
                  <a:extLst>
                    <a:ext uri="{FF2B5EF4-FFF2-40B4-BE49-F238E27FC236}">
                      <a16:creationId xmlns:a16="http://schemas.microsoft.com/office/drawing/2014/main" id="{B17AFECD-FAFE-06EB-1F0C-74910E18480F}"/>
                    </a:ext>
                  </a:extLst>
                </p14:cNvPr>
                <p14:cNvContentPartPr/>
                <p14:nvPr/>
              </p14:nvContentPartPr>
              <p14:xfrm>
                <a:off x="6395852" y="5514302"/>
                <a:ext cx="412920" cy="5760"/>
              </p14:xfrm>
            </p:contentPart>
          </mc:Choice>
          <mc:Fallback>
            <p:pic>
              <p:nvPicPr>
                <p:cNvPr id="309" name="墨迹 308">
                  <a:extLst>
                    <a:ext uri="{FF2B5EF4-FFF2-40B4-BE49-F238E27FC236}">
                      <a16:creationId xmlns:a16="http://schemas.microsoft.com/office/drawing/2014/main" id="{B17AFECD-FAFE-06EB-1F0C-74910E1848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7852" y="5496662"/>
                  <a:ext cx="448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0" name="墨迹 309">
                  <a:extLst>
                    <a:ext uri="{FF2B5EF4-FFF2-40B4-BE49-F238E27FC236}">
                      <a16:creationId xmlns:a16="http://schemas.microsoft.com/office/drawing/2014/main" id="{B7C4D8D5-90D0-B213-72FA-7EEC83F24F10}"/>
                    </a:ext>
                  </a:extLst>
                </p14:cNvPr>
                <p14:cNvContentPartPr/>
                <p14:nvPr/>
              </p14:nvContentPartPr>
              <p14:xfrm>
                <a:off x="6540212" y="5536622"/>
                <a:ext cx="95760" cy="233640"/>
              </p14:xfrm>
            </p:contentPart>
          </mc:Choice>
          <mc:Fallback>
            <p:pic>
              <p:nvPicPr>
                <p:cNvPr id="310" name="墨迹 309">
                  <a:extLst>
                    <a:ext uri="{FF2B5EF4-FFF2-40B4-BE49-F238E27FC236}">
                      <a16:creationId xmlns:a16="http://schemas.microsoft.com/office/drawing/2014/main" id="{B7C4D8D5-90D0-B213-72FA-7EEC83F24F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2212" y="5518982"/>
                  <a:ext cx="1314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11" name="墨迹 310">
                  <a:extLst>
                    <a:ext uri="{FF2B5EF4-FFF2-40B4-BE49-F238E27FC236}">
                      <a16:creationId xmlns:a16="http://schemas.microsoft.com/office/drawing/2014/main" id="{307E48D5-701F-DF6A-83C4-8B44BC75A108}"/>
                    </a:ext>
                  </a:extLst>
                </p14:cNvPr>
                <p14:cNvContentPartPr/>
                <p14:nvPr/>
              </p14:nvContentPartPr>
              <p14:xfrm>
                <a:off x="6899852" y="5599262"/>
                <a:ext cx="1456200" cy="315000"/>
              </p14:xfrm>
            </p:contentPart>
          </mc:Choice>
          <mc:Fallback>
            <p:pic>
              <p:nvPicPr>
                <p:cNvPr id="311" name="墨迹 310">
                  <a:extLst>
                    <a:ext uri="{FF2B5EF4-FFF2-40B4-BE49-F238E27FC236}">
                      <a16:creationId xmlns:a16="http://schemas.microsoft.com/office/drawing/2014/main" id="{307E48D5-701F-DF6A-83C4-8B44BC75A10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81852" y="5581622"/>
                  <a:ext cx="1491840" cy="350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6731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leetcode.cn/problems/queue-reconstruction-by-heigh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406. 根据身高重建队列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89" y="1597511"/>
            <a:ext cx="11484205" cy="4607211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06D749C2-44B4-3AD1-CD17-4CB58DAE3217}"/>
                  </a:ext>
                </a:extLst>
              </p14:cNvPr>
              <p14:cNvContentPartPr/>
              <p14:nvPr/>
            </p14:nvContentPartPr>
            <p14:xfrm>
              <a:off x="10439732" y="3682463"/>
              <a:ext cx="360" cy="3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06D749C2-44B4-3AD1-CD17-4CB58DAE32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22092" y="366482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C1D91E5D-6948-F937-7B96-54DD5467286F}"/>
                  </a:ext>
                </a:extLst>
              </p14:cNvPr>
              <p14:cNvContentPartPr/>
              <p14:nvPr/>
            </p14:nvContentPartPr>
            <p14:xfrm>
              <a:off x="11408852" y="3858863"/>
              <a:ext cx="360" cy="36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C1D91E5D-6948-F937-7B96-54DD546728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91212" y="38408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D0D88DB2-4F05-77FB-8EB0-2D3571FB3AEE}"/>
                  </a:ext>
                </a:extLst>
              </p14:cNvPr>
              <p14:cNvContentPartPr/>
              <p14:nvPr/>
            </p14:nvContentPartPr>
            <p14:xfrm>
              <a:off x="10389692" y="2599583"/>
              <a:ext cx="209880" cy="20484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D0D88DB2-4F05-77FB-8EB0-2D3571FB3AE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72052" y="2581583"/>
                <a:ext cx="24552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44087CC-017C-AE01-A349-CC5DD6488C5F}"/>
              </a:ext>
            </a:extLst>
          </p:cNvPr>
          <p:cNvGrpSpPr/>
          <p:nvPr/>
        </p:nvGrpSpPr>
        <p:grpSpPr>
          <a:xfrm>
            <a:off x="8627852" y="4386623"/>
            <a:ext cx="243360" cy="140040"/>
            <a:chOff x="8627852" y="4386623"/>
            <a:chExt cx="24336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0737AD70-E398-283D-A254-EFBC0EDC1FEE}"/>
                    </a:ext>
                  </a:extLst>
                </p14:cNvPr>
                <p14:cNvContentPartPr/>
                <p14:nvPr/>
              </p14:nvContentPartPr>
              <p14:xfrm>
                <a:off x="8627852" y="4386623"/>
                <a:ext cx="224280" cy="3420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0737AD70-E398-283D-A254-EFBC0EDC1F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09852" y="4368983"/>
                  <a:ext cx="259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41B649EB-5EF7-1BE3-4515-ABD9E0805B54}"/>
                    </a:ext>
                  </a:extLst>
                </p14:cNvPr>
                <p14:cNvContentPartPr/>
                <p14:nvPr/>
              </p14:nvContentPartPr>
              <p14:xfrm>
                <a:off x="8673932" y="4520183"/>
                <a:ext cx="197280" cy="648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41B649EB-5EF7-1BE3-4515-ABD9E0805B5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55932" y="4502183"/>
                  <a:ext cx="23292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43CAFB09-6D46-7027-74DE-5A8CA5DC7904}"/>
                  </a:ext>
                </a:extLst>
              </p14:cNvPr>
              <p14:cNvContentPartPr/>
              <p14:nvPr/>
            </p14:nvContentPartPr>
            <p14:xfrm>
              <a:off x="7899572" y="5641223"/>
              <a:ext cx="46800" cy="6516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43CAFB09-6D46-7027-74DE-5A8CA5DC790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81932" y="5623583"/>
                <a:ext cx="8244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D7CB4577-8D2B-FF24-9835-341A95B58997}"/>
              </a:ext>
            </a:extLst>
          </p:cNvPr>
          <p:cNvGrpSpPr/>
          <p:nvPr/>
        </p:nvGrpSpPr>
        <p:grpSpPr>
          <a:xfrm>
            <a:off x="871292" y="2055983"/>
            <a:ext cx="3751200" cy="952200"/>
            <a:chOff x="871292" y="2055983"/>
            <a:chExt cx="3751200" cy="95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4" name="墨迹 143">
                  <a:extLst>
                    <a:ext uri="{FF2B5EF4-FFF2-40B4-BE49-F238E27FC236}">
                      <a16:creationId xmlns:a16="http://schemas.microsoft.com/office/drawing/2014/main" id="{784EB2CA-65F5-4C11-6E70-F33B41EC0770}"/>
                    </a:ext>
                  </a:extLst>
                </p14:cNvPr>
                <p14:cNvContentPartPr/>
                <p14:nvPr/>
              </p14:nvContentPartPr>
              <p14:xfrm>
                <a:off x="4385252" y="2595983"/>
                <a:ext cx="224640" cy="392040"/>
              </p14:xfrm>
            </p:contentPart>
          </mc:Choice>
          <mc:Fallback>
            <p:pic>
              <p:nvPicPr>
                <p:cNvPr id="144" name="墨迹 143">
                  <a:extLst>
                    <a:ext uri="{FF2B5EF4-FFF2-40B4-BE49-F238E27FC236}">
                      <a16:creationId xmlns:a16="http://schemas.microsoft.com/office/drawing/2014/main" id="{784EB2CA-65F5-4C11-6E70-F33B41EC07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7252" y="2578343"/>
                  <a:ext cx="2602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5" name="墨迹 144">
                  <a:extLst>
                    <a:ext uri="{FF2B5EF4-FFF2-40B4-BE49-F238E27FC236}">
                      <a16:creationId xmlns:a16="http://schemas.microsoft.com/office/drawing/2014/main" id="{CB2C621E-B14F-DA64-CDDA-30A20CA50783}"/>
                    </a:ext>
                  </a:extLst>
                </p14:cNvPr>
                <p14:cNvContentPartPr/>
                <p14:nvPr/>
              </p14:nvContentPartPr>
              <p14:xfrm>
                <a:off x="4331972" y="2826743"/>
                <a:ext cx="290520" cy="181440"/>
              </p14:xfrm>
            </p:contentPart>
          </mc:Choice>
          <mc:Fallback>
            <p:pic>
              <p:nvPicPr>
                <p:cNvPr id="145" name="墨迹 144">
                  <a:extLst>
                    <a:ext uri="{FF2B5EF4-FFF2-40B4-BE49-F238E27FC236}">
                      <a16:creationId xmlns:a16="http://schemas.microsoft.com/office/drawing/2014/main" id="{CB2C621E-B14F-DA64-CDDA-30A20CA5078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13972" y="2809103"/>
                  <a:ext cx="3261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7" name="墨迹 146">
                  <a:extLst>
                    <a:ext uri="{FF2B5EF4-FFF2-40B4-BE49-F238E27FC236}">
                      <a16:creationId xmlns:a16="http://schemas.microsoft.com/office/drawing/2014/main" id="{2E86D0D0-A3F4-D31E-09F1-13AABE0F3031}"/>
                    </a:ext>
                  </a:extLst>
                </p14:cNvPr>
                <p14:cNvContentPartPr/>
                <p14:nvPr/>
              </p14:nvContentPartPr>
              <p14:xfrm>
                <a:off x="871292" y="2055983"/>
                <a:ext cx="961920" cy="528120"/>
              </p14:xfrm>
            </p:contentPart>
          </mc:Choice>
          <mc:Fallback>
            <p:pic>
              <p:nvPicPr>
                <p:cNvPr id="147" name="墨迹 146">
                  <a:extLst>
                    <a:ext uri="{FF2B5EF4-FFF2-40B4-BE49-F238E27FC236}">
                      <a16:creationId xmlns:a16="http://schemas.microsoft.com/office/drawing/2014/main" id="{2E86D0D0-A3F4-D31E-09F1-13AABE0F303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3652" y="2038343"/>
                  <a:ext cx="997560" cy="56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8317EDA7-A80B-2130-024C-D2C4A365AEA3}"/>
              </a:ext>
            </a:extLst>
          </p:cNvPr>
          <p:cNvGrpSpPr/>
          <p:nvPr/>
        </p:nvGrpSpPr>
        <p:grpSpPr>
          <a:xfrm>
            <a:off x="1222652" y="834503"/>
            <a:ext cx="362520" cy="1134360"/>
            <a:chOff x="1222652" y="834503"/>
            <a:chExt cx="362520" cy="11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2" name="墨迹 151">
                  <a:extLst>
                    <a:ext uri="{FF2B5EF4-FFF2-40B4-BE49-F238E27FC236}">
                      <a16:creationId xmlns:a16="http://schemas.microsoft.com/office/drawing/2014/main" id="{C5761054-EDD4-0AD3-A011-BA53D1FD8208}"/>
                    </a:ext>
                  </a:extLst>
                </p14:cNvPr>
                <p14:cNvContentPartPr/>
                <p14:nvPr/>
              </p14:nvContentPartPr>
              <p14:xfrm>
                <a:off x="1266572" y="1350383"/>
                <a:ext cx="43200" cy="523800"/>
              </p14:xfrm>
            </p:contentPart>
          </mc:Choice>
          <mc:Fallback>
            <p:pic>
              <p:nvPicPr>
                <p:cNvPr id="152" name="墨迹 151">
                  <a:extLst>
                    <a:ext uri="{FF2B5EF4-FFF2-40B4-BE49-F238E27FC236}">
                      <a16:creationId xmlns:a16="http://schemas.microsoft.com/office/drawing/2014/main" id="{C5761054-EDD4-0AD3-A011-BA53D1FD82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48572" y="1332743"/>
                  <a:ext cx="788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3" name="墨迹 152">
                  <a:extLst>
                    <a:ext uri="{FF2B5EF4-FFF2-40B4-BE49-F238E27FC236}">
                      <a16:creationId xmlns:a16="http://schemas.microsoft.com/office/drawing/2014/main" id="{CCDA662D-92B1-93C4-9DD9-F166D878FD4D}"/>
                    </a:ext>
                  </a:extLst>
                </p14:cNvPr>
                <p14:cNvContentPartPr/>
                <p14:nvPr/>
              </p14:nvContentPartPr>
              <p14:xfrm>
                <a:off x="1237052" y="1746383"/>
                <a:ext cx="144360" cy="222480"/>
              </p14:xfrm>
            </p:contentPart>
          </mc:Choice>
          <mc:Fallback>
            <p:pic>
              <p:nvPicPr>
                <p:cNvPr id="153" name="墨迹 152">
                  <a:extLst>
                    <a:ext uri="{FF2B5EF4-FFF2-40B4-BE49-F238E27FC236}">
                      <a16:creationId xmlns:a16="http://schemas.microsoft.com/office/drawing/2014/main" id="{CCDA662D-92B1-93C4-9DD9-F166D878FD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19412" y="1728743"/>
                  <a:ext cx="180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5" name="墨迹 154">
                  <a:extLst>
                    <a:ext uri="{FF2B5EF4-FFF2-40B4-BE49-F238E27FC236}">
                      <a16:creationId xmlns:a16="http://schemas.microsoft.com/office/drawing/2014/main" id="{7FAEF66A-432A-C9F5-CF78-482A6F32320E}"/>
                    </a:ext>
                  </a:extLst>
                </p14:cNvPr>
                <p14:cNvContentPartPr/>
                <p14:nvPr/>
              </p14:nvContentPartPr>
              <p14:xfrm>
                <a:off x="1222652" y="834503"/>
                <a:ext cx="362520" cy="582120"/>
              </p14:xfrm>
            </p:contentPart>
          </mc:Choice>
          <mc:Fallback>
            <p:pic>
              <p:nvPicPr>
                <p:cNvPr id="155" name="墨迹 154">
                  <a:extLst>
                    <a:ext uri="{FF2B5EF4-FFF2-40B4-BE49-F238E27FC236}">
                      <a16:creationId xmlns:a16="http://schemas.microsoft.com/office/drawing/2014/main" id="{7FAEF66A-432A-C9F5-CF78-482A6F32320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05012" y="816863"/>
                  <a:ext cx="398160" cy="61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92BEC26A-06A7-5853-6AE6-654246431E57}"/>
              </a:ext>
            </a:extLst>
          </p:cNvPr>
          <p:cNvGrpSpPr/>
          <p:nvPr/>
        </p:nvGrpSpPr>
        <p:grpSpPr>
          <a:xfrm>
            <a:off x="1702892" y="1228703"/>
            <a:ext cx="1623960" cy="956880"/>
            <a:chOff x="1702892" y="1228703"/>
            <a:chExt cx="1623960" cy="95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8" name="墨迹 157">
                  <a:extLst>
                    <a:ext uri="{FF2B5EF4-FFF2-40B4-BE49-F238E27FC236}">
                      <a16:creationId xmlns:a16="http://schemas.microsoft.com/office/drawing/2014/main" id="{4942C45E-BBCB-6AEA-FEDA-9CEA95C20293}"/>
                    </a:ext>
                  </a:extLst>
                </p14:cNvPr>
                <p14:cNvContentPartPr/>
                <p14:nvPr/>
              </p14:nvContentPartPr>
              <p14:xfrm>
                <a:off x="1702892" y="1590863"/>
                <a:ext cx="976320" cy="594720"/>
              </p14:xfrm>
            </p:contentPart>
          </mc:Choice>
          <mc:Fallback>
            <p:pic>
              <p:nvPicPr>
                <p:cNvPr id="158" name="墨迹 157">
                  <a:extLst>
                    <a:ext uri="{FF2B5EF4-FFF2-40B4-BE49-F238E27FC236}">
                      <a16:creationId xmlns:a16="http://schemas.microsoft.com/office/drawing/2014/main" id="{4942C45E-BBCB-6AEA-FEDA-9CEA95C202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84892" y="1573223"/>
                  <a:ext cx="101196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9" name="墨迹 158">
                  <a:extLst>
                    <a:ext uri="{FF2B5EF4-FFF2-40B4-BE49-F238E27FC236}">
                      <a16:creationId xmlns:a16="http://schemas.microsoft.com/office/drawing/2014/main" id="{05D2DCC4-EB11-923F-4F69-51D5F06F3A23}"/>
                    </a:ext>
                  </a:extLst>
                </p14:cNvPr>
                <p14:cNvContentPartPr/>
                <p14:nvPr/>
              </p14:nvContentPartPr>
              <p14:xfrm>
                <a:off x="2516492" y="1497263"/>
                <a:ext cx="272520" cy="315360"/>
              </p14:xfrm>
            </p:contentPart>
          </mc:Choice>
          <mc:Fallback>
            <p:pic>
              <p:nvPicPr>
                <p:cNvPr id="159" name="墨迹 158">
                  <a:extLst>
                    <a:ext uri="{FF2B5EF4-FFF2-40B4-BE49-F238E27FC236}">
                      <a16:creationId xmlns:a16="http://schemas.microsoft.com/office/drawing/2014/main" id="{05D2DCC4-EB11-923F-4F69-51D5F06F3A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98852" y="1479623"/>
                  <a:ext cx="308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22B31151-9A42-E6A3-5B96-BCB30D5B44B6}"/>
                    </a:ext>
                  </a:extLst>
                </p14:cNvPr>
                <p14:cNvContentPartPr/>
                <p14:nvPr/>
              </p14:nvContentPartPr>
              <p14:xfrm>
                <a:off x="2907452" y="1228703"/>
                <a:ext cx="79560" cy="420120"/>
              </p14:xfrm>
            </p:contentPart>
          </mc:Choice>
          <mc:Fallback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22B31151-9A42-E6A3-5B96-BCB30D5B44B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89452" y="1211063"/>
                  <a:ext cx="1152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88F5A600-4238-337F-E38E-F60CF24D340C}"/>
                    </a:ext>
                  </a:extLst>
                </p14:cNvPr>
                <p14:cNvContentPartPr/>
                <p14:nvPr/>
              </p14:nvContentPartPr>
              <p14:xfrm>
                <a:off x="2973332" y="1395743"/>
                <a:ext cx="353520" cy="366480"/>
              </p14:xfrm>
            </p:contentPart>
          </mc:Choice>
          <mc:Fallback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88F5A600-4238-337F-E38E-F60CF24D340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5692" y="1378103"/>
                  <a:ext cx="389160" cy="40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576E3F37-6D8B-D579-125C-5673D5C867EF}"/>
              </a:ext>
            </a:extLst>
          </p:cNvPr>
          <p:cNvGrpSpPr/>
          <p:nvPr/>
        </p:nvGrpSpPr>
        <p:grpSpPr>
          <a:xfrm>
            <a:off x="1216172" y="2835023"/>
            <a:ext cx="1704960" cy="18360"/>
            <a:chOff x="1216172" y="2835023"/>
            <a:chExt cx="1704960" cy="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B1766572-8B9C-B9B4-89BD-D67FC9BAC3CA}"/>
                    </a:ext>
                  </a:extLst>
                </p14:cNvPr>
                <p14:cNvContentPartPr/>
                <p14:nvPr/>
              </p14:nvContentPartPr>
              <p14:xfrm>
                <a:off x="1216172" y="2835023"/>
                <a:ext cx="627840" cy="18360"/>
              </p14:xfrm>
            </p:contentPart>
          </mc:Choice>
          <mc:Fallback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B1766572-8B9C-B9B4-89BD-D67FC9BAC3C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98532" y="2817383"/>
                  <a:ext cx="663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72" name="墨迹 171">
                  <a:extLst>
                    <a:ext uri="{FF2B5EF4-FFF2-40B4-BE49-F238E27FC236}">
                      <a16:creationId xmlns:a16="http://schemas.microsoft.com/office/drawing/2014/main" id="{7CEBE720-F460-B2FA-4396-F6FF7D065A39}"/>
                    </a:ext>
                  </a:extLst>
                </p14:cNvPr>
                <p14:cNvContentPartPr/>
                <p14:nvPr/>
              </p14:nvContentPartPr>
              <p14:xfrm>
                <a:off x="2197532" y="2835383"/>
                <a:ext cx="723600" cy="360"/>
              </p14:xfrm>
            </p:contentPart>
          </mc:Choice>
          <mc:Fallback>
            <p:pic>
              <p:nvPicPr>
                <p:cNvPr id="172" name="墨迹 171">
                  <a:extLst>
                    <a:ext uri="{FF2B5EF4-FFF2-40B4-BE49-F238E27FC236}">
                      <a16:creationId xmlns:a16="http://schemas.microsoft.com/office/drawing/2014/main" id="{7CEBE720-F460-B2FA-4396-F6FF7D065A3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79892" y="2817383"/>
                  <a:ext cx="7592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07EED4A4-C899-7910-F6B3-E32B611490D3}"/>
              </a:ext>
            </a:extLst>
          </p:cNvPr>
          <p:cNvGrpSpPr/>
          <p:nvPr/>
        </p:nvGrpSpPr>
        <p:grpSpPr>
          <a:xfrm>
            <a:off x="2058212" y="2478623"/>
            <a:ext cx="1821960" cy="858240"/>
            <a:chOff x="2058212" y="2478623"/>
            <a:chExt cx="1821960" cy="85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75" name="墨迹 174">
                  <a:extLst>
                    <a:ext uri="{FF2B5EF4-FFF2-40B4-BE49-F238E27FC236}">
                      <a16:creationId xmlns:a16="http://schemas.microsoft.com/office/drawing/2014/main" id="{B0E20D11-E8DF-83FF-E25D-3C119A27C810}"/>
                    </a:ext>
                  </a:extLst>
                </p14:cNvPr>
                <p14:cNvContentPartPr/>
                <p14:nvPr/>
              </p14:nvContentPartPr>
              <p14:xfrm>
                <a:off x="3030212" y="2478623"/>
                <a:ext cx="849960" cy="540360"/>
              </p14:xfrm>
            </p:contentPart>
          </mc:Choice>
          <mc:Fallback>
            <p:pic>
              <p:nvPicPr>
                <p:cNvPr id="175" name="墨迹 174">
                  <a:extLst>
                    <a:ext uri="{FF2B5EF4-FFF2-40B4-BE49-F238E27FC236}">
                      <a16:creationId xmlns:a16="http://schemas.microsoft.com/office/drawing/2014/main" id="{B0E20D11-E8DF-83FF-E25D-3C119A27C81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12212" y="2460983"/>
                  <a:ext cx="88560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79926483-4171-3EAB-1816-DA61603338CC}"/>
                    </a:ext>
                  </a:extLst>
                </p14:cNvPr>
                <p14:cNvContentPartPr/>
                <p14:nvPr/>
              </p14:nvContentPartPr>
              <p14:xfrm>
                <a:off x="2058212" y="2637023"/>
                <a:ext cx="1289160" cy="699840"/>
              </p14:xfrm>
            </p:contentPart>
          </mc:Choice>
          <mc:Fallback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79926483-4171-3EAB-1816-DA61603338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40212" y="2619023"/>
                  <a:ext cx="132480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29DA4093-E80B-DE9A-8BE0-8EB4B285E2A8}"/>
                    </a:ext>
                  </a:extLst>
                </p14:cNvPr>
                <p14:cNvContentPartPr/>
                <p14:nvPr/>
              </p14:nvContentPartPr>
              <p14:xfrm>
                <a:off x="2059292" y="2675543"/>
                <a:ext cx="429480" cy="74880"/>
              </p14:xfrm>
            </p:contentPart>
          </mc:Choice>
          <mc:Fallback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29DA4093-E80B-DE9A-8BE0-8EB4B285E2A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041652" y="2657543"/>
                  <a:ext cx="46512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3DFE5C7F-259A-E347-A61A-362F2C5FF70F}"/>
                  </a:ext>
                </a:extLst>
              </p14:cNvPr>
              <p14:cNvContentPartPr/>
              <p14:nvPr/>
            </p14:nvContentPartPr>
            <p14:xfrm>
              <a:off x="1127612" y="3900623"/>
              <a:ext cx="4809960" cy="147600"/>
            </p14:xfrm>
          </p:contentPart>
        </mc:Choice>
        <mc:Fallback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3DFE5C7F-259A-E347-A61A-362F2C5FF70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09612" y="3882983"/>
                <a:ext cx="48456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421E3057-CD29-202B-E55D-4978C902E9E4}"/>
                  </a:ext>
                </a:extLst>
              </p14:cNvPr>
              <p14:cNvContentPartPr/>
              <p14:nvPr/>
            </p14:nvContentPartPr>
            <p14:xfrm>
              <a:off x="4293092" y="4685063"/>
              <a:ext cx="1207080" cy="1352880"/>
            </p14:xfrm>
          </p:contentPart>
        </mc:Choice>
        <mc:Fallback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421E3057-CD29-202B-E55D-4978C902E9E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75452" y="4667063"/>
                <a:ext cx="1242720" cy="138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8B0FF385-2DB4-E854-5444-B5452A0772C6}"/>
              </a:ext>
            </a:extLst>
          </p:cNvPr>
          <p:cNvGrpSpPr/>
          <p:nvPr/>
        </p:nvGrpSpPr>
        <p:grpSpPr>
          <a:xfrm>
            <a:off x="4502612" y="1031783"/>
            <a:ext cx="4601160" cy="2684520"/>
            <a:chOff x="4502612" y="1031783"/>
            <a:chExt cx="4601160" cy="268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79887195-4B60-33A8-90B1-6E005D7F7189}"/>
                    </a:ext>
                  </a:extLst>
                </p14:cNvPr>
                <p14:cNvContentPartPr/>
                <p14:nvPr/>
              </p14:nvContentPartPr>
              <p14:xfrm>
                <a:off x="8082452" y="3463583"/>
                <a:ext cx="34920" cy="7092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79887195-4B60-33A8-90B1-6E005D7F718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64812" y="3445943"/>
                  <a:ext cx="70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A0BB0966-5E9E-07B8-BD3B-5168EBE27924}"/>
                    </a:ext>
                  </a:extLst>
                </p14:cNvPr>
                <p14:cNvContentPartPr/>
                <p14:nvPr/>
              </p14:nvContentPartPr>
              <p14:xfrm>
                <a:off x="8376932" y="3704063"/>
                <a:ext cx="109800" cy="1224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A0BB0966-5E9E-07B8-BD3B-5168EBE2792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58932" y="3686423"/>
                  <a:ext cx="145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83" name="墨迹 182">
                  <a:extLst>
                    <a:ext uri="{FF2B5EF4-FFF2-40B4-BE49-F238E27FC236}">
                      <a16:creationId xmlns:a16="http://schemas.microsoft.com/office/drawing/2014/main" id="{53257FE2-EB43-1535-7E85-B2DC11612FBE}"/>
                    </a:ext>
                  </a:extLst>
                </p14:cNvPr>
                <p14:cNvContentPartPr/>
                <p14:nvPr/>
              </p14:nvContentPartPr>
              <p14:xfrm>
                <a:off x="4502612" y="1161743"/>
                <a:ext cx="24480" cy="424080"/>
              </p14:xfrm>
            </p:contentPart>
          </mc:Choice>
          <mc:Fallback>
            <p:pic>
              <p:nvPicPr>
                <p:cNvPr id="183" name="墨迹 182">
                  <a:extLst>
                    <a:ext uri="{FF2B5EF4-FFF2-40B4-BE49-F238E27FC236}">
                      <a16:creationId xmlns:a16="http://schemas.microsoft.com/office/drawing/2014/main" id="{53257FE2-EB43-1535-7E85-B2DC11612F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84612" y="1143743"/>
                  <a:ext cx="601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84" name="墨迹 183">
                  <a:extLst>
                    <a:ext uri="{FF2B5EF4-FFF2-40B4-BE49-F238E27FC236}">
                      <a16:creationId xmlns:a16="http://schemas.microsoft.com/office/drawing/2014/main" id="{F91D9D25-40C3-189B-65E3-A2CC6B573311}"/>
                    </a:ext>
                  </a:extLst>
                </p14:cNvPr>
                <p14:cNvContentPartPr/>
                <p14:nvPr/>
              </p14:nvContentPartPr>
              <p14:xfrm>
                <a:off x="4613852" y="1137623"/>
                <a:ext cx="4489920" cy="691200"/>
              </p14:xfrm>
            </p:contentPart>
          </mc:Choice>
          <mc:Fallback>
            <p:pic>
              <p:nvPicPr>
                <p:cNvPr id="184" name="墨迹 183">
                  <a:extLst>
                    <a:ext uri="{FF2B5EF4-FFF2-40B4-BE49-F238E27FC236}">
                      <a16:creationId xmlns:a16="http://schemas.microsoft.com/office/drawing/2014/main" id="{F91D9D25-40C3-189B-65E3-A2CC6B5733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95852" y="1119983"/>
                  <a:ext cx="452556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85" name="墨迹 184">
                  <a:extLst>
                    <a:ext uri="{FF2B5EF4-FFF2-40B4-BE49-F238E27FC236}">
                      <a16:creationId xmlns:a16="http://schemas.microsoft.com/office/drawing/2014/main" id="{B0F5EC99-9A9A-5AB7-8C52-7D66AD02F2E7}"/>
                    </a:ext>
                  </a:extLst>
                </p14:cNvPr>
                <p14:cNvContentPartPr/>
                <p14:nvPr/>
              </p14:nvContentPartPr>
              <p14:xfrm>
                <a:off x="5528252" y="1098743"/>
                <a:ext cx="42840" cy="462600"/>
              </p14:xfrm>
            </p:contentPart>
          </mc:Choice>
          <mc:Fallback>
            <p:pic>
              <p:nvPicPr>
                <p:cNvPr id="185" name="墨迹 184">
                  <a:extLst>
                    <a:ext uri="{FF2B5EF4-FFF2-40B4-BE49-F238E27FC236}">
                      <a16:creationId xmlns:a16="http://schemas.microsoft.com/office/drawing/2014/main" id="{B0F5EC99-9A9A-5AB7-8C52-7D66AD02F2E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10252" y="1080743"/>
                  <a:ext cx="784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86" name="墨迹 185">
                  <a:extLst>
                    <a:ext uri="{FF2B5EF4-FFF2-40B4-BE49-F238E27FC236}">
                      <a16:creationId xmlns:a16="http://schemas.microsoft.com/office/drawing/2014/main" id="{BA031CE8-B3F1-AB5A-0794-5C5BD034B649}"/>
                    </a:ext>
                  </a:extLst>
                </p14:cNvPr>
                <p14:cNvContentPartPr/>
                <p14:nvPr/>
              </p14:nvContentPartPr>
              <p14:xfrm>
                <a:off x="6014612" y="1186943"/>
                <a:ext cx="74520" cy="420120"/>
              </p14:xfrm>
            </p:contentPart>
          </mc:Choice>
          <mc:Fallback>
            <p:pic>
              <p:nvPicPr>
                <p:cNvPr id="186" name="墨迹 185">
                  <a:extLst>
                    <a:ext uri="{FF2B5EF4-FFF2-40B4-BE49-F238E27FC236}">
                      <a16:creationId xmlns:a16="http://schemas.microsoft.com/office/drawing/2014/main" id="{BA031CE8-B3F1-AB5A-0794-5C5BD034B64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96972" y="1169303"/>
                  <a:ext cx="1101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87" name="墨迹 186">
                  <a:extLst>
                    <a:ext uri="{FF2B5EF4-FFF2-40B4-BE49-F238E27FC236}">
                      <a16:creationId xmlns:a16="http://schemas.microsoft.com/office/drawing/2014/main" id="{07E33036-40EA-1443-2DC3-803A916B6373}"/>
                    </a:ext>
                  </a:extLst>
                </p14:cNvPr>
                <p14:cNvContentPartPr/>
                <p14:nvPr/>
              </p14:nvContentPartPr>
              <p14:xfrm>
                <a:off x="6614732" y="1174343"/>
                <a:ext cx="198720" cy="423360"/>
              </p14:xfrm>
            </p:contentPart>
          </mc:Choice>
          <mc:Fallback>
            <p:pic>
              <p:nvPicPr>
                <p:cNvPr id="187" name="墨迹 186">
                  <a:extLst>
                    <a:ext uri="{FF2B5EF4-FFF2-40B4-BE49-F238E27FC236}">
                      <a16:creationId xmlns:a16="http://schemas.microsoft.com/office/drawing/2014/main" id="{07E33036-40EA-1443-2DC3-803A916B637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96732" y="1156703"/>
                  <a:ext cx="2343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88" name="墨迹 187">
                  <a:extLst>
                    <a:ext uri="{FF2B5EF4-FFF2-40B4-BE49-F238E27FC236}">
                      <a16:creationId xmlns:a16="http://schemas.microsoft.com/office/drawing/2014/main" id="{7A7EAF9D-C873-686B-C1E9-84FA32D29027}"/>
                    </a:ext>
                  </a:extLst>
                </p14:cNvPr>
                <p14:cNvContentPartPr/>
                <p14:nvPr/>
              </p14:nvContentPartPr>
              <p14:xfrm>
                <a:off x="7919012" y="1031783"/>
                <a:ext cx="163440" cy="573840"/>
              </p14:xfrm>
            </p:contentPart>
          </mc:Choice>
          <mc:Fallback>
            <p:pic>
              <p:nvPicPr>
                <p:cNvPr id="188" name="墨迹 187">
                  <a:extLst>
                    <a:ext uri="{FF2B5EF4-FFF2-40B4-BE49-F238E27FC236}">
                      <a16:creationId xmlns:a16="http://schemas.microsoft.com/office/drawing/2014/main" id="{7A7EAF9D-C873-686B-C1E9-84FA32D2902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01012" y="1013783"/>
                  <a:ext cx="1990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90" name="墨迹 189">
                  <a:extLst>
                    <a:ext uri="{FF2B5EF4-FFF2-40B4-BE49-F238E27FC236}">
                      <a16:creationId xmlns:a16="http://schemas.microsoft.com/office/drawing/2014/main" id="{C375691B-CCA5-320F-BE80-E915FD41436C}"/>
                    </a:ext>
                  </a:extLst>
                </p14:cNvPr>
                <p14:cNvContentPartPr/>
                <p14:nvPr/>
              </p14:nvContentPartPr>
              <p14:xfrm>
                <a:off x="8153732" y="2549183"/>
                <a:ext cx="6480" cy="377640"/>
              </p14:xfrm>
            </p:contentPart>
          </mc:Choice>
          <mc:Fallback>
            <p:pic>
              <p:nvPicPr>
                <p:cNvPr id="190" name="墨迹 189">
                  <a:extLst>
                    <a:ext uri="{FF2B5EF4-FFF2-40B4-BE49-F238E27FC236}">
                      <a16:creationId xmlns:a16="http://schemas.microsoft.com/office/drawing/2014/main" id="{C375691B-CCA5-320F-BE80-E915FD41436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36092" y="2531183"/>
                  <a:ext cx="421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91" name="墨迹 190">
                  <a:extLst>
                    <a:ext uri="{FF2B5EF4-FFF2-40B4-BE49-F238E27FC236}">
                      <a16:creationId xmlns:a16="http://schemas.microsoft.com/office/drawing/2014/main" id="{A6EA28F3-5B4F-D921-EF91-466682354A4A}"/>
                    </a:ext>
                  </a:extLst>
                </p14:cNvPr>
                <p14:cNvContentPartPr/>
                <p14:nvPr/>
              </p14:nvContentPartPr>
              <p14:xfrm>
                <a:off x="8195492" y="2687783"/>
                <a:ext cx="321480" cy="239040"/>
              </p14:xfrm>
            </p:contentPart>
          </mc:Choice>
          <mc:Fallback>
            <p:pic>
              <p:nvPicPr>
                <p:cNvPr id="191" name="墨迹 190">
                  <a:extLst>
                    <a:ext uri="{FF2B5EF4-FFF2-40B4-BE49-F238E27FC236}">
                      <a16:creationId xmlns:a16="http://schemas.microsoft.com/office/drawing/2014/main" id="{A6EA28F3-5B4F-D921-EF91-466682354A4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77492" y="2669783"/>
                  <a:ext cx="357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92" name="墨迹 191">
                  <a:extLst>
                    <a:ext uri="{FF2B5EF4-FFF2-40B4-BE49-F238E27FC236}">
                      <a16:creationId xmlns:a16="http://schemas.microsoft.com/office/drawing/2014/main" id="{CA99F494-2A10-43B7-AA90-CE7E05EB7674}"/>
                    </a:ext>
                  </a:extLst>
                </p14:cNvPr>
                <p14:cNvContentPartPr/>
                <p14:nvPr/>
              </p14:nvContentPartPr>
              <p14:xfrm>
                <a:off x="5889692" y="1299623"/>
                <a:ext cx="2379960" cy="2294640"/>
              </p14:xfrm>
            </p:contentPart>
          </mc:Choice>
          <mc:Fallback>
            <p:pic>
              <p:nvPicPr>
                <p:cNvPr id="192" name="墨迹 191">
                  <a:extLst>
                    <a:ext uri="{FF2B5EF4-FFF2-40B4-BE49-F238E27FC236}">
                      <a16:creationId xmlns:a16="http://schemas.microsoft.com/office/drawing/2014/main" id="{CA99F494-2A10-43B7-AA90-CE7E05EB767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72052" y="1281983"/>
                  <a:ext cx="2415600" cy="23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93" name="墨迹 192">
                  <a:extLst>
                    <a:ext uri="{FF2B5EF4-FFF2-40B4-BE49-F238E27FC236}">
                      <a16:creationId xmlns:a16="http://schemas.microsoft.com/office/drawing/2014/main" id="{3163384E-3558-09B2-247F-D474A0202182}"/>
                    </a:ext>
                  </a:extLst>
                </p14:cNvPr>
                <p14:cNvContentPartPr/>
                <p14:nvPr/>
              </p14:nvContentPartPr>
              <p14:xfrm>
                <a:off x="6392252" y="1329503"/>
                <a:ext cx="360" cy="407520"/>
              </p14:xfrm>
            </p:contentPart>
          </mc:Choice>
          <mc:Fallback>
            <p:pic>
              <p:nvPicPr>
                <p:cNvPr id="193" name="墨迹 192">
                  <a:extLst>
                    <a:ext uri="{FF2B5EF4-FFF2-40B4-BE49-F238E27FC236}">
                      <a16:creationId xmlns:a16="http://schemas.microsoft.com/office/drawing/2014/main" id="{3163384E-3558-09B2-247F-D474A020218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74252" y="1311503"/>
                  <a:ext cx="36000" cy="44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B2DADAD2-333E-741D-8DEC-48FDAC7B87F5}"/>
              </a:ext>
            </a:extLst>
          </p:cNvPr>
          <p:cNvGrpSpPr/>
          <p:nvPr/>
        </p:nvGrpSpPr>
        <p:grpSpPr>
          <a:xfrm>
            <a:off x="4474532" y="1348943"/>
            <a:ext cx="3288960" cy="1987200"/>
            <a:chOff x="4474532" y="1348943"/>
            <a:chExt cx="3288960" cy="19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08" name="墨迹 207">
                  <a:extLst>
                    <a:ext uri="{FF2B5EF4-FFF2-40B4-BE49-F238E27FC236}">
                      <a16:creationId xmlns:a16="http://schemas.microsoft.com/office/drawing/2014/main" id="{7BA4EAFC-03BB-1A31-5FA3-7A3D9042CD8F}"/>
                    </a:ext>
                  </a:extLst>
                </p14:cNvPr>
                <p14:cNvContentPartPr/>
                <p14:nvPr/>
              </p14:nvContentPartPr>
              <p14:xfrm>
                <a:off x="4576052" y="1384223"/>
                <a:ext cx="3187440" cy="1951920"/>
              </p14:xfrm>
            </p:contentPart>
          </mc:Choice>
          <mc:Fallback>
            <p:pic>
              <p:nvPicPr>
                <p:cNvPr id="208" name="墨迹 207">
                  <a:extLst>
                    <a:ext uri="{FF2B5EF4-FFF2-40B4-BE49-F238E27FC236}">
                      <a16:creationId xmlns:a16="http://schemas.microsoft.com/office/drawing/2014/main" id="{7BA4EAFC-03BB-1A31-5FA3-7A3D9042CD8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58052" y="1366223"/>
                  <a:ext cx="3223080" cy="19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09" name="墨迹 208">
                  <a:extLst>
                    <a:ext uri="{FF2B5EF4-FFF2-40B4-BE49-F238E27FC236}">
                      <a16:creationId xmlns:a16="http://schemas.microsoft.com/office/drawing/2014/main" id="{1AA28006-7137-2BEA-DBBA-EA0672BAF501}"/>
                    </a:ext>
                  </a:extLst>
                </p14:cNvPr>
                <p14:cNvContentPartPr/>
                <p14:nvPr/>
              </p14:nvContentPartPr>
              <p14:xfrm>
                <a:off x="4474532" y="1379903"/>
                <a:ext cx="34560" cy="294480"/>
              </p14:xfrm>
            </p:contentPart>
          </mc:Choice>
          <mc:Fallback>
            <p:pic>
              <p:nvPicPr>
                <p:cNvPr id="209" name="墨迹 208">
                  <a:extLst>
                    <a:ext uri="{FF2B5EF4-FFF2-40B4-BE49-F238E27FC236}">
                      <a16:creationId xmlns:a16="http://schemas.microsoft.com/office/drawing/2014/main" id="{1AA28006-7137-2BEA-DBBA-EA0672BAF50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56892" y="1361903"/>
                  <a:ext cx="702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10" name="墨迹 209">
                  <a:extLst>
                    <a:ext uri="{FF2B5EF4-FFF2-40B4-BE49-F238E27FC236}">
                      <a16:creationId xmlns:a16="http://schemas.microsoft.com/office/drawing/2014/main" id="{C891D819-17F2-075C-B286-140CCEBB9A03}"/>
                    </a:ext>
                  </a:extLst>
                </p14:cNvPr>
                <p14:cNvContentPartPr/>
                <p14:nvPr/>
              </p14:nvContentPartPr>
              <p14:xfrm>
                <a:off x="4529972" y="1348943"/>
                <a:ext cx="501480" cy="271080"/>
              </p14:xfrm>
            </p:contentPart>
          </mc:Choice>
          <mc:Fallback>
            <p:pic>
              <p:nvPicPr>
                <p:cNvPr id="210" name="墨迹 209">
                  <a:extLst>
                    <a:ext uri="{FF2B5EF4-FFF2-40B4-BE49-F238E27FC236}">
                      <a16:creationId xmlns:a16="http://schemas.microsoft.com/office/drawing/2014/main" id="{C891D819-17F2-075C-B286-140CCEBB9A0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511972" y="1331303"/>
                  <a:ext cx="53712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F59CF16D-38D1-7750-1F21-1DECC8817E81}"/>
              </a:ext>
            </a:extLst>
          </p:cNvPr>
          <p:cNvGrpSpPr/>
          <p:nvPr/>
        </p:nvGrpSpPr>
        <p:grpSpPr>
          <a:xfrm>
            <a:off x="4536812" y="142583"/>
            <a:ext cx="622440" cy="510840"/>
            <a:chOff x="4536812" y="142583"/>
            <a:chExt cx="62244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12" name="墨迹 211">
                  <a:extLst>
                    <a:ext uri="{FF2B5EF4-FFF2-40B4-BE49-F238E27FC236}">
                      <a16:creationId xmlns:a16="http://schemas.microsoft.com/office/drawing/2014/main" id="{AF9DE74E-79F6-201E-848F-3ECF886F2EA3}"/>
                    </a:ext>
                  </a:extLst>
                </p14:cNvPr>
                <p14:cNvContentPartPr/>
                <p14:nvPr/>
              </p14:nvContentPartPr>
              <p14:xfrm>
                <a:off x="4536812" y="142583"/>
                <a:ext cx="278280" cy="389160"/>
              </p14:xfrm>
            </p:contentPart>
          </mc:Choice>
          <mc:Fallback>
            <p:pic>
              <p:nvPicPr>
                <p:cNvPr id="212" name="墨迹 211">
                  <a:extLst>
                    <a:ext uri="{FF2B5EF4-FFF2-40B4-BE49-F238E27FC236}">
                      <a16:creationId xmlns:a16="http://schemas.microsoft.com/office/drawing/2014/main" id="{AF9DE74E-79F6-201E-848F-3ECF886F2EA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18812" y="124583"/>
                  <a:ext cx="3139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13" name="墨迹 212">
                  <a:extLst>
                    <a:ext uri="{FF2B5EF4-FFF2-40B4-BE49-F238E27FC236}">
                      <a16:creationId xmlns:a16="http://schemas.microsoft.com/office/drawing/2014/main" id="{41F3D57F-BEC6-228D-5B2D-C8759BE738D7}"/>
                    </a:ext>
                  </a:extLst>
                </p14:cNvPr>
                <p14:cNvContentPartPr/>
                <p14:nvPr/>
              </p14:nvContentPartPr>
              <p14:xfrm>
                <a:off x="4903292" y="326903"/>
                <a:ext cx="230040" cy="8640"/>
              </p14:xfrm>
            </p:contentPart>
          </mc:Choice>
          <mc:Fallback>
            <p:pic>
              <p:nvPicPr>
                <p:cNvPr id="213" name="墨迹 212">
                  <a:extLst>
                    <a:ext uri="{FF2B5EF4-FFF2-40B4-BE49-F238E27FC236}">
                      <a16:creationId xmlns:a16="http://schemas.microsoft.com/office/drawing/2014/main" id="{41F3D57F-BEC6-228D-5B2D-C8759BE738D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85292" y="309263"/>
                  <a:ext cx="265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14" name="墨迹 213">
                  <a:extLst>
                    <a:ext uri="{FF2B5EF4-FFF2-40B4-BE49-F238E27FC236}">
                      <a16:creationId xmlns:a16="http://schemas.microsoft.com/office/drawing/2014/main" id="{5329EFCF-8CDB-5E9A-0CF9-D4B3DD3BA639}"/>
                    </a:ext>
                  </a:extLst>
                </p14:cNvPr>
                <p14:cNvContentPartPr/>
                <p14:nvPr/>
              </p14:nvContentPartPr>
              <p14:xfrm>
                <a:off x="5106692" y="200543"/>
                <a:ext cx="52560" cy="452880"/>
              </p14:xfrm>
            </p:contentPart>
          </mc:Choice>
          <mc:Fallback>
            <p:pic>
              <p:nvPicPr>
                <p:cNvPr id="214" name="墨迹 213">
                  <a:extLst>
                    <a:ext uri="{FF2B5EF4-FFF2-40B4-BE49-F238E27FC236}">
                      <a16:creationId xmlns:a16="http://schemas.microsoft.com/office/drawing/2014/main" id="{5329EFCF-8CDB-5E9A-0CF9-D4B3DD3BA6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089052" y="182903"/>
                  <a:ext cx="88200" cy="48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090ABFB8-0E7C-1D45-B4C8-3E0F39F1ABAF}"/>
              </a:ext>
            </a:extLst>
          </p:cNvPr>
          <p:cNvGrpSpPr/>
          <p:nvPr/>
        </p:nvGrpSpPr>
        <p:grpSpPr>
          <a:xfrm>
            <a:off x="6919292" y="593303"/>
            <a:ext cx="3837240" cy="2030400"/>
            <a:chOff x="6919292" y="593303"/>
            <a:chExt cx="3837240" cy="20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95" name="墨迹 194">
                  <a:extLst>
                    <a:ext uri="{FF2B5EF4-FFF2-40B4-BE49-F238E27FC236}">
                      <a16:creationId xmlns:a16="http://schemas.microsoft.com/office/drawing/2014/main" id="{0D8CEAFF-DF80-CFE8-446C-BA7A9B47B97D}"/>
                    </a:ext>
                  </a:extLst>
                </p14:cNvPr>
                <p14:cNvContentPartPr/>
                <p14:nvPr/>
              </p14:nvContentPartPr>
              <p14:xfrm>
                <a:off x="6919292" y="749183"/>
                <a:ext cx="2408760" cy="1192320"/>
              </p14:xfrm>
            </p:contentPart>
          </mc:Choice>
          <mc:Fallback>
            <p:pic>
              <p:nvPicPr>
                <p:cNvPr id="195" name="墨迹 194">
                  <a:extLst>
                    <a:ext uri="{FF2B5EF4-FFF2-40B4-BE49-F238E27FC236}">
                      <a16:creationId xmlns:a16="http://schemas.microsoft.com/office/drawing/2014/main" id="{0D8CEAFF-DF80-CFE8-446C-BA7A9B47B97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01292" y="731183"/>
                  <a:ext cx="244440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96" name="墨迹 195">
                  <a:extLst>
                    <a:ext uri="{FF2B5EF4-FFF2-40B4-BE49-F238E27FC236}">
                      <a16:creationId xmlns:a16="http://schemas.microsoft.com/office/drawing/2014/main" id="{4D49D046-B11A-B631-9FCA-C142313B9F0B}"/>
                    </a:ext>
                  </a:extLst>
                </p14:cNvPr>
                <p14:cNvContentPartPr/>
                <p14:nvPr/>
              </p14:nvContentPartPr>
              <p14:xfrm>
                <a:off x="8902172" y="593303"/>
                <a:ext cx="1734840" cy="644040"/>
              </p14:xfrm>
            </p:contentPart>
          </mc:Choice>
          <mc:Fallback>
            <p:pic>
              <p:nvPicPr>
                <p:cNvPr id="196" name="墨迹 195">
                  <a:extLst>
                    <a:ext uri="{FF2B5EF4-FFF2-40B4-BE49-F238E27FC236}">
                      <a16:creationId xmlns:a16="http://schemas.microsoft.com/office/drawing/2014/main" id="{4D49D046-B11A-B631-9FCA-C142313B9F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884532" y="575663"/>
                  <a:ext cx="177048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97" name="墨迹 196">
                  <a:extLst>
                    <a:ext uri="{FF2B5EF4-FFF2-40B4-BE49-F238E27FC236}">
                      <a16:creationId xmlns:a16="http://schemas.microsoft.com/office/drawing/2014/main" id="{10486386-C9CF-891A-10A3-4243A298C6A5}"/>
                    </a:ext>
                  </a:extLst>
                </p14:cNvPr>
                <p14:cNvContentPartPr/>
                <p14:nvPr/>
              </p14:nvContentPartPr>
              <p14:xfrm>
                <a:off x="9205292" y="956183"/>
                <a:ext cx="1551240" cy="376560"/>
              </p14:xfrm>
            </p:contentPart>
          </mc:Choice>
          <mc:Fallback>
            <p:pic>
              <p:nvPicPr>
                <p:cNvPr id="197" name="墨迹 196">
                  <a:extLst>
                    <a:ext uri="{FF2B5EF4-FFF2-40B4-BE49-F238E27FC236}">
                      <a16:creationId xmlns:a16="http://schemas.microsoft.com/office/drawing/2014/main" id="{10486386-C9CF-891A-10A3-4243A298C6A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87292" y="938543"/>
                  <a:ext cx="15868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16" name="墨迹 215">
                  <a:extLst>
                    <a:ext uri="{FF2B5EF4-FFF2-40B4-BE49-F238E27FC236}">
                      <a16:creationId xmlns:a16="http://schemas.microsoft.com/office/drawing/2014/main" id="{BFB9730A-D109-8CDF-070B-B2591AD4B532}"/>
                    </a:ext>
                  </a:extLst>
                </p14:cNvPr>
                <p14:cNvContentPartPr/>
                <p14:nvPr/>
              </p14:nvContentPartPr>
              <p14:xfrm>
                <a:off x="9148052" y="1497263"/>
                <a:ext cx="1013400" cy="1126440"/>
              </p14:xfrm>
            </p:contentPart>
          </mc:Choice>
          <mc:Fallback>
            <p:pic>
              <p:nvPicPr>
                <p:cNvPr id="216" name="墨迹 215">
                  <a:extLst>
                    <a:ext uri="{FF2B5EF4-FFF2-40B4-BE49-F238E27FC236}">
                      <a16:creationId xmlns:a16="http://schemas.microsoft.com/office/drawing/2014/main" id="{BFB9730A-D109-8CDF-070B-B2591AD4B53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130412" y="1479623"/>
                  <a:ext cx="1049040" cy="11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17" name="墨迹 216">
                  <a:extLst>
                    <a:ext uri="{FF2B5EF4-FFF2-40B4-BE49-F238E27FC236}">
                      <a16:creationId xmlns:a16="http://schemas.microsoft.com/office/drawing/2014/main" id="{6E16A285-9041-8F36-CBB6-674B3F9363DA}"/>
                    </a:ext>
                  </a:extLst>
                </p14:cNvPr>
                <p14:cNvContentPartPr/>
                <p14:nvPr/>
              </p14:nvContentPartPr>
              <p14:xfrm>
                <a:off x="9146972" y="1409423"/>
                <a:ext cx="30600" cy="443880"/>
              </p14:xfrm>
            </p:contentPart>
          </mc:Choice>
          <mc:Fallback>
            <p:pic>
              <p:nvPicPr>
                <p:cNvPr id="217" name="墨迹 216">
                  <a:extLst>
                    <a:ext uri="{FF2B5EF4-FFF2-40B4-BE49-F238E27FC236}">
                      <a16:creationId xmlns:a16="http://schemas.microsoft.com/office/drawing/2014/main" id="{6E16A285-9041-8F36-CBB6-674B3F9363D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29332" y="1391423"/>
                  <a:ext cx="662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18" name="墨迹 217">
                  <a:extLst>
                    <a:ext uri="{FF2B5EF4-FFF2-40B4-BE49-F238E27FC236}">
                      <a16:creationId xmlns:a16="http://schemas.microsoft.com/office/drawing/2014/main" id="{FB9E492E-81CD-9FD4-8B75-86CC86942E00}"/>
                    </a:ext>
                  </a:extLst>
                </p14:cNvPr>
                <p14:cNvContentPartPr/>
                <p14:nvPr/>
              </p14:nvContentPartPr>
              <p14:xfrm>
                <a:off x="9135452" y="1455503"/>
                <a:ext cx="439200" cy="349920"/>
              </p14:xfrm>
            </p:contentPart>
          </mc:Choice>
          <mc:Fallback>
            <p:pic>
              <p:nvPicPr>
                <p:cNvPr id="218" name="墨迹 217">
                  <a:extLst>
                    <a:ext uri="{FF2B5EF4-FFF2-40B4-BE49-F238E27FC236}">
                      <a16:creationId xmlns:a16="http://schemas.microsoft.com/office/drawing/2014/main" id="{FB9E492E-81CD-9FD4-8B75-86CC86942E0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117812" y="1437503"/>
                  <a:ext cx="474840" cy="38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866F9848-4DDB-CE16-F506-AA3348E1B646}"/>
                  </a:ext>
                </a:extLst>
              </p14:cNvPr>
              <p14:cNvContentPartPr/>
              <p14:nvPr/>
            </p14:nvContentPartPr>
            <p14:xfrm>
              <a:off x="11009612" y="2229863"/>
              <a:ext cx="203760" cy="38088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866F9848-4DDB-CE16-F506-AA3348E1B64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991972" y="2211863"/>
                <a:ext cx="23940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6CE2AB87-4A17-B9C1-6EC5-9F7DAC1787B5}"/>
                  </a:ext>
                </a:extLst>
              </p14:cNvPr>
              <p14:cNvContentPartPr/>
              <p14:nvPr/>
            </p14:nvContentPartPr>
            <p14:xfrm>
              <a:off x="9106292" y="3730703"/>
              <a:ext cx="2334600" cy="1697040"/>
            </p14:xfrm>
          </p:contentPart>
        </mc:Choice>
        <mc:Fallback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6CE2AB87-4A17-B9C1-6EC5-9F7DAC1787B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088292" y="3712703"/>
                <a:ext cx="2370240" cy="173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06612314-EC66-CCDA-8988-1BD485531451}"/>
              </a:ext>
            </a:extLst>
          </p:cNvPr>
          <p:cNvGrpSpPr/>
          <p:nvPr/>
        </p:nvGrpSpPr>
        <p:grpSpPr>
          <a:xfrm>
            <a:off x="7233932" y="3858863"/>
            <a:ext cx="3330360" cy="1801440"/>
            <a:chOff x="7233932" y="3858863"/>
            <a:chExt cx="3330360" cy="180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99" name="墨迹 198">
                  <a:extLst>
                    <a:ext uri="{FF2B5EF4-FFF2-40B4-BE49-F238E27FC236}">
                      <a16:creationId xmlns:a16="http://schemas.microsoft.com/office/drawing/2014/main" id="{7C4A0600-9144-B7E5-EAB9-EB6D0B73FCDE}"/>
                    </a:ext>
                  </a:extLst>
                </p14:cNvPr>
                <p14:cNvContentPartPr/>
                <p14:nvPr/>
              </p14:nvContentPartPr>
              <p14:xfrm>
                <a:off x="7233932" y="3989903"/>
                <a:ext cx="518040" cy="401760"/>
              </p14:xfrm>
            </p:contentPart>
          </mc:Choice>
          <mc:Fallback>
            <p:pic>
              <p:nvPicPr>
                <p:cNvPr id="199" name="墨迹 198">
                  <a:extLst>
                    <a:ext uri="{FF2B5EF4-FFF2-40B4-BE49-F238E27FC236}">
                      <a16:creationId xmlns:a16="http://schemas.microsoft.com/office/drawing/2014/main" id="{7C4A0600-9144-B7E5-EAB9-EB6D0B73FCD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16292" y="3972263"/>
                  <a:ext cx="5536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00" name="墨迹 199">
                  <a:extLst>
                    <a:ext uri="{FF2B5EF4-FFF2-40B4-BE49-F238E27FC236}">
                      <a16:creationId xmlns:a16="http://schemas.microsoft.com/office/drawing/2014/main" id="{1F4E4C56-5881-2B66-22CE-046816843279}"/>
                    </a:ext>
                  </a:extLst>
                </p14:cNvPr>
                <p14:cNvContentPartPr/>
                <p14:nvPr/>
              </p14:nvContentPartPr>
              <p14:xfrm>
                <a:off x="7901012" y="4094663"/>
                <a:ext cx="85320" cy="219240"/>
              </p14:xfrm>
            </p:contentPart>
          </mc:Choice>
          <mc:Fallback>
            <p:pic>
              <p:nvPicPr>
                <p:cNvPr id="200" name="墨迹 199">
                  <a:extLst>
                    <a:ext uri="{FF2B5EF4-FFF2-40B4-BE49-F238E27FC236}">
                      <a16:creationId xmlns:a16="http://schemas.microsoft.com/office/drawing/2014/main" id="{1F4E4C56-5881-2B66-22CE-0468168432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83372" y="4077023"/>
                  <a:ext cx="120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01" name="墨迹 200">
                  <a:extLst>
                    <a:ext uri="{FF2B5EF4-FFF2-40B4-BE49-F238E27FC236}">
                      <a16:creationId xmlns:a16="http://schemas.microsoft.com/office/drawing/2014/main" id="{4960A331-7063-39CB-B448-25B8688846FD}"/>
                    </a:ext>
                  </a:extLst>
                </p14:cNvPr>
                <p14:cNvContentPartPr/>
                <p14:nvPr/>
              </p14:nvContentPartPr>
              <p14:xfrm>
                <a:off x="8065532" y="4094303"/>
                <a:ext cx="255240" cy="144720"/>
              </p14:xfrm>
            </p:contentPart>
          </mc:Choice>
          <mc:Fallback>
            <p:pic>
              <p:nvPicPr>
                <p:cNvPr id="201" name="墨迹 200">
                  <a:extLst>
                    <a:ext uri="{FF2B5EF4-FFF2-40B4-BE49-F238E27FC236}">
                      <a16:creationId xmlns:a16="http://schemas.microsoft.com/office/drawing/2014/main" id="{4960A331-7063-39CB-B448-25B8688846F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47532" y="4076303"/>
                  <a:ext cx="290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02" name="墨迹 201">
                  <a:extLst>
                    <a:ext uri="{FF2B5EF4-FFF2-40B4-BE49-F238E27FC236}">
                      <a16:creationId xmlns:a16="http://schemas.microsoft.com/office/drawing/2014/main" id="{A3FE7579-D5BF-8DE9-2CE4-CA6E76F43B43}"/>
                    </a:ext>
                  </a:extLst>
                </p14:cNvPr>
                <p14:cNvContentPartPr/>
                <p14:nvPr/>
              </p14:nvContentPartPr>
              <p14:xfrm>
                <a:off x="8374052" y="3993143"/>
                <a:ext cx="93240" cy="301680"/>
              </p14:xfrm>
            </p:contentPart>
          </mc:Choice>
          <mc:Fallback>
            <p:pic>
              <p:nvPicPr>
                <p:cNvPr id="202" name="墨迹 201">
                  <a:extLst>
                    <a:ext uri="{FF2B5EF4-FFF2-40B4-BE49-F238E27FC236}">
                      <a16:creationId xmlns:a16="http://schemas.microsoft.com/office/drawing/2014/main" id="{A3FE7579-D5BF-8DE9-2CE4-CA6E76F43B4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56052" y="3975143"/>
                  <a:ext cx="1288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04" name="墨迹 203">
                  <a:extLst>
                    <a:ext uri="{FF2B5EF4-FFF2-40B4-BE49-F238E27FC236}">
                      <a16:creationId xmlns:a16="http://schemas.microsoft.com/office/drawing/2014/main" id="{0780777E-1F1F-9B1E-7164-A2B4853FC204}"/>
                    </a:ext>
                  </a:extLst>
                </p14:cNvPr>
                <p14:cNvContentPartPr/>
                <p14:nvPr/>
              </p14:nvContentPartPr>
              <p14:xfrm>
                <a:off x="9274052" y="4390583"/>
                <a:ext cx="1290240" cy="26640"/>
              </p14:xfrm>
            </p:contentPart>
          </mc:Choice>
          <mc:Fallback>
            <p:pic>
              <p:nvPicPr>
                <p:cNvPr id="204" name="墨迹 203">
                  <a:extLst>
                    <a:ext uri="{FF2B5EF4-FFF2-40B4-BE49-F238E27FC236}">
                      <a16:creationId xmlns:a16="http://schemas.microsoft.com/office/drawing/2014/main" id="{0780777E-1F1F-9B1E-7164-A2B4853FC20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56052" y="4372943"/>
                  <a:ext cx="1325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05" name="墨迹 204">
                  <a:extLst>
                    <a:ext uri="{FF2B5EF4-FFF2-40B4-BE49-F238E27FC236}">
                      <a16:creationId xmlns:a16="http://schemas.microsoft.com/office/drawing/2014/main" id="{C28D8AA8-9012-B3F6-026B-C2FA677AC07B}"/>
                    </a:ext>
                  </a:extLst>
                </p14:cNvPr>
                <p14:cNvContentPartPr/>
                <p14:nvPr/>
              </p14:nvContentPartPr>
              <p14:xfrm>
                <a:off x="9798212" y="4543223"/>
                <a:ext cx="462600" cy="201240"/>
              </p14:xfrm>
            </p:contentPart>
          </mc:Choice>
          <mc:Fallback>
            <p:pic>
              <p:nvPicPr>
                <p:cNvPr id="205" name="墨迹 204">
                  <a:extLst>
                    <a:ext uri="{FF2B5EF4-FFF2-40B4-BE49-F238E27FC236}">
                      <a16:creationId xmlns:a16="http://schemas.microsoft.com/office/drawing/2014/main" id="{C28D8AA8-9012-B3F6-026B-C2FA677AC07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780572" y="4525583"/>
                  <a:ext cx="498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06" name="墨迹 205">
                  <a:extLst>
                    <a:ext uri="{FF2B5EF4-FFF2-40B4-BE49-F238E27FC236}">
                      <a16:creationId xmlns:a16="http://schemas.microsoft.com/office/drawing/2014/main" id="{E995ED9B-729F-E4D1-984C-9FDBB12B9D19}"/>
                    </a:ext>
                  </a:extLst>
                </p14:cNvPr>
                <p14:cNvContentPartPr/>
                <p14:nvPr/>
              </p14:nvContentPartPr>
              <p14:xfrm>
                <a:off x="9864452" y="3858863"/>
                <a:ext cx="315000" cy="385920"/>
              </p14:xfrm>
            </p:contentPart>
          </mc:Choice>
          <mc:Fallback>
            <p:pic>
              <p:nvPicPr>
                <p:cNvPr id="206" name="墨迹 205">
                  <a:extLst>
                    <a:ext uri="{FF2B5EF4-FFF2-40B4-BE49-F238E27FC236}">
                      <a16:creationId xmlns:a16="http://schemas.microsoft.com/office/drawing/2014/main" id="{E995ED9B-729F-E4D1-984C-9FDBB12B9D1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46812" y="3840863"/>
                  <a:ext cx="3506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23" name="墨迹 222">
                  <a:extLst>
                    <a:ext uri="{FF2B5EF4-FFF2-40B4-BE49-F238E27FC236}">
                      <a16:creationId xmlns:a16="http://schemas.microsoft.com/office/drawing/2014/main" id="{88A90402-0CBA-662C-A237-BD216CA0573D}"/>
                    </a:ext>
                  </a:extLst>
                </p14:cNvPr>
                <p14:cNvContentPartPr/>
                <p14:nvPr/>
              </p14:nvContentPartPr>
              <p14:xfrm>
                <a:off x="7589252" y="4430183"/>
                <a:ext cx="1978560" cy="1230120"/>
              </p14:xfrm>
            </p:contentPart>
          </mc:Choice>
          <mc:Fallback>
            <p:pic>
              <p:nvPicPr>
                <p:cNvPr id="223" name="墨迹 222">
                  <a:extLst>
                    <a:ext uri="{FF2B5EF4-FFF2-40B4-BE49-F238E27FC236}">
                      <a16:creationId xmlns:a16="http://schemas.microsoft.com/office/drawing/2014/main" id="{88A90402-0CBA-662C-A237-BD216CA0573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571612" y="4412183"/>
                  <a:ext cx="2014200" cy="12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24" name="墨迹 223">
                  <a:extLst>
                    <a:ext uri="{FF2B5EF4-FFF2-40B4-BE49-F238E27FC236}">
                      <a16:creationId xmlns:a16="http://schemas.microsoft.com/office/drawing/2014/main" id="{4397C7B7-7027-CD09-89E2-E8D73A00943A}"/>
                    </a:ext>
                  </a:extLst>
                </p14:cNvPr>
                <p14:cNvContentPartPr/>
                <p14:nvPr/>
              </p14:nvContentPartPr>
              <p14:xfrm>
                <a:off x="7763852" y="4425863"/>
                <a:ext cx="345600" cy="264240"/>
              </p14:xfrm>
            </p:contentPart>
          </mc:Choice>
          <mc:Fallback>
            <p:pic>
              <p:nvPicPr>
                <p:cNvPr id="224" name="墨迹 223">
                  <a:extLst>
                    <a:ext uri="{FF2B5EF4-FFF2-40B4-BE49-F238E27FC236}">
                      <a16:creationId xmlns:a16="http://schemas.microsoft.com/office/drawing/2014/main" id="{4397C7B7-7027-CD09-89E2-E8D73A00943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46212" y="4407863"/>
                  <a:ext cx="38124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42C77BE5-1197-4C5B-B132-CB7826262D95}"/>
              </a:ext>
            </a:extLst>
          </p:cNvPr>
          <p:cNvGrpSpPr/>
          <p:nvPr/>
        </p:nvGrpSpPr>
        <p:grpSpPr>
          <a:xfrm>
            <a:off x="2510732" y="5783783"/>
            <a:ext cx="1180080" cy="684000"/>
            <a:chOff x="2510732" y="5783783"/>
            <a:chExt cx="1180080" cy="68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26" name="墨迹 225">
                  <a:extLst>
                    <a:ext uri="{FF2B5EF4-FFF2-40B4-BE49-F238E27FC236}">
                      <a16:creationId xmlns:a16="http://schemas.microsoft.com/office/drawing/2014/main" id="{98D58986-1D20-4DCB-6FD6-7B7AE0C6EEDF}"/>
                    </a:ext>
                  </a:extLst>
                </p14:cNvPr>
                <p14:cNvContentPartPr/>
                <p14:nvPr/>
              </p14:nvContentPartPr>
              <p14:xfrm>
                <a:off x="2579492" y="5783783"/>
                <a:ext cx="935640" cy="80280"/>
              </p14:xfrm>
            </p:contentPart>
          </mc:Choice>
          <mc:Fallback>
            <p:pic>
              <p:nvPicPr>
                <p:cNvPr id="226" name="墨迹 225">
                  <a:extLst>
                    <a:ext uri="{FF2B5EF4-FFF2-40B4-BE49-F238E27FC236}">
                      <a16:creationId xmlns:a16="http://schemas.microsoft.com/office/drawing/2014/main" id="{98D58986-1D20-4DCB-6FD6-7B7AE0C6EED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561492" y="5766143"/>
                  <a:ext cx="971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27" name="墨迹 226">
                  <a:extLst>
                    <a:ext uri="{FF2B5EF4-FFF2-40B4-BE49-F238E27FC236}">
                      <a16:creationId xmlns:a16="http://schemas.microsoft.com/office/drawing/2014/main" id="{0737AF04-17F7-29E3-79AE-F1624991A958}"/>
                    </a:ext>
                  </a:extLst>
                </p14:cNvPr>
                <p14:cNvContentPartPr/>
                <p14:nvPr/>
              </p14:nvContentPartPr>
              <p14:xfrm>
                <a:off x="2510732" y="6062063"/>
                <a:ext cx="399240" cy="363600"/>
              </p14:xfrm>
            </p:contentPart>
          </mc:Choice>
          <mc:Fallback>
            <p:pic>
              <p:nvPicPr>
                <p:cNvPr id="227" name="墨迹 226">
                  <a:extLst>
                    <a:ext uri="{FF2B5EF4-FFF2-40B4-BE49-F238E27FC236}">
                      <a16:creationId xmlns:a16="http://schemas.microsoft.com/office/drawing/2014/main" id="{0737AF04-17F7-29E3-79AE-F1624991A95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493092" y="6044063"/>
                  <a:ext cx="4348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28" name="墨迹 227">
                  <a:extLst>
                    <a:ext uri="{FF2B5EF4-FFF2-40B4-BE49-F238E27FC236}">
                      <a16:creationId xmlns:a16="http://schemas.microsoft.com/office/drawing/2014/main" id="{1A2564A9-B0C3-4D5E-3C07-297B0C3BC298}"/>
                    </a:ext>
                  </a:extLst>
                </p14:cNvPr>
                <p14:cNvContentPartPr/>
                <p14:nvPr/>
              </p14:nvContentPartPr>
              <p14:xfrm>
                <a:off x="3161252" y="6136583"/>
                <a:ext cx="131760" cy="303840"/>
              </p14:xfrm>
            </p:contentPart>
          </mc:Choice>
          <mc:Fallback>
            <p:pic>
              <p:nvPicPr>
                <p:cNvPr id="228" name="墨迹 227">
                  <a:extLst>
                    <a:ext uri="{FF2B5EF4-FFF2-40B4-BE49-F238E27FC236}">
                      <a16:creationId xmlns:a16="http://schemas.microsoft.com/office/drawing/2014/main" id="{1A2564A9-B0C3-4D5E-3C07-297B0C3BC29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143252" y="6118583"/>
                  <a:ext cx="1674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29" name="墨迹 228">
                  <a:extLst>
                    <a:ext uri="{FF2B5EF4-FFF2-40B4-BE49-F238E27FC236}">
                      <a16:creationId xmlns:a16="http://schemas.microsoft.com/office/drawing/2014/main" id="{DEAB1A8F-13C3-21F9-B681-6A8AFDE11487}"/>
                    </a:ext>
                  </a:extLst>
                </p14:cNvPr>
                <p14:cNvContentPartPr/>
                <p14:nvPr/>
              </p14:nvContentPartPr>
              <p14:xfrm>
                <a:off x="3388772" y="6230903"/>
                <a:ext cx="122400" cy="164160"/>
              </p14:xfrm>
            </p:contentPart>
          </mc:Choice>
          <mc:Fallback>
            <p:pic>
              <p:nvPicPr>
                <p:cNvPr id="229" name="墨迹 228">
                  <a:extLst>
                    <a:ext uri="{FF2B5EF4-FFF2-40B4-BE49-F238E27FC236}">
                      <a16:creationId xmlns:a16="http://schemas.microsoft.com/office/drawing/2014/main" id="{DEAB1A8F-13C3-21F9-B681-6A8AFDE114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370772" y="6213263"/>
                  <a:ext cx="158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30" name="墨迹 229">
                  <a:extLst>
                    <a:ext uri="{FF2B5EF4-FFF2-40B4-BE49-F238E27FC236}">
                      <a16:creationId xmlns:a16="http://schemas.microsoft.com/office/drawing/2014/main" id="{B293C525-218F-3D80-5332-B0A3336FCE94}"/>
                    </a:ext>
                  </a:extLst>
                </p14:cNvPr>
                <p14:cNvContentPartPr/>
                <p14:nvPr/>
              </p14:nvContentPartPr>
              <p14:xfrm>
                <a:off x="3623852" y="6262223"/>
                <a:ext cx="66960" cy="205560"/>
              </p14:xfrm>
            </p:contentPart>
          </mc:Choice>
          <mc:Fallback>
            <p:pic>
              <p:nvPicPr>
                <p:cNvPr id="230" name="墨迹 229">
                  <a:extLst>
                    <a:ext uri="{FF2B5EF4-FFF2-40B4-BE49-F238E27FC236}">
                      <a16:creationId xmlns:a16="http://schemas.microsoft.com/office/drawing/2014/main" id="{B293C525-218F-3D80-5332-B0A3336FCE9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605852" y="6244583"/>
                  <a:ext cx="10260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AFB090C0-591D-7EBA-6A72-D0D75A0DFC65}"/>
              </a:ext>
            </a:extLst>
          </p:cNvPr>
          <p:cNvGrpSpPr/>
          <p:nvPr/>
        </p:nvGrpSpPr>
        <p:grpSpPr>
          <a:xfrm>
            <a:off x="1400492" y="3560063"/>
            <a:ext cx="4322520" cy="429120"/>
            <a:chOff x="1400492" y="3560063"/>
            <a:chExt cx="432252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33" name="墨迹 232">
                  <a:extLst>
                    <a:ext uri="{FF2B5EF4-FFF2-40B4-BE49-F238E27FC236}">
                      <a16:creationId xmlns:a16="http://schemas.microsoft.com/office/drawing/2014/main" id="{50F98049-4EDC-4C87-E367-BAA34D47FEC3}"/>
                    </a:ext>
                  </a:extLst>
                </p14:cNvPr>
                <p14:cNvContentPartPr/>
                <p14:nvPr/>
              </p14:nvContentPartPr>
              <p14:xfrm>
                <a:off x="5398652" y="3560063"/>
                <a:ext cx="324360" cy="299160"/>
              </p14:xfrm>
            </p:contentPart>
          </mc:Choice>
          <mc:Fallback>
            <p:pic>
              <p:nvPicPr>
                <p:cNvPr id="233" name="墨迹 232">
                  <a:extLst>
                    <a:ext uri="{FF2B5EF4-FFF2-40B4-BE49-F238E27FC236}">
                      <a16:creationId xmlns:a16="http://schemas.microsoft.com/office/drawing/2014/main" id="{50F98049-4EDC-4C87-E367-BAA34D47FEC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80652" y="3542423"/>
                  <a:ext cx="3600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34" name="墨迹 233">
                  <a:extLst>
                    <a:ext uri="{FF2B5EF4-FFF2-40B4-BE49-F238E27FC236}">
                      <a16:creationId xmlns:a16="http://schemas.microsoft.com/office/drawing/2014/main" id="{9A4F9CEC-C6A9-CA0B-7800-56C713658151}"/>
                    </a:ext>
                  </a:extLst>
                </p14:cNvPr>
                <p14:cNvContentPartPr/>
                <p14:nvPr/>
              </p14:nvContentPartPr>
              <p14:xfrm>
                <a:off x="1400492" y="3900983"/>
                <a:ext cx="3314880" cy="88200"/>
              </p14:xfrm>
            </p:contentPart>
          </mc:Choice>
          <mc:Fallback>
            <p:pic>
              <p:nvPicPr>
                <p:cNvPr id="234" name="墨迹 233">
                  <a:extLst>
                    <a:ext uri="{FF2B5EF4-FFF2-40B4-BE49-F238E27FC236}">
                      <a16:creationId xmlns:a16="http://schemas.microsoft.com/office/drawing/2014/main" id="{9A4F9CEC-C6A9-CA0B-7800-56C71365815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382852" y="3883343"/>
                  <a:ext cx="33505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89688FC7-EE93-CC75-25D1-7C97EBE648DF}"/>
              </a:ext>
            </a:extLst>
          </p:cNvPr>
          <p:cNvGrpSpPr/>
          <p:nvPr/>
        </p:nvGrpSpPr>
        <p:grpSpPr>
          <a:xfrm>
            <a:off x="6760892" y="6060983"/>
            <a:ext cx="1551240" cy="705240"/>
            <a:chOff x="6760892" y="6060983"/>
            <a:chExt cx="1551240" cy="70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36" name="墨迹 235">
                  <a:extLst>
                    <a:ext uri="{FF2B5EF4-FFF2-40B4-BE49-F238E27FC236}">
                      <a16:creationId xmlns:a16="http://schemas.microsoft.com/office/drawing/2014/main" id="{0CB1E6D2-0BB2-A84A-E4B7-FBA143C17138}"/>
                    </a:ext>
                  </a:extLst>
                </p14:cNvPr>
                <p14:cNvContentPartPr/>
                <p14:nvPr/>
              </p14:nvContentPartPr>
              <p14:xfrm>
                <a:off x="6760892" y="6140543"/>
                <a:ext cx="470160" cy="424800"/>
              </p14:xfrm>
            </p:contentPart>
          </mc:Choice>
          <mc:Fallback>
            <p:pic>
              <p:nvPicPr>
                <p:cNvPr id="236" name="墨迹 235">
                  <a:extLst>
                    <a:ext uri="{FF2B5EF4-FFF2-40B4-BE49-F238E27FC236}">
                      <a16:creationId xmlns:a16="http://schemas.microsoft.com/office/drawing/2014/main" id="{0CB1E6D2-0BB2-A84A-E4B7-FBA143C1713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743252" y="6122543"/>
                  <a:ext cx="50580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37" name="墨迹 236">
                  <a:extLst>
                    <a:ext uri="{FF2B5EF4-FFF2-40B4-BE49-F238E27FC236}">
                      <a16:creationId xmlns:a16="http://schemas.microsoft.com/office/drawing/2014/main" id="{A1EA4DDD-534B-764B-E3A2-B3A717C4F2B9}"/>
                    </a:ext>
                  </a:extLst>
                </p14:cNvPr>
                <p14:cNvContentPartPr/>
                <p14:nvPr/>
              </p14:nvContentPartPr>
              <p14:xfrm>
                <a:off x="7394132" y="6266183"/>
                <a:ext cx="73440" cy="283320"/>
              </p14:xfrm>
            </p:contentPart>
          </mc:Choice>
          <mc:Fallback>
            <p:pic>
              <p:nvPicPr>
                <p:cNvPr id="237" name="墨迹 236">
                  <a:extLst>
                    <a:ext uri="{FF2B5EF4-FFF2-40B4-BE49-F238E27FC236}">
                      <a16:creationId xmlns:a16="http://schemas.microsoft.com/office/drawing/2014/main" id="{A1EA4DDD-534B-764B-E3A2-B3A717C4F2B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76132" y="6248543"/>
                  <a:ext cx="109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39" name="墨迹 238">
                  <a:extLst>
                    <a:ext uri="{FF2B5EF4-FFF2-40B4-BE49-F238E27FC236}">
                      <a16:creationId xmlns:a16="http://schemas.microsoft.com/office/drawing/2014/main" id="{8B51F27D-E40A-1463-67F1-92095CBB378E}"/>
                    </a:ext>
                  </a:extLst>
                </p14:cNvPr>
                <p14:cNvContentPartPr/>
                <p14:nvPr/>
              </p14:nvContentPartPr>
              <p14:xfrm>
                <a:off x="7638572" y="6283103"/>
                <a:ext cx="237240" cy="257760"/>
              </p14:xfrm>
            </p:contentPart>
          </mc:Choice>
          <mc:Fallback>
            <p:pic>
              <p:nvPicPr>
                <p:cNvPr id="239" name="墨迹 238">
                  <a:extLst>
                    <a:ext uri="{FF2B5EF4-FFF2-40B4-BE49-F238E27FC236}">
                      <a16:creationId xmlns:a16="http://schemas.microsoft.com/office/drawing/2014/main" id="{8B51F27D-E40A-1463-67F1-92095CBB378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620932" y="6265463"/>
                  <a:ext cx="272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40" name="墨迹 239">
                  <a:extLst>
                    <a:ext uri="{FF2B5EF4-FFF2-40B4-BE49-F238E27FC236}">
                      <a16:creationId xmlns:a16="http://schemas.microsoft.com/office/drawing/2014/main" id="{6E1B544C-6C50-9499-02AB-4961DCCF026A}"/>
                    </a:ext>
                  </a:extLst>
                </p14:cNvPr>
                <p14:cNvContentPartPr/>
                <p14:nvPr/>
              </p14:nvContentPartPr>
              <p14:xfrm>
                <a:off x="7898132" y="6060983"/>
                <a:ext cx="135360" cy="190080"/>
              </p14:xfrm>
            </p:contentPart>
          </mc:Choice>
          <mc:Fallback>
            <p:pic>
              <p:nvPicPr>
                <p:cNvPr id="240" name="墨迹 239">
                  <a:extLst>
                    <a:ext uri="{FF2B5EF4-FFF2-40B4-BE49-F238E27FC236}">
                      <a16:creationId xmlns:a16="http://schemas.microsoft.com/office/drawing/2014/main" id="{6E1B544C-6C50-9499-02AB-4961DCCF02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80132" y="6042983"/>
                  <a:ext cx="171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41" name="墨迹 240">
                  <a:extLst>
                    <a:ext uri="{FF2B5EF4-FFF2-40B4-BE49-F238E27FC236}">
                      <a16:creationId xmlns:a16="http://schemas.microsoft.com/office/drawing/2014/main" id="{B239BBAC-9AA1-AE21-B0DD-E22BDFD2E920}"/>
                    </a:ext>
                  </a:extLst>
                </p14:cNvPr>
                <p14:cNvContentPartPr/>
                <p14:nvPr/>
              </p14:nvContentPartPr>
              <p14:xfrm>
                <a:off x="8071292" y="6190943"/>
                <a:ext cx="240840" cy="575280"/>
              </p14:xfrm>
            </p:contentPart>
          </mc:Choice>
          <mc:Fallback>
            <p:pic>
              <p:nvPicPr>
                <p:cNvPr id="241" name="墨迹 240">
                  <a:extLst>
                    <a:ext uri="{FF2B5EF4-FFF2-40B4-BE49-F238E27FC236}">
                      <a16:creationId xmlns:a16="http://schemas.microsoft.com/office/drawing/2014/main" id="{B239BBAC-9AA1-AE21-B0DD-E22BDFD2E92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053292" y="6172943"/>
                  <a:ext cx="276480" cy="61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拓展作业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7670800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2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anqiao.cn/problems/218/learning/?isWithAnswer=true&amp;page=1&amp;first_category_id=1&amp;second_category_id=3&amp;tags=%E8%B4%AA%E5%BF%83,%E6%8E%92%E5%BA%8F&amp;tag_relation=inters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1.分糖果 - 蓝桥云课 (lanqiao.cn)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94" y="1334959"/>
            <a:ext cx="9322174" cy="5523041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339" y="289119"/>
            <a:ext cx="10858500" cy="774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拓展作业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392097" y="454219"/>
            <a:ext cx="7670800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【力扣 中等】</a:t>
            </a:r>
            <a:r>
              <a:rPr lang="en-US" sz="2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lanqiao.cn/problems/218/learning/?isWithAnswer=true&amp;page=1&amp;first_category_id=1&amp;second_category_id=3&amp;tags=%E8%B4%AA%E5%BF%83,%E6%8E%92%E5%BA%8F&amp;tag_relation=inters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1.分糖果 - 蓝桥云课 (lanqiao.cn)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802" y="1284192"/>
            <a:ext cx="8524111" cy="5457813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276</Words>
  <Application>Microsoft Office PowerPoint</Application>
  <PresentationFormat>宽屏</PresentationFormat>
  <Paragraphs>77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Zhengyang Zhu</cp:lastModifiedBy>
  <cp:revision>11</cp:revision>
  <dcterms:modified xsi:type="dcterms:W3CDTF">2026-03-20T11:57:20Z</dcterms:modified>
</cp:coreProperties>
</file>