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saveSubsetFonts="1" autoCompressPictures="0">
  <p:sldMasterIdLst>
    <p:sldMasterId id="2147483659" r:id="rId1"/>
    <p:sldMasterId id="2147483660" r:id="rId2"/>
  </p:sldMasterIdLst>
  <p:notesMasterIdLst>
    <p:notesMasterId r:id="rId22"/>
  </p:notesMasterIdLst>
  <p:sldIdLst>
    <p:sldId id="256" r:id="rId3"/>
    <p:sldId id="257" r:id="rId4"/>
    <p:sldId id="258" r:id="rId5"/>
    <p:sldId id="259" r:id="rId6"/>
    <p:sldId id="260" r:id="rId7"/>
    <p:sldId id="261" r:id="rId8"/>
    <p:sldId id="262" r:id="rId9"/>
    <p:sldId id="263" r:id="rId10"/>
    <p:sldId id="264" r:id="rId11"/>
    <p:sldId id="265" r:id="rId12"/>
    <p:sldId id="266" r:id="rId13"/>
    <p:sldId id="275" r:id="rId14"/>
    <p:sldId id="267" r:id="rId15"/>
    <p:sldId id="268" r:id="rId16"/>
    <p:sldId id="269" r:id="rId17"/>
    <p:sldId id="270" r:id="rId18"/>
    <p:sldId id="272" r:id="rId19"/>
    <p:sldId id="273" r:id="rId20"/>
    <p:sldId id="274" r:id="rId21"/>
  </p:sldIdLst>
  <p:sldSz cx="12192000" cy="6858000"/>
  <p:notesSz cx="6858000" cy="9144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52" d="100"/>
          <a:sy n="152" d="100"/>
        </p:scale>
        <p:origin x="416" y="104"/>
      </p:cViewPr>
      <p:guideLst>
        <p:guide orient="horz" pos="162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6.xml"/><Relationship Id="rId13" Type="http://schemas.openxmlformats.org/officeDocument/2006/relationships/slide" Target="slides/slide11.xml"/><Relationship Id="rId18" Type="http://schemas.openxmlformats.org/officeDocument/2006/relationships/slide" Target="slides/slide16.xml"/><Relationship Id="rId26" Type="http://schemas.openxmlformats.org/officeDocument/2006/relationships/tableStyles" Target="tableStyles.xml"/><Relationship Id="rId3" Type="http://schemas.openxmlformats.org/officeDocument/2006/relationships/slide" Target="slides/slide1.xml"/><Relationship Id="rId21" Type="http://schemas.openxmlformats.org/officeDocument/2006/relationships/slide" Target="slides/slide19.xml"/><Relationship Id="rId7" Type="http://schemas.openxmlformats.org/officeDocument/2006/relationships/slide" Target="slides/slide5.xml"/><Relationship Id="rId12" Type="http://schemas.openxmlformats.org/officeDocument/2006/relationships/slide" Target="slides/slide10.xml"/><Relationship Id="rId17" Type="http://schemas.openxmlformats.org/officeDocument/2006/relationships/slide" Target="slides/slide15.xml"/><Relationship Id="rId25" Type="http://schemas.openxmlformats.org/officeDocument/2006/relationships/theme" Target="theme/theme1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4.xml"/><Relationship Id="rId20" Type="http://schemas.openxmlformats.org/officeDocument/2006/relationships/slide" Target="slides/slide1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1" Type="http://schemas.openxmlformats.org/officeDocument/2006/relationships/slide" Target="slides/slide9.xml"/><Relationship Id="rId24" Type="http://schemas.openxmlformats.org/officeDocument/2006/relationships/viewProps" Target="viewProps.xml"/><Relationship Id="rId5" Type="http://schemas.openxmlformats.org/officeDocument/2006/relationships/slide" Target="slides/slide3.xml"/><Relationship Id="rId15" Type="http://schemas.openxmlformats.org/officeDocument/2006/relationships/slide" Target="slides/slide13.xml"/><Relationship Id="rId23" Type="http://schemas.openxmlformats.org/officeDocument/2006/relationships/presProps" Target="presProps.xml"/><Relationship Id="rId10" Type="http://schemas.openxmlformats.org/officeDocument/2006/relationships/slide" Target="slides/slide8.xml"/><Relationship Id="rId19" Type="http://schemas.openxmlformats.org/officeDocument/2006/relationships/slide" Target="slides/slide17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4" Type="http://schemas.openxmlformats.org/officeDocument/2006/relationships/slide" Target="slides/slide12.xml"/><Relationship Id="rId22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cs-CZ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7268E1E-0E44-426D-905E-8AD9B19D2182}" type="datetimeFigureOut">
              <a:rPr lang="cs-CZ" smtClean="0"/>
              <a:t>17.03.2026</a:t>
            </a:fld>
            <a:endParaRPr lang="cs-CZ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cs-CZ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cs-CZ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cs-CZ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71B2431-D351-4C6E-A3CF-9DFAC0E3E050}" type="slidenum">
              <a:rPr lang="cs-CZ" smtClean="0"/>
              <a:t>‹#›</a:t>
            </a:fld>
            <a:endParaRPr lang="cs-CZ"/>
          </a:p>
        </p:txBody>
      </p:sp>
    </p:spTree>
    <p:extLst>
      <p:ext uri="{BB962C8B-B14F-4D97-AF65-F5344CB8AC3E}">
        <p14:creationId xmlns:p14="http://schemas.microsoft.com/office/powerpoint/2010/main" val="179888911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>
              <a:defRPr sz="1400" b="0" i="0" u="none" strike="noStrike"/>
            </a:lvl1pPr>
          </a:lstStyle>
          <a:p>
            <a:pPr algn="l"/>
            <a:endParaRPr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>
              <a:defRPr sz="1400" b="0" i="0" u="none" strike="noStrike"/>
            </a:lvl1pPr>
          </a:lstStyle>
          <a:p>
            <a:pPr algn="l"/>
            <a:endParaRPr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>
              <a:defRPr sz="1400" b="0" i="0" u="none" strike="noStrike"/>
            </a:lvl1pPr>
          </a:lstStyle>
          <a:p>
            <a:pPr algn="l"/>
            <a:endParaRPr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>
              <a:defRPr sz="1400" b="0" i="0" u="none" strike="noStrike"/>
            </a:lvl1pPr>
          </a:lstStyle>
          <a:p>
            <a:pPr algn="l"/>
            <a:endParaRPr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>
              <a:defRPr sz="1400" b="0" i="0" u="none" strike="noStrike"/>
            </a:lvl1pPr>
          </a:lstStyle>
          <a:p>
            <a:pPr algn="l"/>
            <a:endParaRPr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>
              <a:defRPr sz="1400" b="0" i="0" u="none" strike="noStrike"/>
            </a:lvl1pPr>
          </a:lstStyle>
          <a:p>
            <a:pPr algn="l"/>
            <a:endParaRPr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>
              <a:defRPr sz="1400" b="0" i="0" u="none" strike="noStrike"/>
            </a:lvl1pPr>
          </a:lstStyle>
          <a:p>
            <a:pPr algn="l"/>
            <a:endParaRPr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>
              <a:defRPr sz="1400" b="0" i="0" u="none" strike="noStrike"/>
            </a:lvl1pPr>
          </a:lstStyle>
          <a:p>
            <a:pPr algn="l"/>
            <a:endParaRPr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>
              <a:defRPr sz="1400" b="0" i="0" u="none" strike="noStrike"/>
            </a:lvl1pPr>
          </a:lstStyle>
          <a:p>
            <a:pPr algn="l"/>
            <a:endParaRPr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>
              <a:defRPr sz="1400" b="0" i="0" u="none" strike="noStrike"/>
            </a:lvl1pPr>
          </a:lstStyle>
          <a:p>
            <a:pPr algn="l"/>
            <a:endParaRPr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>
              <a:defRPr sz="1400" b="0" i="0" u="none" strike="noStrike"/>
            </a:lvl1pPr>
          </a:lstStyle>
          <a:p>
            <a:pPr algn="l"/>
            <a:endParaRPr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728A586-8924-8FE1-B227-C55FD16427B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F75F3689-7F2D-5AF7-BCDA-86B0830EF173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3018E869-A9D4-8C28-4B2F-7872E1D27185}"/>
              </a:ext>
            </a:extLst>
          </p:cNvPr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>
            <a:extLst>
              <a:ext uri="{FF2B5EF4-FFF2-40B4-BE49-F238E27FC236}">
                <a16:creationId xmlns:a16="http://schemas.microsoft.com/office/drawing/2014/main" id="{47792B8A-EFC1-19A5-B2AE-F727659FDD9C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>
            <a:extLst>
              <a:ext uri="{FF2B5EF4-FFF2-40B4-BE49-F238E27FC236}">
                <a16:creationId xmlns:a16="http://schemas.microsoft.com/office/drawing/2014/main" id="{FDCFAF4F-D278-2468-4659-A41C6A666049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>
              <a:defRPr sz="1400" b="0" i="0" u="none" strike="noStrike"/>
            </a:lvl1pPr>
          </a:lstStyle>
          <a:p>
            <a:pPr algn="l"/>
            <a:endParaRPr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E05185B-0EB0-CE46-89A4-90DDFE34AE27}"/>
              </a:ext>
            </a:extLst>
          </p:cNvPr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59CFB49-ABAC-6844-1B79-C5ACB98C9B6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  <p:extLst>
      <p:ext uri="{BB962C8B-B14F-4D97-AF65-F5344CB8AC3E}">
        <p14:creationId xmlns:p14="http://schemas.microsoft.com/office/powerpoint/2010/main" val="818629828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>
              <a:defRPr sz="1400" b="0" i="0" u="none" strike="noStrike"/>
            </a:lvl1pPr>
          </a:lstStyle>
          <a:p>
            <a:pPr algn="l"/>
            <a:endParaRPr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>
              <a:defRPr sz="1400" b="0" i="0" u="none" strike="noStrike"/>
            </a:lvl1pPr>
          </a:lstStyle>
          <a:p>
            <a:pPr algn="l"/>
            <a:endParaRPr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>
              <a:defRPr sz="1400" b="0" i="0" u="none" strike="noStrike"/>
            </a:lvl1pPr>
          </a:lstStyle>
          <a:p>
            <a:pPr algn="l"/>
            <a:endParaRPr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>
              <a:defRPr sz="1400" b="0" i="0" u="none" strike="noStrike"/>
            </a:lvl1pPr>
          </a:lstStyle>
          <a:p>
            <a:pPr algn="l"/>
            <a:endParaRPr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>
              <a:defRPr sz="1400" b="0" i="0" u="none" strike="noStrike"/>
            </a:lvl1pPr>
          </a:lstStyle>
          <a:p>
            <a:pPr algn="l"/>
            <a:endParaRPr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>
              <a:defRPr sz="1400" b="0" i="0" u="none" strike="noStrike"/>
            </a:lvl1pPr>
          </a:lstStyle>
          <a:p>
            <a:pPr algn="l"/>
            <a:endParaRPr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>
              <a:defRPr sz="1400" b="0" i="0" u="none" strike="noStrike"/>
            </a:lvl1pPr>
          </a:lstStyle>
          <a:p>
            <a:pPr algn="l"/>
            <a:endParaRPr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标题幻灯片" type="title">
  <p:cSld name="TITLE">
    <p:spTree>
      <p:nvGrpSpPr>
        <p:cNvPr id="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Shape 30"/>
          <p:cNvSpPr txBox="1">
            <a:spLocks noGrp="1"/>
          </p:cNvSpPr>
          <p:nvPr>
            <p:ph type="ctrTitle"/>
          </p:nvPr>
        </p:nvSpPr>
        <p:spPr>
          <a:xfrm>
            <a:off x="1143000" y="841772"/>
            <a:ext cx="6858000" cy="1790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b" anchorCtr="0">
            <a:norm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500"/>
              <a:buFont typeface="Arial"/>
              <a:buNone/>
              <a:defRPr sz="4500"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13" name="Shape 31"/>
          <p:cNvSpPr txBox="1">
            <a:spLocks noGrp="1"/>
          </p:cNvSpPr>
          <p:nvPr>
            <p:ph type="subTitle" idx="1"/>
          </p:nvPr>
        </p:nvSpPr>
        <p:spPr>
          <a:xfrm>
            <a:off x="1143000" y="2701528"/>
            <a:ext cx="6858000" cy="124182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lvl="0" algn="ctr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1pPr>
            <a:lvl2pPr lvl="1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  <a:defRPr sz="15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9pPr>
          </a:lstStyle>
          <a:p>
            <a:endParaRPr/>
          </a:p>
        </p:txBody>
      </p:sp>
      <p:sp>
        <p:nvSpPr>
          <p:cNvPr id="14" name="Shape 32"/>
          <p:cNvSpPr txBox="1">
            <a:spLocks noGrp="1"/>
          </p:cNvSpPr>
          <p:nvPr>
            <p:ph type="dt" idx="10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15" name="Shape 33"/>
          <p:cNvSpPr txBox="1">
            <a:spLocks noGrp="1"/>
          </p:cNvSpPr>
          <p:nvPr>
            <p:ph type="ftr" idx="11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16" name="Shape 34"/>
          <p:cNvSpPr txBox="1">
            <a:spLocks noGrp="1"/>
          </p:cNvSpPr>
          <p:nvPr>
            <p:ph type="sldNum" idx="12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C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标题和内容" type="obj">
  <p:cSld name="OBJECT">
    <p:spTree>
      <p:nvGrpSpPr>
        <p:cNvPr id="1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Shape 54"/>
          <p:cNvSpPr txBox="1">
            <a:spLocks noGrp="1"/>
          </p:cNvSpPr>
          <p:nvPr>
            <p:ph type="title"/>
          </p:nvPr>
        </p:nvSpPr>
        <p:spPr>
          <a:xfrm>
            <a:off x="628650" y="273844"/>
            <a:ext cx="7886700" cy="9941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19" name="Shape 55"/>
          <p:cNvSpPr txBox="1">
            <a:spLocks noGrp="1"/>
          </p:cNvSpPr>
          <p:nvPr>
            <p:ph type="body" idx="1"/>
          </p:nvPr>
        </p:nvSpPr>
        <p:spPr>
          <a:xfrm>
            <a:off x="628650" y="1369219"/>
            <a:ext cx="7886700" cy="326350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3175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1pPr>
            <a:lvl2pPr marL="914400" lvl="1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2pPr>
            <a:lvl3pPr marL="1371600" lvl="2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3pPr>
            <a:lvl4pPr marL="1828800" lvl="3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4pPr>
            <a:lvl5pPr marL="2286000" lvl="4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5pPr>
            <a:lvl6pPr marL="2743200" lvl="5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marL="3200400" lvl="6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marL="3657600" lvl="7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marL="4114800" lvl="8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>
            <a:endParaRPr/>
          </a:p>
        </p:txBody>
      </p:sp>
      <p:sp>
        <p:nvSpPr>
          <p:cNvPr id="20" name="Shape 56"/>
          <p:cNvSpPr txBox="1">
            <a:spLocks noGrp="1"/>
          </p:cNvSpPr>
          <p:nvPr>
            <p:ph type="dt" idx="10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21" name="Shape 57"/>
          <p:cNvSpPr txBox="1">
            <a:spLocks noGrp="1"/>
          </p:cNvSpPr>
          <p:nvPr>
            <p:ph type="ftr" idx="11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22" name="Shape 58"/>
          <p:cNvSpPr txBox="1">
            <a:spLocks noGrp="1"/>
          </p:cNvSpPr>
          <p:nvPr>
            <p:ph type="sldNum" idx="12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C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节标题" type="secHead">
  <p:cSld name="SECTION_HEADER">
    <p:spTree>
      <p:nvGrpSpPr>
        <p:cNvPr id="1" name="Shape 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Shape 59"/>
          <p:cNvSpPr txBox="1">
            <a:spLocks noGrp="1"/>
          </p:cNvSpPr>
          <p:nvPr>
            <p:ph type="title"/>
          </p:nvPr>
        </p:nvSpPr>
        <p:spPr>
          <a:xfrm>
            <a:off x="623888" y="1282304"/>
            <a:ext cx="7886700" cy="213955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500"/>
              <a:buFont typeface="Arial"/>
              <a:buNone/>
              <a:defRPr sz="4500"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25" name="Shape 60"/>
          <p:cNvSpPr txBox="1">
            <a:spLocks noGrp="1"/>
          </p:cNvSpPr>
          <p:nvPr>
            <p:ph type="body" idx="1"/>
          </p:nvPr>
        </p:nvSpPr>
        <p:spPr>
          <a:xfrm>
            <a:off x="623888" y="3442097"/>
            <a:ext cx="7886700" cy="11251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1pPr>
            <a:lvl2pPr marL="914400" lvl="1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1500"/>
              <a:buNone/>
              <a:defRPr sz="1500">
                <a:solidFill>
                  <a:srgbClr val="888888"/>
                </a:solidFill>
              </a:defRPr>
            </a:lvl2pPr>
            <a:lvl3pPr marL="1371600" lvl="2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3pPr>
            <a:lvl4pPr marL="1828800" lvl="3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1200"/>
              <a:buNone/>
              <a:defRPr sz="1200">
                <a:solidFill>
                  <a:srgbClr val="888888"/>
                </a:solidFill>
              </a:defRPr>
            </a:lvl4pPr>
            <a:lvl5pPr marL="2286000" lvl="4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1200"/>
              <a:buNone/>
              <a:defRPr sz="1200">
                <a:solidFill>
                  <a:srgbClr val="888888"/>
                </a:solidFill>
              </a:defRPr>
            </a:lvl5pPr>
            <a:lvl6pPr marL="2743200" lvl="5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1200"/>
              <a:buNone/>
              <a:defRPr sz="1200">
                <a:solidFill>
                  <a:srgbClr val="888888"/>
                </a:solidFill>
              </a:defRPr>
            </a:lvl6pPr>
            <a:lvl7pPr marL="3200400" lvl="6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1200"/>
              <a:buNone/>
              <a:defRPr sz="1200">
                <a:solidFill>
                  <a:srgbClr val="888888"/>
                </a:solidFill>
              </a:defRPr>
            </a:lvl7pPr>
            <a:lvl8pPr marL="3657600" lvl="7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1200"/>
              <a:buNone/>
              <a:defRPr sz="1200">
                <a:solidFill>
                  <a:srgbClr val="888888"/>
                </a:solidFill>
              </a:defRPr>
            </a:lvl8pPr>
            <a:lvl9pPr marL="4114800" lvl="8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1200"/>
              <a:buNone/>
              <a:defRPr sz="1200"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26" name="Shape 61"/>
          <p:cNvSpPr txBox="1">
            <a:spLocks noGrp="1"/>
          </p:cNvSpPr>
          <p:nvPr>
            <p:ph type="dt" idx="10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27" name="Shape 62"/>
          <p:cNvSpPr txBox="1">
            <a:spLocks noGrp="1"/>
          </p:cNvSpPr>
          <p:nvPr>
            <p:ph type="ftr" idx="11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28" name="Shape 63"/>
          <p:cNvSpPr txBox="1">
            <a:spLocks noGrp="1"/>
          </p:cNvSpPr>
          <p:nvPr>
            <p:ph type="sldNum" idx="12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C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两栏内容" type="twoObj">
  <p:cSld name="TWO_OBJECTS">
    <p:spTree>
      <p:nvGrpSpPr>
        <p:cNvPr id="1" name="Shape 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Shape 9"/>
          <p:cNvSpPr txBox="1">
            <a:spLocks noGrp="1"/>
          </p:cNvSpPr>
          <p:nvPr>
            <p:ph type="title"/>
          </p:nvPr>
        </p:nvSpPr>
        <p:spPr>
          <a:xfrm>
            <a:off x="628650" y="273844"/>
            <a:ext cx="7886700" cy="9941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31" name="Shape 10"/>
          <p:cNvSpPr txBox="1">
            <a:spLocks noGrp="1"/>
          </p:cNvSpPr>
          <p:nvPr>
            <p:ph type="body" idx="1"/>
          </p:nvPr>
        </p:nvSpPr>
        <p:spPr>
          <a:xfrm>
            <a:off x="628650" y="1369219"/>
            <a:ext cx="3886200" cy="326350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3175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1pPr>
            <a:lvl2pPr marL="914400" lvl="1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2pPr>
            <a:lvl3pPr marL="1371600" lvl="2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3pPr>
            <a:lvl4pPr marL="1828800" lvl="3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4pPr>
            <a:lvl5pPr marL="2286000" lvl="4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5pPr>
            <a:lvl6pPr marL="2743200" lvl="5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marL="3200400" lvl="6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marL="3657600" lvl="7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marL="4114800" lvl="8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>
            <a:endParaRPr/>
          </a:p>
        </p:txBody>
      </p:sp>
      <p:sp>
        <p:nvSpPr>
          <p:cNvPr id="32" name="Shape 11"/>
          <p:cNvSpPr txBox="1">
            <a:spLocks noGrp="1"/>
          </p:cNvSpPr>
          <p:nvPr>
            <p:ph type="body" idx="2"/>
          </p:nvPr>
        </p:nvSpPr>
        <p:spPr>
          <a:xfrm>
            <a:off x="4629150" y="1369219"/>
            <a:ext cx="3886200" cy="326350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3175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1pPr>
            <a:lvl2pPr marL="914400" lvl="1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2pPr>
            <a:lvl3pPr marL="1371600" lvl="2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3pPr>
            <a:lvl4pPr marL="1828800" lvl="3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4pPr>
            <a:lvl5pPr marL="2286000" lvl="4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5pPr>
            <a:lvl6pPr marL="2743200" lvl="5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marL="3200400" lvl="6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marL="3657600" lvl="7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marL="4114800" lvl="8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>
            <a:endParaRPr/>
          </a:p>
        </p:txBody>
      </p:sp>
      <p:sp>
        <p:nvSpPr>
          <p:cNvPr id="33" name="Shape 12"/>
          <p:cNvSpPr txBox="1">
            <a:spLocks noGrp="1"/>
          </p:cNvSpPr>
          <p:nvPr>
            <p:ph type="dt" idx="10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34" name="Shape 13"/>
          <p:cNvSpPr txBox="1">
            <a:spLocks noGrp="1"/>
          </p:cNvSpPr>
          <p:nvPr>
            <p:ph type="ftr" idx="11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35" name="Shape 14"/>
          <p:cNvSpPr txBox="1">
            <a:spLocks noGrp="1"/>
          </p:cNvSpPr>
          <p:nvPr>
            <p:ph type="sldNum" idx="12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C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比较" type="twoTxTwoObj">
  <p:cSld name="TWO_OBJECTS_WITH_TEXT">
    <p:spTree>
      <p:nvGrpSpPr>
        <p:cNvPr id="1" name="Shape 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Shape 35"/>
          <p:cNvSpPr txBox="1">
            <a:spLocks noGrp="1"/>
          </p:cNvSpPr>
          <p:nvPr>
            <p:ph type="title"/>
          </p:nvPr>
        </p:nvSpPr>
        <p:spPr>
          <a:xfrm>
            <a:off x="629841" y="273844"/>
            <a:ext cx="7886700" cy="9941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38" name="Shape 36"/>
          <p:cNvSpPr txBox="1">
            <a:spLocks noGrp="1"/>
          </p:cNvSpPr>
          <p:nvPr>
            <p:ph type="body" idx="1"/>
          </p:nvPr>
        </p:nvSpPr>
        <p:spPr>
          <a:xfrm>
            <a:off x="629841" y="1260872"/>
            <a:ext cx="3868340" cy="61793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b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1pPr>
            <a:lvl2pPr marL="914400" lvl="1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  <a:defRPr sz="1500" b="1"/>
            </a:lvl2pPr>
            <a:lvl3pPr marL="1371600" lvl="2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 b="1"/>
            </a:lvl3pPr>
            <a:lvl4pPr marL="1828800" lvl="3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4pPr>
            <a:lvl5pPr marL="2286000" lvl="4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5pPr>
            <a:lvl6pPr marL="2743200" lvl="5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6pPr>
            <a:lvl7pPr marL="3200400" lvl="6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7pPr>
            <a:lvl8pPr marL="3657600" lvl="7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8pPr>
            <a:lvl9pPr marL="4114800" lvl="8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9pPr>
          </a:lstStyle>
          <a:p>
            <a:endParaRPr/>
          </a:p>
        </p:txBody>
      </p:sp>
      <p:sp>
        <p:nvSpPr>
          <p:cNvPr id="39" name="Shape 37"/>
          <p:cNvSpPr txBox="1">
            <a:spLocks noGrp="1"/>
          </p:cNvSpPr>
          <p:nvPr>
            <p:ph type="body" idx="2"/>
          </p:nvPr>
        </p:nvSpPr>
        <p:spPr>
          <a:xfrm>
            <a:off x="629841" y="1878806"/>
            <a:ext cx="3868340" cy="276344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3175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1pPr>
            <a:lvl2pPr marL="914400" lvl="1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2pPr>
            <a:lvl3pPr marL="1371600" lvl="2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3pPr>
            <a:lvl4pPr marL="1828800" lvl="3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4pPr>
            <a:lvl5pPr marL="2286000" lvl="4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5pPr>
            <a:lvl6pPr marL="2743200" lvl="5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marL="3200400" lvl="6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marL="3657600" lvl="7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marL="4114800" lvl="8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>
            <a:endParaRPr/>
          </a:p>
        </p:txBody>
      </p:sp>
      <p:sp>
        <p:nvSpPr>
          <p:cNvPr id="40" name="Shape 38"/>
          <p:cNvSpPr txBox="1">
            <a:spLocks noGrp="1"/>
          </p:cNvSpPr>
          <p:nvPr>
            <p:ph type="body" idx="3"/>
          </p:nvPr>
        </p:nvSpPr>
        <p:spPr>
          <a:xfrm>
            <a:off x="4629150" y="1260872"/>
            <a:ext cx="3887391" cy="61793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b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1pPr>
            <a:lvl2pPr marL="914400" lvl="1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  <a:defRPr sz="1500" b="1"/>
            </a:lvl2pPr>
            <a:lvl3pPr marL="1371600" lvl="2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 b="1"/>
            </a:lvl3pPr>
            <a:lvl4pPr marL="1828800" lvl="3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4pPr>
            <a:lvl5pPr marL="2286000" lvl="4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5pPr>
            <a:lvl6pPr marL="2743200" lvl="5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6pPr>
            <a:lvl7pPr marL="3200400" lvl="6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7pPr>
            <a:lvl8pPr marL="3657600" lvl="7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8pPr>
            <a:lvl9pPr marL="4114800" lvl="8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9pPr>
          </a:lstStyle>
          <a:p>
            <a:endParaRPr/>
          </a:p>
        </p:txBody>
      </p:sp>
      <p:sp>
        <p:nvSpPr>
          <p:cNvPr id="41" name="Shape 39"/>
          <p:cNvSpPr txBox="1">
            <a:spLocks noGrp="1"/>
          </p:cNvSpPr>
          <p:nvPr>
            <p:ph type="body" idx="4"/>
          </p:nvPr>
        </p:nvSpPr>
        <p:spPr>
          <a:xfrm>
            <a:off x="4629150" y="1878806"/>
            <a:ext cx="3887391" cy="276344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3175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1pPr>
            <a:lvl2pPr marL="914400" lvl="1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2pPr>
            <a:lvl3pPr marL="1371600" lvl="2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3pPr>
            <a:lvl4pPr marL="1828800" lvl="3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4pPr>
            <a:lvl5pPr marL="2286000" lvl="4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5pPr>
            <a:lvl6pPr marL="2743200" lvl="5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marL="3200400" lvl="6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marL="3657600" lvl="7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marL="4114800" lvl="8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>
            <a:endParaRPr/>
          </a:p>
        </p:txBody>
      </p:sp>
      <p:sp>
        <p:nvSpPr>
          <p:cNvPr id="42" name="Shape 40"/>
          <p:cNvSpPr txBox="1">
            <a:spLocks noGrp="1"/>
          </p:cNvSpPr>
          <p:nvPr>
            <p:ph type="dt" idx="10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43" name="Shape 41"/>
          <p:cNvSpPr txBox="1">
            <a:spLocks noGrp="1"/>
          </p:cNvSpPr>
          <p:nvPr>
            <p:ph type="ftr" idx="11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44" name="Shape 42"/>
          <p:cNvSpPr txBox="1">
            <a:spLocks noGrp="1"/>
          </p:cNvSpPr>
          <p:nvPr>
            <p:ph type="sldNum" idx="12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C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仅标题" type="titleOnly">
  <p:cSld name="TITLE_ONLY">
    <p:spTree>
      <p:nvGrpSpPr>
        <p:cNvPr id="1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Shape 20"/>
          <p:cNvSpPr txBox="1">
            <a:spLocks noGrp="1"/>
          </p:cNvSpPr>
          <p:nvPr>
            <p:ph type="title"/>
          </p:nvPr>
        </p:nvSpPr>
        <p:spPr>
          <a:xfrm>
            <a:off x="628650" y="273844"/>
            <a:ext cx="7886700" cy="9941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47" name="Shape 21"/>
          <p:cNvSpPr txBox="1">
            <a:spLocks noGrp="1"/>
          </p:cNvSpPr>
          <p:nvPr>
            <p:ph type="dt" idx="10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48" name="Shape 22"/>
          <p:cNvSpPr txBox="1">
            <a:spLocks noGrp="1"/>
          </p:cNvSpPr>
          <p:nvPr>
            <p:ph type="ftr" idx="11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49" name="Shape 23"/>
          <p:cNvSpPr txBox="1">
            <a:spLocks noGrp="1"/>
          </p:cNvSpPr>
          <p:nvPr>
            <p:ph type="sldNum" idx="12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C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空白" type="blank">
  <p:cSld name="BLANK">
    <p:spTree>
      <p:nvGrpSpPr>
        <p:cNvPr id="1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Shape 6"/>
          <p:cNvSpPr txBox="1">
            <a:spLocks noGrp="1"/>
          </p:cNvSpPr>
          <p:nvPr>
            <p:ph type="dt" idx="10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52" name="Shape 7"/>
          <p:cNvSpPr txBox="1">
            <a:spLocks noGrp="1"/>
          </p:cNvSpPr>
          <p:nvPr>
            <p:ph type="ftr" idx="11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53" name="Shape 8"/>
          <p:cNvSpPr txBox="1">
            <a:spLocks noGrp="1"/>
          </p:cNvSpPr>
          <p:nvPr>
            <p:ph type="sldNum" idx="12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C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内容与标题" type="objTx">
  <p:cSld name="OBJECT_WITH_CAPTION_TEXT">
    <p:spTree>
      <p:nvGrpSpPr>
        <p:cNvPr id="1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Shape 43"/>
          <p:cNvSpPr txBox="1">
            <a:spLocks noGrp="1"/>
          </p:cNvSpPr>
          <p:nvPr>
            <p:ph type="title"/>
          </p:nvPr>
        </p:nvSpPr>
        <p:spPr>
          <a:xfrm>
            <a:off x="629841" y="342900"/>
            <a:ext cx="2949178" cy="12001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56" name="Shape 44"/>
          <p:cNvSpPr txBox="1">
            <a:spLocks noGrp="1"/>
          </p:cNvSpPr>
          <p:nvPr>
            <p:ph type="body" idx="1"/>
          </p:nvPr>
        </p:nvSpPr>
        <p:spPr>
          <a:xfrm>
            <a:off x="3887391" y="740569"/>
            <a:ext cx="4629150" cy="365521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3810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marL="914400" lvl="1" indent="-36195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100"/>
              <a:buChar char="•"/>
              <a:defRPr sz="2100"/>
            </a:lvl2pPr>
            <a:lvl3pPr marL="1371600" lvl="2" indent="-3429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marL="1828800" lvl="3" indent="-32385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4pPr>
            <a:lvl5pPr marL="2286000" lvl="4" indent="-32385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5pPr>
            <a:lvl6pPr marL="2743200" lvl="5" indent="-32385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6pPr>
            <a:lvl7pPr marL="3200400" lvl="6" indent="-32385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7pPr>
            <a:lvl8pPr marL="3657600" lvl="7" indent="-32385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8pPr>
            <a:lvl9pPr marL="4114800" lvl="8" indent="-32385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9pPr>
          </a:lstStyle>
          <a:p>
            <a:endParaRPr/>
          </a:p>
        </p:txBody>
      </p:sp>
      <p:sp>
        <p:nvSpPr>
          <p:cNvPr id="57" name="Shape 45"/>
          <p:cNvSpPr txBox="1">
            <a:spLocks noGrp="1"/>
          </p:cNvSpPr>
          <p:nvPr>
            <p:ph type="body" idx="2"/>
          </p:nvPr>
        </p:nvSpPr>
        <p:spPr>
          <a:xfrm>
            <a:off x="629841" y="1543050"/>
            <a:ext cx="2949178" cy="285869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1pPr>
            <a:lvl2pPr marL="914400" lvl="1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 sz="1100"/>
            </a:lvl2pPr>
            <a:lvl3pPr marL="1371600" lvl="2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3pPr>
            <a:lvl4pPr marL="1828800" lvl="3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4pPr>
            <a:lvl5pPr marL="2286000" lvl="4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5pPr>
            <a:lvl6pPr marL="2743200" lvl="5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6pPr>
            <a:lvl7pPr marL="3200400" lvl="6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7pPr>
            <a:lvl8pPr marL="3657600" lvl="7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8pPr>
            <a:lvl9pPr marL="4114800" lvl="8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9pPr>
          </a:lstStyle>
          <a:p>
            <a:endParaRPr/>
          </a:p>
        </p:txBody>
      </p:sp>
      <p:sp>
        <p:nvSpPr>
          <p:cNvPr id="58" name="Shape 46"/>
          <p:cNvSpPr txBox="1">
            <a:spLocks noGrp="1"/>
          </p:cNvSpPr>
          <p:nvPr>
            <p:ph type="dt" idx="10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59" name="Shape 47"/>
          <p:cNvSpPr txBox="1">
            <a:spLocks noGrp="1"/>
          </p:cNvSpPr>
          <p:nvPr>
            <p:ph type="ftr" idx="11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60" name="Shape 48"/>
          <p:cNvSpPr txBox="1">
            <a:spLocks noGrp="1"/>
          </p:cNvSpPr>
          <p:nvPr>
            <p:ph type="sldNum" idx="12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C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图片与标题" type="picTx">
  <p:cSld name="PICTURE_WITH_CAPTION_TEXT">
    <p:spTree>
      <p:nvGrpSpPr>
        <p:cNvPr id="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Shape 24"/>
          <p:cNvSpPr txBox="1">
            <a:spLocks noGrp="1"/>
          </p:cNvSpPr>
          <p:nvPr>
            <p:ph type="title"/>
          </p:nvPr>
        </p:nvSpPr>
        <p:spPr>
          <a:xfrm>
            <a:off x="629841" y="342900"/>
            <a:ext cx="2949178" cy="12001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63" name="Shape 25"/>
          <p:cNvSpPr>
            <a:spLocks noGrp="1"/>
          </p:cNvSpPr>
          <p:nvPr>
            <p:ph type="pic" idx="2"/>
          </p:nvPr>
        </p:nvSpPr>
        <p:spPr>
          <a:xfrm>
            <a:off x="3887391" y="740569"/>
            <a:ext cx="4629150" cy="3655219"/>
          </a:xfrm>
          <a:prstGeom prst="rect">
            <a:avLst/>
          </a:prstGeom>
          <a:noFill/>
          <a:ln>
            <a:noFill/>
          </a:ln>
        </p:spPr>
      </p:sp>
      <p:sp>
        <p:nvSpPr>
          <p:cNvPr id="64" name="Shape 26"/>
          <p:cNvSpPr txBox="1">
            <a:spLocks noGrp="1"/>
          </p:cNvSpPr>
          <p:nvPr>
            <p:ph type="body" idx="1"/>
          </p:nvPr>
        </p:nvSpPr>
        <p:spPr>
          <a:xfrm>
            <a:off x="629841" y="1543050"/>
            <a:ext cx="2949178" cy="285869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1pPr>
            <a:lvl2pPr marL="914400" lvl="1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 sz="1100"/>
            </a:lvl2pPr>
            <a:lvl3pPr marL="1371600" lvl="2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3pPr>
            <a:lvl4pPr marL="1828800" lvl="3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4pPr>
            <a:lvl5pPr marL="2286000" lvl="4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5pPr>
            <a:lvl6pPr marL="2743200" lvl="5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6pPr>
            <a:lvl7pPr marL="3200400" lvl="6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7pPr>
            <a:lvl8pPr marL="3657600" lvl="7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8pPr>
            <a:lvl9pPr marL="4114800" lvl="8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9pPr>
          </a:lstStyle>
          <a:p>
            <a:endParaRPr/>
          </a:p>
        </p:txBody>
      </p:sp>
      <p:sp>
        <p:nvSpPr>
          <p:cNvPr id="65" name="Shape 27"/>
          <p:cNvSpPr txBox="1">
            <a:spLocks noGrp="1"/>
          </p:cNvSpPr>
          <p:nvPr>
            <p:ph type="dt" idx="10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66" name="Shape 28"/>
          <p:cNvSpPr txBox="1">
            <a:spLocks noGrp="1"/>
          </p:cNvSpPr>
          <p:nvPr>
            <p:ph type="ftr" idx="11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67" name="Shape 29"/>
          <p:cNvSpPr txBox="1">
            <a:spLocks noGrp="1"/>
          </p:cNvSpPr>
          <p:nvPr>
            <p:ph type="sldNum" idx="12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C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标题和竖排文字" type="vertTx">
  <p:cSld name="VERTICAL_TEXT">
    <p:spTree>
      <p:nvGrpSpPr>
        <p:cNvPr id="1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Shape 49"/>
          <p:cNvSpPr txBox="1">
            <a:spLocks noGrp="1"/>
          </p:cNvSpPr>
          <p:nvPr>
            <p:ph type="title"/>
          </p:nvPr>
        </p:nvSpPr>
        <p:spPr>
          <a:xfrm>
            <a:off x="628650" y="273844"/>
            <a:ext cx="7886700" cy="9941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70" name="Shape 50"/>
          <p:cNvSpPr txBox="1">
            <a:spLocks noGrp="1"/>
          </p:cNvSpPr>
          <p:nvPr>
            <p:ph type="body" idx="1"/>
          </p:nvPr>
        </p:nvSpPr>
        <p:spPr>
          <a:xfrm rot="5400000">
            <a:off x="2940248" y="-942379"/>
            <a:ext cx="3263504" cy="7886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3175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1pPr>
            <a:lvl2pPr marL="914400" lvl="1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2pPr>
            <a:lvl3pPr marL="1371600" lvl="2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3pPr>
            <a:lvl4pPr marL="1828800" lvl="3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4pPr>
            <a:lvl5pPr marL="2286000" lvl="4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5pPr>
            <a:lvl6pPr marL="2743200" lvl="5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marL="3200400" lvl="6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marL="3657600" lvl="7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marL="4114800" lvl="8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>
            <a:endParaRPr/>
          </a:p>
        </p:txBody>
      </p:sp>
      <p:sp>
        <p:nvSpPr>
          <p:cNvPr id="71" name="Shape 51"/>
          <p:cNvSpPr txBox="1">
            <a:spLocks noGrp="1"/>
          </p:cNvSpPr>
          <p:nvPr>
            <p:ph type="dt" idx="10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72" name="Shape 52"/>
          <p:cNvSpPr txBox="1">
            <a:spLocks noGrp="1"/>
          </p:cNvSpPr>
          <p:nvPr>
            <p:ph type="ftr" idx="11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73" name="Shape 53"/>
          <p:cNvSpPr txBox="1">
            <a:spLocks noGrp="1"/>
          </p:cNvSpPr>
          <p:nvPr>
            <p:ph type="sldNum" idx="12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C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竖排标题与文本" type="vertTitleAndTx">
  <p:cSld name="VERTICAL_TITLE_AND_VERTICAL_TEXT">
    <p:spTree>
      <p:nvGrpSpPr>
        <p:cNvPr id="1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Shape 15"/>
          <p:cNvSpPr txBox="1">
            <a:spLocks noGrp="1"/>
          </p:cNvSpPr>
          <p:nvPr>
            <p:ph type="title"/>
          </p:nvPr>
        </p:nvSpPr>
        <p:spPr>
          <a:xfrm rot="5400000">
            <a:off x="5350073" y="1467445"/>
            <a:ext cx="4358879" cy="19716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76" name="Shape 16"/>
          <p:cNvSpPr txBox="1">
            <a:spLocks noGrp="1"/>
          </p:cNvSpPr>
          <p:nvPr>
            <p:ph type="body" idx="1"/>
          </p:nvPr>
        </p:nvSpPr>
        <p:spPr>
          <a:xfrm rot="5400000">
            <a:off x="1349573" y="-447080"/>
            <a:ext cx="4358879" cy="58007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3175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1pPr>
            <a:lvl2pPr marL="914400" lvl="1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2pPr>
            <a:lvl3pPr marL="1371600" lvl="2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3pPr>
            <a:lvl4pPr marL="1828800" lvl="3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4pPr>
            <a:lvl5pPr marL="2286000" lvl="4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5pPr>
            <a:lvl6pPr marL="2743200" lvl="5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marL="3200400" lvl="6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marL="3657600" lvl="7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marL="4114800" lvl="8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>
            <a:endParaRPr/>
          </a:p>
        </p:txBody>
      </p:sp>
      <p:sp>
        <p:nvSpPr>
          <p:cNvPr id="77" name="Shape 17"/>
          <p:cNvSpPr txBox="1">
            <a:spLocks noGrp="1"/>
          </p:cNvSpPr>
          <p:nvPr>
            <p:ph type="dt" idx="10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78" name="Shape 18"/>
          <p:cNvSpPr txBox="1">
            <a:spLocks noGrp="1"/>
          </p:cNvSpPr>
          <p:nvPr>
            <p:ph type="ftr" idx="11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79" name="Shape 19"/>
          <p:cNvSpPr txBox="1">
            <a:spLocks noGrp="1"/>
          </p:cNvSpPr>
          <p:nvPr>
            <p:ph type="sldNum" idx="12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C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>
            <a:spLocks noGrp="1"/>
          </p:cNvSpPr>
          <p:nvPr>
            <p:ph type="body" sz="quarter" idx="1"/>
          </p:nvPr>
        </p:nvSpPr>
        <p:spPr>
          <a:xfrm>
            <a:off x="1155700" y="2825750"/>
            <a:ext cx="9880600" cy="1003300"/>
          </a:xfrm>
          <a:prstGeom prst="rect">
            <a:avLst/>
          </a:prstGeom>
          <a:noFill/>
          <a:ln w="25400">
            <a:noFill/>
            <a:prstDash val="solid"/>
          </a:ln>
          <a:effectLst/>
        </p:spPr>
        <p:txBody>
          <a:bodyPr lIns="0" tIns="0" rIns="0" bIns="0" anchor="ctr">
            <a:noAutofit/>
          </a:bodyPr>
          <a:lstStyle>
            <a:lvl1pPr algn="ctr">
              <a:lnSpc>
                <a:spcPct val="116666"/>
              </a:lnSpc>
              <a:defRPr sz="5400" b="1" i="0" u="none" strike="noStrike" spc="0">
                <a:solidFill>
                  <a:srgbClr val="000000">
                    <a:alpha val="100000"/>
                  </a:srgbClr>
                </a:solidFill>
                <a:latin typeface="Noto Sans SC"/>
              </a:defRPr>
            </a:lvl1pPr>
          </a:lstStyle>
          <a:p>
            <a:pPr algn="ctr"/>
            <a:endParaRPr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>
            <a:spLocks noGrp="1"/>
          </p:cNvSpPr>
          <p:nvPr>
            <p:ph type="body" sz="quarter" idx="2" hasCustomPrompt="1"/>
          </p:nvPr>
        </p:nvSpPr>
        <p:spPr>
          <a:xfrm>
            <a:off x="2945985" y="733864"/>
            <a:ext cx="5257800" cy="812800"/>
          </a:xfrm>
          <a:prstGeom prst="rect">
            <a:avLst/>
          </a:prstGeom>
          <a:noFill/>
          <a:ln w="25400">
            <a:noFill/>
            <a:prstDash val="solid"/>
          </a:ln>
          <a:effectLst/>
        </p:spPr>
        <p:txBody>
          <a:bodyPr lIns="0" tIns="0" rIns="0" bIns="0" anchor="ctr">
            <a:noAutofit/>
          </a:bodyPr>
          <a:lstStyle>
            <a:lvl1pPr algn="l">
              <a:lnSpc>
                <a:spcPct val="125000"/>
              </a:lnSpc>
              <a:defRPr sz="4300" b="1" i="0" u="none" strike="noStrike" spc="0">
                <a:solidFill>
                  <a:srgbClr val="1F2329">
                    <a:alpha val="100000"/>
                  </a:srgbClr>
                </a:solidFill>
                <a:latin typeface="Noto Sans SC"/>
              </a:defRPr>
            </a:lvl1pPr>
          </a:lstStyle>
          <a:p>
            <a:pPr indent="0" algn="l">
              <a:lnSpc>
                <a:spcPct val="125000"/>
              </a:lnSpc>
            </a:pPr>
            <a:r>
              <a:rPr lang="en-US" sz="4300" b="1" i="0" u="none" strike="noStrike">
                <a:solidFill>
                  <a:srgbClr val="1F2329"/>
                </a:solidFill>
                <a:latin typeface="Noto Sans SC"/>
                <a:ea typeface="Noto Sans SC"/>
                <a:cs typeface="Noto Sans SC"/>
                <a:sym typeface="Noto Sans SC"/>
              </a:rPr>
              <a:t>本课时内容速递</a:t>
            </a:r>
          </a:p>
        </p:txBody>
      </p:sp>
      <p:sp>
        <p:nvSpPr>
          <p:cNvPr id="3" name="AutoShape 3"/>
          <p:cNvSpPr>
            <a:spLocks noGrp="1"/>
          </p:cNvSpPr>
          <p:nvPr>
            <p:ph type="body" sz="quarter" idx="3"/>
          </p:nvPr>
        </p:nvSpPr>
        <p:spPr>
          <a:xfrm>
            <a:off x="1648023" y="1600200"/>
            <a:ext cx="8895954" cy="3657600"/>
          </a:xfrm>
          <a:prstGeom prst="rect">
            <a:avLst/>
          </a:prstGeom>
          <a:noFill/>
          <a:ln w="12700">
            <a:noFill/>
            <a:prstDash val="solid"/>
          </a:ln>
          <a:effectLst/>
        </p:spPr>
        <p:txBody>
          <a:bodyPr lIns="0" tIns="0" rIns="0" bIns="0" anchor="ctr">
            <a:noAutofit/>
          </a:bodyPr>
          <a:lstStyle>
            <a:lvl1pPr algn="l">
              <a:lnSpc>
                <a:spcPct val="125000"/>
              </a:lnSpc>
              <a:defRPr sz="3200" b="1" i="0" u="none" strike="noStrike" spc="0">
                <a:solidFill>
                  <a:srgbClr val="1F2329">
                    <a:alpha val="100000"/>
                  </a:srgbClr>
                </a:solidFill>
                <a:latin typeface="Noto Sans SC"/>
              </a:defRPr>
            </a:lvl1pPr>
          </a:lstStyle>
          <a:p>
            <a:pPr algn="l"/>
            <a:endParaRPr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" name="Connector 2"/>
          <p:cNvCxnSpPr/>
          <p:nvPr/>
        </p:nvCxnSpPr>
        <p:spPr>
          <a:xfrm rot="5399999" flipV="1">
            <a:off x="5672879" y="5482375"/>
            <a:ext cx="863600" cy="12700"/>
          </a:xfrm>
          <a:prstGeom prst="line">
            <a:avLst/>
          </a:prstGeom>
          <a:solidFill>
            <a:srgbClr val="DEE0E3">
              <a:alpha val="100000"/>
            </a:srgbClr>
          </a:solidFill>
          <a:ln w="12700">
            <a:solidFill>
              <a:srgbClr val="DEE0E3">
                <a:alpha val="100000"/>
              </a:srgbClr>
            </a:solidFill>
            <a:prstDash val="solid"/>
            <a:headEnd type="none" w="med" len="med"/>
            <a:tailEnd type="none" w="med" len="med"/>
          </a:ln>
        </p:spPr>
      </p:cxnSp>
      <p:sp>
        <p:nvSpPr>
          <p:cNvPr id="3" name="AutoShape 3"/>
          <p:cNvSpPr>
            <a:spLocks noGrp="1"/>
          </p:cNvSpPr>
          <p:nvPr>
            <p:ph type="body" sz="quarter" idx="4"/>
          </p:nvPr>
        </p:nvSpPr>
        <p:spPr>
          <a:xfrm>
            <a:off x="6316558" y="4904525"/>
            <a:ext cx="5125239" cy="317500"/>
          </a:xfrm>
          <a:prstGeom prst="rect">
            <a:avLst/>
          </a:prstGeom>
          <a:noFill/>
          <a:ln w="25400">
            <a:noFill/>
            <a:prstDash val="solid"/>
          </a:ln>
          <a:effectLst/>
        </p:spPr>
        <p:txBody>
          <a:bodyPr lIns="0" tIns="0" rIns="0" bIns="0" anchor="ctr">
            <a:noAutofit/>
          </a:bodyPr>
          <a:lstStyle>
            <a:lvl1pPr algn="l">
              <a:lnSpc>
                <a:spcPct val="125000"/>
              </a:lnSpc>
              <a:defRPr sz="1600" b="0" i="0" u="none" strike="noStrike" spc="0">
                <a:solidFill>
                  <a:srgbClr val="1F2329">
                    <a:alpha val="100000"/>
                  </a:srgbClr>
                </a:solidFill>
                <a:latin typeface="Noto Sans SC"/>
              </a:defRPr>
            </a:lvl1pPr>
          </a:lstStyle>
          <a:p>
            <a:pPr algn="l"/>
            <a:endParaRPr/>
          </a:p>
        </p:txBody>
      </p:sp>
      <p:sp>
        <p:nvSpPr>
          <p:cNvPr id="4" name="AutoShape 4"/>
          <p:cNvSpPr>
            <a:spLocks noGrp="1"/>
          </p:cNvSpPr>
          <p:nvPr>
            <p:ph type="body" sz="quarter" idx="5"/>
          </p:nvPr>
        </p:nvSpPr>
        <p:spPr>
          <a:xfrm>
            <a:off x="635000" y="4853725"/>
            <a:ext cx="5257800" cy="635000"/>
          </a:xfrm>
          <a:prstGeom prst="rect">
            <a:avLst/>
          </a:prstGeom>
          <a:noFill/>
          <a:ln w="25400">
            <a:noFill/>
            <a:prstDash val="solid"/>
          </a:ln>
          <a:effectLst/>
        </p:spPr>
        <p:txBody>
          <a:bodyPr lIns="0" tIns="0" rIns="0" bIns="0" anchor="ctr">
            <a:noAutofit/>
          </a:bodyPr>
          <a:lstStyle>
            <a:lvl1pPr algn="l">
              <a:lnSpc>
                <a:spcPct val="125000"/>
              </a:lnSpc>
              <a:defRPr sz="3200" b="1" i="0" u="none" strike="noStrike" spc="0">
                <a:solidFill>
                  <a:srgbClr val="1F2329">
                    <a:alpha val="100000"/>
                  </a:srgbClr>
                </a:solidFill>
                <a:latin typeface="Noto Sans SC"/>
              </a:defRPr>
            </a:lvl1pPr>
          </a:lstStyle>
          <a:p>
            <a:pPr algn="l"/>
            <a:endParaRPr/>
          </a:p>
        </p:txBody>
      </p:sp>
      <p:sp>
        <p:nvSpPr>
          <p:cNvPr id="5" name="AutoShape 5"/>
          <p:cNvSpPr>
            <a:spLocks noGrp="1"/>
          </p:cNvSpPr>
          <p:nvPr>
            <p:ph type="pic" sz="quarter" idx="6"/>
          </p:nvPr>
        </p:nvSpPr>
        <p:spPr>
          <a:xfrm>
            <a:off x="762000" y="762000"/>
            <a:ext cx="10668000" cy="3708400"/>
          </a:xfrm>
          <a:prstGeom prst="roundRect">
            <a:avLst>
              <a:gd name="adj" fmla="val 3424"/>
            </a:avLst>
          </a:prstGeom>
          <a:solidFill>
            <a:srgbClr val="DEE0E3">
              <a:alpha val="100000"/>
            </a:srgbClr>
          </a:solidFill>
          <a:ln>
            <a:noFill/>
            <a:prstDash val="solid"/>
          </a:ln>
          <a:effectLst/>
        </p:spPr>
        <p:txBody>
          <a:bodyPr lIns="63500" tIns="63500" rIns="63500" bIns="63500" anchor="ctr">
            <a:noAutofit/>
          </a:bodyPr>
          <a:lstStyle>
            <a:lvl1pPr algn="ctr">
              <a:defRPr sz="1600" b="0" i="0" u="none" strike="noStrike" spc="0">
                <a:solidFill>
                  <a:srgbClr val="1F2329">
                    <a:alpha val="100000"/>
                  </a:srgbClr>
                </a:solidFill>
                <a:latin typeface="Noto Sans SC"/>
              </a:defRPr>
            </a:lvl1pPr>
          </a:lstStyle>
          <a:p>
            <a:pPr algn="ctr"/>
            <a:endParaRPr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>
            <a:spLocks noGrp="1"/>
          </p:cNvSpPr>
          <p:nvPr>
            <p:ph type="body" sz="quarter" idx="7"/>
          </p:nvPr>
        </p:nvSpPr>
        <p:spPr>
          <a:xfrm>
            <a:off x="638697" y="5588000"/>
            <a:ext cx="5257800" cy="317500"/>
          </a:xfrm>
          <a:prstGeom prst="rect">
            <a:avLst/>
          </a:prstGeom>
          <a:noFill/>
          <a:ln w="25400">
            <a:noFill/>
            <a:prstDash val="solid"/>
          </a:ln>
          <a:effectLst/>
        </p:spPr>
        <p:txBody>
          <a:bodyPr lIns="0" tIns="0" rIns="0" bIns="0" anchor="ctr">
            <a:noAutofit/>
          </a:bodyPr>
          <a:lstStyle>
            <a:lvl1pPr algn="l">
              <a:lnSpc>
                <a:spcPct val="125000"/>
              </a:lnSpc>
              <a:defRPr sz="1600" b="0" i="0" u="none" strike="noStrike" spc="0">
                <a:solidFill>
                  <a:srgbClr val="1F2329">
                    <a:alpha val="100000"/>
                  </a:srgbClr>
                </a:solidFill>
                <a:latin typeface="Noto Sans SC"/>
              </a:defRPr>
            </a:lvl1pPr>
          </a:lstStyle>
          <a:p>
            <a:pPr algn="l"/>
            <a:endParaRPr/>
          </a:p>
        </p:txBody>
      </p:sp>
      <p:sp>
        <p:nvSpPr>
          <p:cNvPr id="3" name="AutoShape 3"/>
          <p:cNvSpPr>
            <a:spLocks noGrp="1"/>
          </p:cNvSpPr>
          <p:nvPr>
            <p:ph type="body" sz="quarter" idx="8"/>
          </p:nvPr>
        </p:nvSpPr>
        <p:spPr>
          <a:xfrm>
            <a:off x="635000" y="787400"/>
            <a:ext cx="5256743" cy="571500"/>
          </a:xfrm>
          <a:prstGeom prst="rect">
            <a:avLst/>
          </a:prstGeom>
          <a:noFill/>
          <a:ln w="25400">
            <a:noFill/>
            <a:prstDash val="solid"/>
          </a:ln>
          <a:effectLst/>
        </p:spPr>
        <p:txBody>
          <a:bodyPr lIns="0" tIns="0" rIns="0" bIns="0" anchor="ctr">
            <a:noAutofit/>
          </a:bodyPr>
          <a:lstStyle>
            <a:lvl1pPr algn="l">
              <a:lnSpc>
                <a:spcPct val="125000"/>
              </a:lnSpc>
              <a:defRPr sz="3200" b="1" i="0" u="none" strike="noStrike" spc="0">
                <a:solidFill>
                  <a:srgbClr val="1F2329">
                    <a:alpha val="100000"/>
                  </a:srgbClr>
                </a:solidFill>
                <a:latin typeface="Noto Sans SC"/>
              </a:defRPr>
            </a:lvl1pPr>
          </a:lstStyle>
          <a:p>
            <a:pPr algn="l"/>
            <a:endParaRPr/>
          </a:p>
        </p:txBody>
      </p:sp>
      <p:sp>
        <p:nvSpPr>
          <p:cNvPr id="4" name="AutoShape 4"/>
          <p:cNvSpPr>
            <a:spLocks noGrp="1"/>
          </p:cNvSpPr>
          <p:nvPr>
            <p:ph type="pic" sz="quarter" idx="9"/>
          </p:nvPr>
        </p:nvSpPr>
        <p:spPr>
          <a:xfrm>
            <a:off x="6096000" y="749300"/>
            <a:ext cx="5334000" cy="5359400"/>
          </a:xfrm>
          <a:prstGeom prst="roundRect">
            <a:avLst>
              <a:gd name="adj" fmla="val 2380"/>
            </a:avLst>
          </a:prstGeom>
          <a:solidFill>
            <a:srgbClr val="DEE0E3">
              <a:alpha val="100000"/>
            </a:srgbClr>
          </a:solidFill>
          <a:ln>
            <a:noFill/>
            <a:prstDash val="solid"/>
          </a:ln>
          <a:effectLst/>
        </p:spPr>
        <p:txBody>
          <a:bodyPr lIns="63500" tIns="63500" rIns="63500" bIns="63500" anchor="ctr">
            <a:noAutofit/>
          </a:bodyPr>
          <a:lstStyle>
            <a:lvl1pPr algn="ctr">
              <a:defRPr sz="1600" b="0" i="0" u="none" strike="noStrike" spc="0">
                <a:solidFill>
                  <a:srgbClr val="1F2329">
                    <a:alpha val="100000"/>
                  </a:srgbClr>
                </a:solidFill>
                <a:latin typeface="Noto Sans SC"/>
              </a:defRPr>
            </a:lvl1pPr>
          </a:lstStyle>
          <a:p>
            <a:pPr algn="ctr"/>
            <a:endParaRPr/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>
            <a:spLocks noGrp="1"/>
          </p:cNvSpPr>
          <p:nvPr>
            <p:ph type="body" sz="quarter" idx="10"/>
          </p:nvPr>
        </p:nvSpPr>
        <p:spPr>
          <a:xfrm>
            <a:off x="635000" y="5588000"/>
            <a:ext cx="5257800" cy="317500"/>
          </a:xfrm>
          <a:prstGeom prst="rect">
            <a:avLst/>
          </a:prstGeom>
          <a:noFill/>
          <a:ln w="25400">
            <a:noFill/>
            <a:prstDash val="solid"/>
          </a:ln>
          <a:effectLst/>
        </p:spPr>
        <p:txBody>
          <a:bodyPr lIns="0" tIns="0" rIns="0" bIns="0" anchor="ctr">
            <a:noAutofit/>
          </a:bodyPr>
          <a:lstStyle>
            <a:lvl1pPr algn="l">
              <a:lnSpc>
                <a:spcPct val="125000"/>
              </a:lnSpc>
              <a:defRPr sz="1600" b="0" i="0" u="none" strike="noStrike" spc="0">
                <a:solidFill>
                  <a:srgbClr val="1F2329">
                    <a:alpha val="100000"/>
                  </a:srgbClr>
                </a:solidFill>
                <a:latin typeface="Noto Sans SC"/>
              </a:defRPr>
            </a:lvl1pPr>
          </a:lstStyle>
          <a:p>
            <a:pPr algn="l"/>
            <a:endParaRPr/>
          </a:p>
        </p:txBody>
      </p:sp>
      <p:sp>
        <p:nvSpPr>
          <p:cNvPr id="3" name="AutoShape 3"/>
          <p:cNvSpPr>
            <a:spLocks noGrp="1"/>
          </p:cNvSpPr>
          <p:nvPr>
            <p:ph type="body" sz="quarter" idx="11"/>
          </p:nvPr>
        </p:nvSpPr>
        <p:spPr>
          <a:xfrm>
            <a:off x="6172200" y="5588000"/>
            <a:ext cx="5257800" cy="317500"/>
          </a:xfrm>
          <a:prstGeom prst="rect">
            <a:avLst/>
          </a:prstGeom>
          <a:noFill/>
          <a:ln w="25400">
            <a:noFill/>
            <a:prstDash val="solid"/>
          </a:ln>
          <a:effectLst/>
        </p:spPr>
        <p:txBody>
          <a:bodyPr lIns="0" tIns="0" rIns="0" bIns="0" anchor="ctr">
            <a:noAutofit/>
          </a:bodyPr>
          <a:lstStyle>
            <a:lvl1pPr algn="l">
              <a:lnSpc>
                <a:spcPct val="125000"/>
              </a:lnSpc>
              <a:defRPr sz="1600" b="0" i="0" u="none" strike="noStrike" spc="0">
                <a:solidFill>
                  <a:srgbClr val="1F2329">
                    <a:alpha val="100000"/>
                  </a:srgbClr>
                </a:solidFill>
                <a:latin typeface="Noto Sans SC"/>
              </a:defRPr>
            </a:lvl1pPr>
          </a:lstStyle>
          <a:p>
            <a:pPr algn="l"/>
            <a:endParaRPr/>
          </a:p>
        </p:txBody>
      </p:sp>
      <p:sp>
        <p:nvSpPr>
          <p:cNvPr id="4" name="AutoShape 4"/>
          <p:cNvSpPr>
            <a:spLocks noGrp="1"/>
          </p:cNvSpPr>
          <p:nvPr>
            <p:ph type="body" sz="quarter" idx="12"/>
          </p:nvPr>
        </p:nvSpPr>
        <p:spPr>
          <a:xfrm>
            <a:off x="635000" y="749300"/>
            <a:ext cx="10919218" cy="635000"/>
          </a:xfrm>
          <a:prstGeom prst="rect">
            <a:avLst/>
          </a:prstGeom>
          <a:noFill/>
          <a:ln w="25400">
            <a:noFill/>
            <a:prstDash val="solid"/>
          </a:ln>
          <a:effectLst/>
        </p:spPr>
        <p:txBody>
          <a:bodyPr lIns="0" tIns="0" rIns="0" bIns="0" anchor="ctr">
            <a:noAutofit/>
          </a:bodyPr>
          <a:lstStyle>
            <a:lvl1pPr algn="l">
              <a:lnSpc>
                <a:spcPct val="125000"/>
              </a:lnSpc>
              <a:defRPr sz="3200" b="1" i="0" u="none" strike="noStrike" spc="0">
                <a:solidFill>
                  <a:srgbClr val="1F2329">
                    <a:alpha val="100000"/>
                  </a:srgbClr>
                </a:solidFill>
                <a:latin typeface="Noto Sans SC"/>
              </a:defRPr>
            </a:lvl1pPr>
          </a:lstStyle>
          <a:p>
            <a:pPr algn="l"/>
            <a:endParaRPr/>
          </a:p>
        </p:txBody>
      </p:sp>
      <p:sp>
        <p:nvSpPr>
          <p:cNvPr id="5" name="AutoShape 5"/>
          <p:cNvSpPr>
            <a:spLocks noGrp="1"/>
          </p:cNvSpPr>
          <p:nvPr>
            <p:ph type="pic" sz="quarter" idx="13"/>
          </p:nvPr>
        </p:nvSpPr>
        <p:spPr>
          <a:xfrm>
            <a:off x="762000" y="1886287"/>
            <a:ext cx="5130800" cy="3662849"/>
          </a:xfrm>
          <a:prstGeom prst="roundRect">
            <a:avLst>
              <a:gd name="adj" fmla="val 2773"/>
            </a:avLst>
          </a:prstGeom>
          <a:solidFill>
            <a:srgbClr val="DEE0E3">
              <a:alpha val="100000"/>
            </a:srgbClr>
          </a:solidFill>
          <a:ln>
            <a:noFill/>
            <a:prstDash val="solid"/>
          </a:ln>
          <a:effectLst/>
        </p:spPr>
        <p:txBody>
          <a:bodyPr lIns="63500" tIns="63500" rIns="63500" bIns="63500" anchor="ctr">
            <a:noAutofit/>
          </a:bodyPr>
          <a:lstStyle>
            <a:lvl1pPr algn="ctr">
              <a:defRPr sz="1600" b="0" i="0" u="none" strike="noStrike" spc="0">
                <a:solidFill>
                  <a:srgbClr val="1F2329">
                    <a:alpha val="100000"/>
                  </a:srgbClr>
                </a:solidFill>
                <a:latin typeface="Noto Sans SC"/>
              </a:defRPr>
            </a:lvl1pPr>
          </a:lstStyle>
          <a:p>
            <a:pPr algn="ctr"/>
            <a:endParaRPr/>
          </a:p>
        </p:txBody>
      </p:sp>
      <p:sp>
        <p:nvSpPr>
          <p:cNvPr id="6" name="AutoShape 6"/>
          <p:cNvSpPr>
            <a:spLocks noGrp="1"/>
          </p:cNvSpPr>
          <p:nvPr>
            <p:ph type="pic" sz="quarter" idx="14"/>
          </p:nvPr>
        </p:nvSpPr>
        <p:spPr>
          <a:xfrm>
            <a:off x="6299200" y="1886287"/>
            <a:ext cx="5130800" cy="3662849"/>
          </a:xfrm>
          <a:prstGeom prst="roundRect">
            <a:avLst>
              <a:gd name="adj" fmla="val 2773"/>
            </a:avLst>
          </a:prstGeom>
          <a:solidFill>
            <a:srgbClr val="DEE0E3">
              <a:alpha val="100000"/>
            </a:srgbClr>
          </a:solidFill>
          <a:ln>
            <a:noFill/>
            <a:prstDash val="solid"/>
          </a:ln>
          <a:effectLst/>
        </p:spPr>
        <p:txBody>
          <a:bodyPr lIns="63500" tIns="63500" rIns="63500" bIns="63500" anchor="ctr">
            <a:noAutofit/>
          </a:bodyPr>
          <a:lstStyle>
            <a:lvl1pPr algn="ctr">
              <a:defRPr sz="1600" b="0" i="0" u="none" strike="noStrike" spc="0">
                <a:solidFill>
                  <a:srgbClr val="1F2329">
                    <a:alpha val="100000"/>
                  </a:srgbClr>
                </a:solidFill>
                <a:latin typeface="Noto Sans SC"/>
              </a:defRPr>
            </a:lvl1pPr>
          </a:lstStyle>
          <a:p>
            <a:pPr algn="ctr"/>
            <a:endParaRPr/>
          </a:p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>
            <a:spLocks noGrp="1"/>
          </p:cNvSpPr>
          <p:nvPr>
            <p:ph type="body" sz="quarter" idx="15"/>
          </p:nvPr>
        </p:nvSpPr>
        <p:spPr>
          <a:xfrm>
            <a:off x="635000" y="2781300"/>
            <a:ext cx="3835400" cy="1244600"/>
          </a:xfrm>
          <a:prstGeom prst="rect">
            <a:avLst/>
          </a:prstGeom>
          <a:noFill/>
          <a:ln w="25400">
            <a:noFill/>
            <a:prstDash val="solid"/>
          </a:ln>
          <a:effectLst/>
        </p:spPr>
        <p:txBody>
          <a:bodyPr lIns="0" tIns="0" rIns="0" bIns="0" anchor="ctr">
            <a:noAutofit/>
          </a:bodyPr>
          <a:lstStyle>
            <a:lvl1pPr algn="l">
              <a:lnSpc>
                <a:spcPct val="125000"/>
              </a:lnSpc>
              <a:defRPr sz="3200" b="1" i="0" u="none" strike="noStrike" spc="0">
                <a:solidFill>
                  <a:srgbClr val="1F2329">
                    <a:alpha val="100000"/>
                  </a:srgbClr>
                </a:solidFill>
                <a:latin typeface="Noto Sans SC"/>
              </a:defRPr>
            </a:lvl1pPr>
          </a:lstStyle>
          <a:p>
            <a:pPr algn="l"/>
            <a:endParaRPr/>
          </a:p>
        </p:txBody>
      </p:sp>
      <p:sp>
        <p:nvSpPr>
          <p:cNvPr id="3" name="AutoShape 3"/>
          <p:cNvSpPr>
            <a:spLocks noGrp="1"/>
          </p:cNvSpPr>
          <p:nvPr>
            <p:ph type="body" sz="quarter" idx="16"/>
          </p:nvPr>
        </p:nvSpPr>
        <p:spPr>
          <a:xfrm>
            <a:off x="9336835" y="5427090"/>
            <a:ext cx="2108929" cy="622300"/>
          </a:xfrm>
          <a:prstGeom prst="rect">
            <a:avLst/>
          </a:prstGeom>
          <a:noFill/>
          <a:ln w="25400">
            <a:noFill/>
            <a:prstDash val="solid"/>
          </a:ln>
          <a:effectLst/>
        </p:spPr>
        <p:txBody>
          <a:bodyPr lIns="0" tIns="0" rIns="0" bIns="0" anchor="ctr">
            <a:noAutofit/>
          </a:bodyPr>
          <a:lstStyle>
            <a:lvl1pPr algn="l">
              <a:lnSpc>
                <a:spcPct val="125000"/>
              </a:lnSpc>
              <a:defRPr sz="1600" b="0" i="0" u="none" strike="noStrike" spc="0">
                <a:solidFill>
                  <a:srgbClr val="1F2329">
                    <a:alpha val="100000"/>
                  </a:srgbClr>
                </a:solidFill>
                <a:latin typeface="Noto Sans SC"/>
              </a:defRPr>
            </a:lvl1pPr>
          </a:lstStyle>
          <a:p>
            <a:pPr algn="l"/>
            <a:endParaRPr/>
          </a:p>
        </p:txBody>
      </p:sp>
      <p:sp>
        <p:nvSpPr>
          <p:cNvPr id="4" name="AutoShape 4"/>
          <p:cNvSpPr>
            <a:spLocks noGrp="1"/>
          </p:cNvSpPr>
          <p:nvPr>
            <p:ph type="body" sz="quarter" idx="17"/>
          </p:nvPr>
        </p:nvSpPr>
        <p:spPr>
          <a:xfrm>
            <a:off x="7012027" y="5427090"/>
            <a:ext cx="2108929" cy="622300"/>
          </a:xfrm>
          <a:prstGeom prst="rect">
            <a:avLst/>
          </a:prstGeom>
          <a:noFill/>
          <a:ln w="25400">
            <a:noFill/>
            <a:prstDash val="solid"/>
          </a:ln>
          <a:effectLst/>
        </p:spPr>
        <p:txBody>
          <a:bodyPr lIns="0" tIns="0" rIns="0" bIns="0" anchor="ctr">
            <a:noAutofit/>
          </a:bodyPr>
          <a:lstStyle>
            <a:lvl1pPr algn="l">
              <a:lnSpc>
                <a:spcPct val="125000"/>
              </a:lnSpc>
              <a:defRPr sz="1600" b="0" i="0" u="none" strike="noStrike" spc="0">
                <a:solidFill>
                  <a:srgbClr val="1F2329">
                    <a:alpha val="100000"/>
                  </a:srgbClr>
                </a:solidFill>
                <a:latin typeface="Noto Sans SC"/>
              </a:defRPr>
            </a:lvl1pPr>
          </a:lstStyle>
          <a:p>
            <a:pPr algn="l"/>
            <a:endParaRPr/>
          </a:p>
        </p:txBody>
      </p:sp>
      <p:sp>
        <p:nvSpPr>
          <p:cNvPr id="5" name="AutoShape 5"/>
          <p:cNvSpPr>
            <a:spLocks noGrp="1"/>
          </p:cNvSpPr>
          <p:nvPr>
            <p:ph type="body" sz="quarter" idx="18"/>
          </p:nvPr>
        </p:nvSpPr>
        <p:spPr>
          <a:xfrm>
            <a:off x="4674519" y="5427090"/>
            <a:ext cx="2108929" cy="622300"/>
          </a:xfrm>
          <a:prstGeom prst="rect">
            <a:avLst/>
          </a:prstGeom>
          <a:noFill/>
          <a:ln w="25400">
            <a:noFill/>
            <a:prstDash val="solid"/>
          </a:ln>
          <a:effectLst/>
        </p:spPr>
        <p:txBody>
          <a:bodyPr lIns="0" tIns="0" rIns="0" bIns="0" anchor="ctr">
            <a:noAutofit/>
          </a:bodyPr>
          <a:lstStyle>
            <a:lvl1pPr algn="l">
              <a:lnSpc>
                <a:spcPct val="125000"/>
              </a:lnSpc>
              <a:defRPr sz="1600" b="0" i="0" u="none" strike="noStrike" spc="0">
                <a:solidFill>
                  <a:srgbClr val="1F2329">
                    <a:alpha val="100000"/>
                  </a:srgbClr>
                </a:solidFill>
                <a:latin typeface="Noto Sans SC"/>
              </a:defRPr>
            </a:lvl1pPr>
          </a:lstStyle>
          <a:p>
            <a:pPr algn="l"/>
            <a:endParaRPr/>
          </a:p>
        </p:txBody>
      </p:sp>
      <p:sp>
        <p:nvSpPr>
          <p:cNvPr id="6" name="AutoShape 6"/>
          <p:cNvSpPr>
            <a:spLocks noGrp="1"/>
          </p:cNvSpPr>
          <p:nvPr>
            <p:ph type="pic" sz="quarter" idx="19"/>
          </p:nvPr>
        </p:nvSpPr>
        <p:spPr>
          <a:xfrm>
            <a:off x="4826000" y="730847"/>
            <a:ext cx="1955800" cy="4699000"/>
          </a:xfrm>
          <a:prstGeom prst="roundRect">
            <a:avLst>
              <a:gd name="adj" fmla="val 3896"/>
            </a:avLst>
          </a:prstGeom>
          <a:solidFill>
            <a:srgbClr val="DEE0E3">
              <a:alpha val="100000"/>
            </a:srgbClr>
          </a:solidFill>
          <a:ln>
            <a:noFill/>
            <a:prstDash val="solid"/>
          </a:ln>
          <a:effectLst/>
        </p:spPr>
        <p:txBody>
          <a:bodyPr lIns="63500" tIns="63500" rIns="63500" bIns="63500" anchor="ctr">
            <a:noAutofit/>
          </a:bodyPr>
          <a:lstStyle>
            <a:lvl1pPr algn="ctr">
              <a:defRPr sz="1600" b="0" i="0" u="none" strike="noStrike" spc="0">
                <a:solidFill>
                  <a:srgbClr val="1F2329">
                    <a:alpha val="100000"/>
                  </a:srgbClr>
                </a:solidFill>
                <a:latin typeface="Noto Sans SC"/>
              </a:defRPr>
            </a:lvl1pPr>
          </a:lstStyle>
          <a:p>
            <a:pPr algn="ctr"/>
            <a:endParaRPr/>
          </a:p>
        </p:txBody>
      </p:sp>
      <p:sp>
        <p:nvSpPr>
          <p:cNvPr id="7" name="AutoShape 7"/>
          <p:cNvSpPr>
            <a:spLocks noGrp="1"/>
          </p:cNvSpPr>
          <p:nvPr>
            <p:ph type="pic" sz="quarter" idx="20"/>
          </p:nvPr>
        </p:nvSpPr>
        <p:spPr>
          <a:xfrm>
            <a:off x="7162800" y="730847"/>
            <a:ext cx="1955800" cy="4699000"/>
          </a:xfrm>
          <a:prstGeom prst="roundRect">
            <a:avLst>
              <a:gd name="adj" fmla="val 3896"/>
            </a:avLst>
          </a:prstGeom>
          <a:solidFill>
            <a:srgbClr val="DEE0E3">
              <a:alpha val="100000"/>
            </a:srgbClr>
          </a:solidFill>
          <a:ln>
            <a:noFill/>
            <a:prstDash val="solid"/>
          </a:ln>
          <a:effectLst/>
        </p:spPr>
        <p:txBody>
          <a:bodyPr lIns="63500" tIns="63500" rIns="63500" bIns="63500" anchor="ctr">
            <a:noAutofit/>
          </a:bodyPr>
          <a:lstStyle>
            <a:lvl1pPr algn="ctr">
              <a:defRPr sz="1600" b="0" i="0" u="none" strike="noStrike" spc="0">
                <a:solidFill>
                  <a:srgbClr val="1F2329">
                    <a:alpha val="100000"/>
                  </a:srgbClr>
                </a:solidFill>
                <a:latin typeface="Noto Sans SC"/>
              </a:defRPr>
            </a:lvl1pPr>
          </a:lstStyle>
          <a:p>
            <a:pPr algn="ctr"/>
            <a:endParaRPr/>
          </a:p>
        </p:txBody>
      </p:sp>
      <p:sp>
        <p:nvSpPr>
          <p:cNvPr id="8" name="AutoShape 8"/>
          <p:cNvSpPr>
            <a:spLocks noGrp="1"/>
          </p:cNvSpPr>
          <p:nvPr>
            <p:ph type="pic" sz="quarter" idx="21"/>
          </p:nvPr>
        </p:nvSpPr>
        <p:spPr>
          <a:xfrm>
            <a:off x="9486900" y="730847"/>
            <a:ext cx="1955800" cy="4699000"/>
          </a:xfrm>
          <a:prstGeom prst="roundRect">
            <a:avLst>
              <a:gd name="adj" fmla="val 3896"/>
            </a:avLst>
          </a:prstGeom>
          <a:solidFill>
            <a:srgbClr val="DEE0E3">
              <a:alpha val="100000"/>
            </a:srgbClr>
          </a:solidFill>
          <a:ln>
            <a:noFill/>
            <a:prstDash val="solid"/>
          </a:ln>
          <a:effectLst/>
        </p:spPr>
        <p:txBody>
          <a:bodyPr lIns="63500" tIns="63500" rIns="63500" bIns="63500" anchor="ctr">
            <a:noAutofit/>
          </a:bodyPr>
          <a:lstStyle>
            <a:lvl1pPr algn="ctr">
              <a:defRPr sz="1600" b="0" i="0" u="none" strike="noStrike" spc="0">
                <a:solidFill>
                  <a:srgbClr val="1F2329">
                    <a:alpha val="100000"/>
                  </a:srgbClr>
                </a:solidFill>
                <a:latin typeface="Noto Sans SC"/>
              </a:defRPr>
            </a:lvl1pPr>
          </a:lstStyle>
          <a:p>
            <a:pPr algn="ctr"/>
            <a:endParaRPr/>
          </a:p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>
            <a:spLocks noGrp="1"/>
          </p:cNvSpPr>
          <p:nvPr>
            <p:ph type="body" sz="quarter" idx="22"/>
          </p:nvPr>
        </p:nvSpPr>
        <p:spPr>
          <a:xfrm>
            <a:off x="638697" y="749300"/>
            <a:ext cx="10922000" cy="635000"/>
          </a:xfrm>
          <a:prstGeom prst="rect">
            <a:avLst/>
          </a:prstGeom>
          <a:noFill/>
          <a:ln w="25400">
            <a:noFill/>
            <a:prstDash val="solid"/>
          </a:ln>
          <a:effectLst/>
        </p:spPr>
        <p:txBody>
          <a:bodyPr lIns="0" tIns="0" rIns="0" bIns="0" anchor="ctr">
            <a:noAutofit/>
          </a:bodyPr>
          <a:lstStyle>
            <a:lvl1pPr algn="l">
              <a:lnSpc>
                <a:spcPct val="125000"/>
              </a:lnSpc>
              <a:defRPr sz="3200" b="1" i="0" u="none" strike="noStrike" spc="0">
                <a:solidFill>
                  <a:srgbClr val="1F2329">
                    <a:alpha val="100000"/>
                  </a:srgbClr>
                </a:solidFill>
                <a:latin typeface="Noto Sans SC"/>
              </a:defRPr>
            </a:lvl1pPr>
          </a:lstStyle>
          <a:p>
            <a:pPr algn="l"/>
            <a:endParaRPr/>
          </a:p>
        </p:txBody>
      </p:sp>
      <p:sp>
        <p:nvSpPr>
          <p:cNvPr id="3" name="AutoShape 3"/>
          <p:cNvSpPr>
            <a:spLocks noGrp="1"/>
          </p:cNvSpPr>
          <p:nvPr>
            <p:ph type="pic" sz="quarter" idx="23"/>
          </p:nvPr>
        </p:nvSpPr>
        <p:spPr>
          <a:xfrm>
            <a:off x="762000" y="2140287"/>
            <a:ext cx="1524000" cy="1524000"/>
          </a:xfrm>
          <a:prstGeom prst="roundRect">
            <a:avLst>
              <a:gd name="adj" fmla="val 5000"/>
            </a:avLst>
          </a:prstGeom>
          <a:solidFill>
            <a:srgbClr val="DEE0E3">
              <a:alpha val="100000"/>
            </a:srgbClr>
          </a:solidFill>
          <a:ln>
            <a:noFill/>
            <a:prstDash val="solid"/>
          </a:ln>
          <a:effectLst/>
        </p:spPr>
        <p:txBody>
          <a:bodyPr lIns="63500" tIns="63500" rIns="63500" bIns="63500" anchor="ctr">
            <a:noAutofit/>
          </a:bodyPr>
          <a:lstStyle>
            <a:lvl1pPr algn="ctr">
              <a:defRPr sz="1600" b="0" i="0" u="none" strike="noStrike" spc="0">
                <a:solidFill>
                  <a:srgbClr val="1F2329">
                    <a:alpha val="100000"/>
                  </a:srgbClr>
                </a:solidFill>
                <a:latin typeface="Noto Sans SC"/>
              </a:defRPr>
            </a:lvl1pPr>
          </a:lstStyle>
          <a:p>
            <a:pPr algn="ctr"/>
            <a:endParaRPr/>
          </a:p>
        </p:txBody>
      </p:sp>
      <p:sp>
        <p:nvSpPr>
          <p:cNvPr id="4" name="AutoShape 4"/>
          <p:cNvSpPr>
            <a:spLocks noGrp="1"/>
          </p:cNvSpPr>
          <p:nvPr>
            <p:ph type="pic" sz="quarter" idx="24"/>
          </p:nvPr>
        </p:nvSpPr>
        <p:spPr>
          <a:xfrm>
            <a:off x="6248400" y="2140287"/>
            <a:ext cx="1524000" cy="1524000"/>
          </a:xfrm>
          <a:prstGeom prst="roundRect">
            <a:avLst>
              <a:gd name="adj" fmla="val 5000"/>
            </a:avLst>
          </a:prstGeom>
          <a:solidFill>
            <a:srgbClr val="DEE0E3">
              <a:alpha val="100000"/>
            </a:srgbClr>
          </a:solidFill>
          <a:ln>
            <a:noFill/>
            <a:prstDash val="solid"/>
          </a:ln>
          <a:effectLst/>
        </p:spPr>
        <p:txBody>
          <a:bodyPr lIns="63500" tIns="63500" rIns="63500" bIns="63500" anchor="ctr">
            <a:noAutofit/>
          </a:bodyPr>
          <a:lstStyle>
            <a:lvl1pPr algn="ctr">
              <a:defRPr sz="1600" b="0" i="0" u="none" strike="noStrike" spc="0">
                <a:solidFill>
                  <a:srgbClr val="1F2329">
                    <a:alpha val="100000"/>
                  </a:srgbClr>
                </a:solidFill>
                <a:latin typeface="Noto Sans SC"/>
              </a:defRPr>
            </a:lvl1pPr>
          </a:lstStyle>
          <a:p>
            <a:pPr algn="ctr"/>
            <a:endParaRPr/>
          </a:p>
        </p:txBody>
      </p:sp>
      <p:sp>
        <p:nvSpPr>
          <p:cNvPr id="5" name="AutoShape 5"/>
          <p:cNvSpPr>
            <a:spLocks noGrp="1"/>
          </p:cNvSpPr>
          <p:nvPr>
            <p:ph type="pic" sz="quarter" idx="25"/>
          </p:nvPr>
        </p:nvSpPr>
        <p:spPr>
          <a:xfrm>
            <a:off x="762000" y="4228533"/>
            <a:ext cx="1524000" cy="1524000"/>
          </a:xfrm>
          <a:prstGeom prst="roundRect">
            <a:avLst>
              <a:gd name="adj" fmla="val 5000"/>
            </a:avLst>
          </a:prstGeom>
          <a:solidFill>
            <a:srgbClr val="DEE0E3">
              <a:alpha val="100000"/>
            </a:srgbClr>
          </a:solidFill>
          <a:ln>
            <a:noFill/>
            <a:prstDash val="solid"/>
          </a:ln>
          <a:effectLst/>
        </p:spPr>
        <p:txBody>
          <a:bodyPr lIns="63500" tIns="63500" rIns="63500" bIns="63500" anchor="ctr">
            <a:noAutofit/>
          </a:bodyPr>
          <a:lstStyle>
            <a:lvl1pPr algn="ctr">
              <a:defRPr sz="1600" b="0" i="0" u="none" strike="noStrike" spc="0">
                <a:solidFill>
                  <a:srgbClr val="1F2329">
                    <a:alpha val="100000"/>
                  </a:srgbClr>
                </a:solidFill>
                <a:latin typeface="Noto Sans SC"/>
              </a:defRPr>
            </a:lvl1pPr>
          </a:lstStyle>
          <a:p>
            <a:pPr algn="ctr"/>
            <a:endParaRPr/>
          </a:p>
        </p:txBody>
      </p:sp>
      <p:sp>
        <p:nvSpPr>
          <p:cNvPr id="6" name="AutoShape 6"/>
          <p:cNvSpPr>
            <a:spLocks noGrp="1"/>
          </p:cNvSpPr>
          <p:nvPr>
            <p:ph type="pic" sz="quarter" idx="26"/>
          </p:nvPr>
        </p:nvSpPr>
        <p:spPr>
          <a:xfrm>
            <a:off x="6248400" y="4228533"/>
            <a:ext cx="1524000" cy="1524000"/>
          </a:xfrm>
          <a:prstGeom prst="roundRect">
            <a:avLst>
              <a:gd name="adj" fmla="val 5000"/>
            </a:avLst>
          </a:prstGeom>
          <a:solidFill>
            <a:srgbClr val="DEE0E3">
              <a:alpha val="100000"/>
            </a:srgbClr>
          </a:solidFill>
          <a:ln>
            <a:noFill/>
            <a:prstDash val="solid"/>
          </a:ln>
          <a:effectLst/>
        </p:spPr>
        <p:txBody>
          <a:bodyPr lIns="63500" tIns="63500" rIns="63500" bIns="63500" anchor="ctr">
            <a:noAutofit/>
          </a:bodyPr>
          <a:lstStyle>
            <a:lvl1pPr algn="ctr">
              <a:defRPr sz="1600" b="0" i="0" u="none" strike="noStrike" spc="0">
                <a:solidFill>
                  <a:srgbClr val="1F2329">
                    <a:alpha val="100000"/>
                  </a:srgbClr>
                </a:solidFill>
                <a:latin typeface="Noto Sans SC"/>
              </a:defRPr>
            </a:lvl1pPr>
          </a:lstStyle>
          <a:p>
            <a:pPr algn="ctr"/>
            <a:endParaRPr/>
          </a:p>
        </p:txBody>
      </p:sp>
      <p:sp>
        <p:nvSpPr>
          <p:cNvPr id="7" name="AutoShape 7"/>
          <p:cNvSpPr>
            <a:spLocks noGrp="1"/>
          </p:cNvSpPr>
          <p:nvPr>
            <p:ph type="body" sz="quarter" idx="27"/>
          </p:nvPr>
        </p:nvSpPr>
        <p:spPr>
          <a:xfrm>
            <a:off x="2331321" y="2750532"/>
            <a:ext cx="3606800" cy="279400"/>
          </a:xfrm>
          <a:prstGeom prst="rect">
            <a:avLst/>
          </a:prstGeom>
          <a:noFill/>
          <a:ln w="12700">
            <a:noFill/>
            <a:prstDash val="solid"/>
          </a:ln>
          <a:effectLst/>
        </p:spPr>
        <p:txBody>
          <a:bodyPr lIns="0" tIns="0" rIns="0" bIns="0" anchor="ctr">
            <a:noAutofit/>
          </a:bodyPr>
          <a:lstStyle>
            <a:lvl1pPr algn="l">
              <a:lnSpc>
                <a:spcPct val="125000"/>
              </a:lnSpc>
              <a:defRPr sz="1400" b="0" i="0" u="none" strike="noStrike" spc="0">
                <a:solidFill>
                  <a:srgbClr val="9B9EA2">
                    <a:alpha val="100000"/>
                  </a:srgbClr>
                </a:solidFill>
                <a:latin typeface="Noto Sans SC"/>
              </a:defRPr>
            </a:lvl1pPr>
          </a:lstStyle>
          <a:p>
            <a:pPr algn="l"/>
            <a:endParaRPr/>
          </a:p>
        </p:txBody>
      </p:sp>
      <p:sp>
        <p:nvSpPr>
          <p:cNvPr id="8" name="AutoShape 8"/>
          <p:cNvSpPr>
            <a:spLocks noGrp="1"/>
          </p:cNvSpPr>
          <p:nvPr>
            <p:ph type="body" sz="quarter" idx="28"/>
          </p:nvPr>
        </p:nvSpPr>
        <p:spPr>
          <a:xfrm>
            <a:off x="7823200" y="2781138"/>
            <a:ext cx="3606800" cy="279400"/>
          </a:xfrm>
          <a:prstGeom prst="rect">
            <a:avLst/>
          </a:prstGeom>
          <a:noFill/>
          <a:ln w="12700">
            <a:noFill/>
            <a:prstDash val="solid"/>
          </a:ln>
          <a:effectLst/>
        </p:spPr>
        <p:txBody>
          <a:bodyPr lIns="0" tIns="0" rIns="0" bIns="0" anchor="ctr">
            <a:noAutofit/>
          </a:bodyPr>
          <a:lstStyle>
            <a:lvl1pPr algn="l">
              <a:lnSpc>
                <a:spcPct val="125000"/>
              </a:lnSpc>
              <a:defRPr sz="1400" b="0" i="0" u="none" strike="noStrike" spc="0">
                <a:solidFill>
                  <a:srgbClr val="9B9EA2">
                    <a:alpha val="100000"/>
                  </a:srgbClr>
                </a:solidFill>
                <a:latin typeface="Noto Sans SC"/>
              </a:defRPr>
            </a:lvl1pPr>
          </a:lstStyle>
          <a:p>
            <a:pPr algn="l"/>
            <a:endParaRPr/>
          </a:p>
        </p:txBody>
      </p:sp>
      <p:sp>
        <p:nvSpPr>
          <p:cNvPr id="9" name="AutoShape 9"/>
          <p:cNvSpPr>
            <a:spLocks noGrp="1"/>
          </p:cNvSpPr>
          <p:nvPr>
            <p:ph type="body" sz="quarter" idx="29"/>
          </p:nvPr>
        </p:nvSpPr>
        <p:spPr>
          <a:xfrm>
            <a:off x="2331321" y="4844240"/>
            <a:ext cx="3606800" cy="279400"/>
          </a:xfrm>
          <a:prstGeom prst="rect">
            <a:avLst/>
          </a:prstGeom>
          <a:noFill/>
          <a:ln w="12700">
            <a:noFill/>
            <a:prstDash val="solid"/>
          </a:ln>
          <a:effectLst/>
        </p:spPr>
        <p:txBody>
          <a:bodyPr lIns="0" tIns="0" rIns="0" bIns="0" anchor="ctr">
            <a:noAutofit/>
          </a:bodyPr>
          <a:lstStyle>
            <a:lvl1pPr algn="l">
              <a:lnSpc>
                <a:spcPct val="125000"/>
              </a:lnSpc>
              <a:defRPr sz="1400" b="0" i="0" u="none" strike="noStrike" spc="0">
                <a:solidFill>
                  <a:srgbClr val="9B9EA2">
                    <a:alpha val="100000"/>
                  </a:srgbClr>
                </a:solidFill>
                <a:latin typeface="Noto Sans SC"/>
              </a:defRPr>
            </a:lvl1pPr>
          </a:lstStyle>
          <a:p>
            <a:pPr algn="l"/>
            <a:endParaRPr/>
          </a:p>
        </p:txBody>
      </p:sp>
      <p:sp>
        <p:nvSpPr>
          <p:cNvPr id="10" name="AutoShape 10"/>
          <p:cNvSpPr>
            <a:spLocks noGrp="1"/>
          </p:cNvSpPr>
          <p:nvPr>
            <p:ph type="body" sz="quarter" idx="30"/>
          </p:nvPr>
        </p:nvSpPr>
        <p:spPr>
          <a:xfrm>
            <a:off x="7823200" y="4844240"/>
            <a:ext cx="3606800" cy="279400"/>
          </a:xfrm>
          <a:prstGeom prst="rect">
            <a:avLst/>
          </a:prstGeom>
          <a:noFill/>
          <a:ln w="12700">
            <a:noFill/>
            <a:prstDash val="solid"/>
          </a:ln>
          <a:effectLst/>
        </p:spPr>
        <p:txBody>
          <a:bodyPr lIns="0" tIns="0" rIns="0" bIns="0" anchor="ctr">
            <a:noAutofit/>
          </a:bodyPr>
          <a:lstStyle>
            <a:lvl1pPr algn="l">
              <a:lnSpc>
                <a:spcPct val="125000"/>
              </a:lnSpc>
              <a:defRPr sz="1400" b="0" i="0" u="none" strike="noStrike" spc="0">
                <a:solidFill>
                  <a:srgbClr val="9B9EA2">
                    <a:alpha val="100000"/>
                  </a:srgbClr>
                </a:solidFill>
                <a:latin typeface="Noto Sans SC"/>
              </a:defRPr>
            </a:lvl1pPr>
          </a:lstStyle>
          <a:p>
            <a:pPr algn="l"/>
            <a:endParaRPr/>
          </a:p>
        </p:txBody>
      </p:sp>
      <p:sp>
        <p:nvSpPr>
          <p:cNvPr id="11" name="AutoShape 11"/>
          <p:cNvSpPr>
            <a:spLocks noGrp="1"/>
          </p:cNvSpPr>
          <p:nvPr>
            <p:ph type="body" sz="quarter" idx="31"/>
          </p:nvPr>
        </p:nvSpPr>
        <p:spPr>
          <a:xfrm>
            <a:off x="2331321" y="2330787"/>
            <a:ext cx="3606800" cy="317500"/>
          </a:xfrm>
          <a:prstGeom prst="rect">
            <a:avLst/>
          </a:prstGeom>
          <a:noFill/>
          <a:ln w="12700">
            <a:noFill/>
            <a:prstDash val="solid"/>
          </a:ln>
          <a:effectLst/>
        </p:spPr>
        <p:txBody>
          <a:bodyPr lIns="0" tIns="0" rIns="0" bIns="0" anchor="ctr">
            <a:noAutofit/>
          </a:bodyPr>
          <a:lstStyle>
            <a:lvl1pPr algn="l">
              <a:lnSpc>
                <a:spcPct val="125000"/>
              </a:lnSpc>
              <a:defRPr sz="1600" b="1" i="0" u="none" strike="noStrike" spc="0">
                <a:solidFill>
                  <a:srgbClr val="1F2329">
                    <a:alpha val="100000"/>
                  </a:srgbClr>
                </a:solidFill>
                <a:latin typeface="Noto Sans SC"/>
              </a:defRPr>
            </a:lvl1pPr>
          </a:lstStyle>
          <a:p>
            <a:pPr algn="l"/>
            <a:endParaRPr/>
          </a:p>
        </p:txBody>
      </p:sp>
      <p:sp>
        <p:nvSpPr>
          <p:cNvPr id="12" name="AutoShape 12"/>
          <p:cNvSpPr>
            <a:spLocks noGrp="1"/>
          </p:cNvSpPr>
          <p:nvPr>
            <p:ph type="body" sz="quarter" idx="32"/>
          </p:nvPr>
        </p:nvSpPr>
        <p:spPr>
          <a:xfrm>
            <a:off x="7823200" y="2330787"/>
            <a:ext cx="3606800" cy="317500"/>
          </a:xfrm>
          <a:prstGeom prst="rect">
            <a:avLst/>
          </a:prstGeom>
          <a:noFill/>
          <a:ln w="12700">
            <a:noFill/>
            <a:prstDash val="solid"/>
          </a:ln>
          <a:effectLst/>
        </p:spPr>
        <p:txBody>
          <a:bodyPr lIns="0" tIns="0" rIns="0" bIns="0" anchor="ctr">
            <a:noAutofit/>
          </a:bodyPr>
          <a:lstStyle>
            <a:lvl1pPr algn="l">
              <a:lnSpc>
                <a:spcPct val="125000"/>
              </a:lnSpc>
              <a:defRPr sz="1600" b="1" i="0" u="none" strike="noStrike" spc="0">
                <a:solidFill>
                  <a:srgbClr val="1F2329">
                    <a:alpha val="100000"/>
                  </a:srgbClr>
                </a:solidFill>
                <a:latin typeface="Noto Sans SC"/>
              </a:defRPr>
            </a:lvl1pPr>
          </a:lstStyle>
          <a:p>
            <a:pPr algn="l"/>
            <a:endParaRPr/>
          </a:p>
        </p:txBody>
      </p:sp>
      <p:sp>
        <p:nvSpPr>
          <p:cNvPr id="13" name="AutoShape 13"/>
          <p:cNvSpPr>
            <a:spLocks noGrp="1"/>
          </p:cNvSpPr>
          <p:nvPr>
            <p:ph type="body" sz="quarter" idx="33"/>
          </p:nvPr>
        </p:nvSpPr>
        <p:spPr>
          <a:xfrm>
            <a:off x="2331321" y="4457376"/>
            <a:ext cx="3606800" cy="317500"/>
          </a:xfrm>
          <a:prstGeom prst="rect">
            <a:avLst/>
          </a:prstGeom>
          <a:noFill/>
          <a:ln w="12700">
            <a:noFill/>
            <a:prstDash val="solid"/>
          </a:ln>
          <a:effectLst/>
        </p:spPr>
        <p:txBody>
          <a:bodyPr lIns="0" tIns="0" rIns="0" bIns="0" anchor="ctr">
            <a:noAutofit/>
          </a:bodyPr>
          <a:lstStyle>
            <a:lvl1pPr algn="l">
              <a:lnSpc>
                <a:spcPct val="125000"/>
              </a:lnSpc>
              <a:defRPr sz="1600" b="1" i="0" u="none" strike="noStrike" spc="0">
                <a:solidFill>
                  <a:srgbClr val="1F2329">
                    <a:alpha val="100000"/>
                  </a:srgbClr>
                </a:solidFill>
                <a:latin typeface="Noto Sans SC"/>
              </a:defRPr>
            </a:lvl1pPr>
          </a:lstStyle>
          <a:p>
            <a:pPr algn="l"/>
            <a:endParaRPr/>
          </a:p>
        </p:txBody>
      </p:sp>
      <p:sp>
        <p:nvSpPr>
          <p:cNvPr id="14" name="AutoShape 14"/>
          <p:cNvSpPr>
            <a:spLocks noGrp="1"/>
          </p:cNvSpPr>
          <p:nvPr>
            <p:ph type="body" sz="quarter" idx="34"/>
          </p:nvPr>
        </p:nvSpPr>
        <p:spPr>
          <a:xfrm>
            <a:off x="7823200" y="4457376"/>
            <a:ext cx="3606800" cy="317500"/>
          </a:xfrm>
          <a:prstGeom prst="rect">
            <a:avLst/>
          </a:prstGeom>
          <a:noFill/>
          <a:ln w="12700">
            <a:noFill/>
            <a:prstDash val="solid"/>
          </a:ln>
          <a:effectLst/>
        </p:spPr>
        <p:txBody>
          <a:bodyPr lIns="0" tIns="0" rIns="0" bIns="0" anchor="ctr">
            <a:noAutofit/>
          </a:bodyPr>
          <a:lstStyle>
            <a:lvl1pPr algn="l">
              <a:lnSpc>
                <a:spcPct val="125000"/>
              </a:lnSpc>
              <a:defRPr sz="1600" b="1" i="0" u="none" strike="noStrike" spc="0">
                <a:solidFill>
                  <a:srgbClr val="1F2329">
                    <a:alpha val="100000"/>
                  </a:srgbClr>
                </a:solidFill>
                <a:latin typeface="Noto Sans SC"/>
              </a:defRPr>
            </a:lvl1pPr>
          </a:lstStyle>
          <a:p>
            <a:pPr algn="l"/>
            <a:endParaRPr/>
          </a:p>
        </p:txBody>
      </p: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>
            <a:spLocks noGrp="1"/>
          </p:cNvSpPr>
          <p:nvPr>
            <p:ph type="body" sz="quarter" idx="35"/>
          </p:nvPr>
        </p:nvSpPr>
        <p:spPr>
          <a:xfrm>
            <a:off x="1161058" y="748860"/>
            <a:ext cx="9867900" cy="635000"/>
          </a:xfrm>
          <a:prstGeom prst="rect">
            <a:avLst/>
          </a:prstGeom>
          <a:noFill/>
          <a:ln w="25400">
            <a:noFill/>
            <a:prstDash val="solid"/>
          </a:ln>
          <a:effectLst/>
        </p:spPr>
        <p:txBody>
          <a:bodyPr lIns="0" tIns="0" rIns="0" bIns="0" anchor="ctr">
            <a:noAutofit/>
          </a:bodyPr>
          <a:lstStyle>
            <a:lvl1pPr algn="ctr">
              <a:lnSpc>
                <a:spcPct val="125000"/>
              </a:lnSpc>
              <a:defRPr sz="3200" b="1" i="0" u="none" strike="noStrike" spc="0">
                <a:solidFill>
                  <a:srgbClr val="1F2329">
                    <a:alpha val="100000"/>
                  </a:srgbClr>
                </a:solidFill>
                <a:latin typeface="Noto Sans SC"/>
              </a:defRPr>
            </a:lvl1pPr>
          </a:lstStyle>
          <a:p>
            <a:pPr algn="ctr"/>
            <a:endParaRPr/>
          </a:p>
        </p:txBody>
      </p:sp>
      <p:sp>
        <p:nvSpPr>
          <p:cNvPr id="3" name="AutoShape 3"/>
          <p:cNvSpPr>
            <a:spLocks noGrp="1"/>
          </p:cNvSpPr>
          <p:nvPr>
            <p:ph type="pic" sz="quarter" idx="36"/>
          </p:nvPr>
        </p:nvSpPr>
        <p:spPr>
          <a:xfrm>
            <a:off x="1447800" y="1988850"/>
            <a:ext cx="1270000" cy="1270000"/>
          </a:xfrm>
          <a:prstGeom prst="roundRect">
            <a:avLst>
              <a:gd name="adj" fmla="val 50000"/>
            </a:avLst>
          </a:prstGeom>
          <a:solidFill>
            <a:srgbClr val="DEE0E3">
              <a:alpha val="100000"/>
            </a:srgbClr>
          </a:solidFill>
          <a:ln>
            <a:noFill/>
            <a:prstDash val="solid"/>
          </a:ln>
          <a:effectLst/>
        </p:spPr>
        <p:txBody>
          <a:bodyPr lIns="63500" tIns="63500" rIns="63500" bIns="63500" anchor="ctr">
            <a:noAutofit/>
          </a:bodyPr>
          <a:lstStyle>
            <a:lvl1pPr algn="ctr">
              <a:defRPr sz="1600" b="0" i="0" u="none" strike="noStrike" spc="0">
                <a:solidFill>
                  <a:srgbClr val="1F2329">
                    <a:alpha val="100000"/>
                  </a:srgbClr>
                </a:solidFill>
                <a:latin typeface="Noto Sans SC"/>
              </a:defRPr>
            </a:lvl1pPr>
          </a:lstStyle>
          <a:p>
            <a:pPr algn="ctr"/>
            <a:endParaRPr/>
          </a:p>
        </p:txBody>
      </p:sp>
      <p:sp>
        <p:nvSpPr>
          <p:cNvPr id="4" name="AutoShape 4"/>
          <p:cNvSpPr>
            <a:spLocks noGrp="1"/>
          </p:cNvSpPr>
          <p:nvPr>
            <p:ph type="pic" sz="quarter" idx="37"/>
          </p:nvPr>
        </p:nvSpPr>
        <p:spPr>
          <a:xfrm>
            <a:off x="5461000" y="1988850"/>
            <a:ext cx="1270000" cy="1270000"/>
          </a:xfrm>
          <a:prstGeom prst="roundRect">
            <a:avLst>
              <a:gd name="adj" fmla="val 50000"/>
            </a:avLst>
          </a:prstGeom>
          <a:solidFill>
            <a:srgbClr val="DEE0E3">
              <a:alpha val="100000"/>
            </a:srgbClr>
          </a:solidFill>
          <a:ln>
            <a:noFill/>
            <a:prstDash val="solid"/>
          </a:ln>
          <a:effectLst/>
        </p:spPr>
        <p:txBody>
          <a:bodyPr lIns="63500" tIns="63500" rIns="63500" bIns="63500" anchor="ctr">
            <a:noAutofit/>
          </a:bodyPr>
          <a:lstStyle>
            <a:lvl1pPr algn="ctr">
              <a:defRPr sz="1600" b="0" i="0" u="none" strike="noStrike" spc="0">
                <a:solidFill>
                  <a:srgbClr val="1F2329">
                    <a:alpha val="100000"/>
                  </a:srgbClr>
                </a:solidFill>
                <a:latin typeface="Noto Sans SC"/>
              </a:defRPr>
            </a:lvl1pPr>
          </a:lstStyle>
          <a:p>
            <a:pPr algn="ctr"/>
            <a:endParaRPr/>
          </a:p>
        </p:txBody>
      </p:sp>
      <p:sp>
        <p:nvSpPr>
          <p:cNvPr id="5" name="AutoShape 5"/>
          <p:cNvSpPr>
            <a:spLocks noGrp="1"/>
          </p:cNvSpPr>
          <p:nvPr>
            <p:ph type="pic" sz="quarter" idx="38"/>
          </p:nvPr>
        </p:nvSpPr>
        <p:spPr>
          <a:xfrm>
            <a:off x="9474200" y="1988850"/>
            <a:ext cx="1270000" cy="1270000"/>
          </a:xfrm>
          <a:prstGeom prst="roundRect">
            <a:avLst>
              <a:gd name="adj" fmla="val 50000"/>
            </a:avLst>
          </a:prstGeom>
          <a:solidFill>
            <a:srgbClr val="DEE0E3">
              <a:alpha val="100000"/>
            </a:srgbClr>
          </a:solidFill>
          <a:ln>
            <a:noFill/>
            <a:prstDash val="solid"/>
          </a:ln>
          <a:effectLst/>
        </p:spPr>
        <p:txBody>
          <a:bodyPr lIns="63500" tIns="63500" rIns="63500" bIns="63500" anchor="ctr">
            <a:noAutofit/>
          </a:bodyPr>
          <a:lstStyle>
            <a:lvl1pPr algn="ctr">
              <a:defRPr sz="1600" b="0" i="0" u="none" strike="noStrike" spc="0">
                <a:solidFill>
                  <a:srgbClr val="1F2329">
                    <a:alpha val="100000"/>
                  </a:srgbClr>
                </a:solidFill>
                <a:latin typeface="Noto Sans SC"/>
              </a:defRPr>
            </a:lvl1pPr>
          </a:lstStyle>
          <a:p>
            <a:pPr algn="ctr"/>
            <a:endParaRPr/>
          </a:p>
        </p:txBody>
      </p:sp>
      <p:sp>
        <p:nvSpPr>
          <p:cNvPr id="6" name="AutoShape 6"/>
          <p:cNvSpPr>
            <a:spLocks noGrp="1"/>
          </p:cNvSpPr>
          <p:nvPr>
            <p:ph type="pic" sz="quarter" idx="39"/>
          </p:nvPr>
        </p:nvSpPr>
        <p:spPr>
          <a:xfrm>
            <a:off x="1447800" y="4227271"/>
            <a:ext cx="1270000" cy="1270000"/>
          </a:xfrm>
          <a:prstGeom prst="roundRect">
            <a:avLst>
              <a:gd name="adj" fmla="val 50000"/>
            </a:avLst>
          </a:prstGeom>
          <a:solidFill>
            <a:srgbClr val="DEE0E3">
              <a:alpha val="100000"/>
            </a:srgbClr>
          </a:solidFill>
          <a:ln>
            <a:noFill/>
            <a:prstDash val="solid"/>
          </a:ln>
          <a:effectLst/>
        </p:spPr>
        <p:txBody>
          <a:bodyPr lIns="63500" tIns="63500" rIns="63500" bIns="63500" anchor="ctr">
            <a:noAutofit/>
          </a:bodyPr>
          <a:lstStyle>
            <a:lvl1pPr algn="ctr">
              <a:defRPr sz="1600" b="0" i="0" u="none" strike="noStrike" spc="0">
                <a:solidFill>
                  <a:srgbClr val="1F2329">
                    <a:alpha val="100000"/>
                  </a:srgbClr>
                </a:solidFill>
                <a:latin typeface="Noto Sans SC"/>
              </a:defRPr>
            </a:lvl1pPr>
          </a:lstStyle>
          <a:p>
            <a:pPr algn="ctr"/>
            <a:endParaRPr/>
          </a:p>
        </p:txBody>
      </p:sp>
      <p:sp>
        <p:nvSpPr>
          <p:cNvPr id="7" name="AutoShape 7"/>
          <p:cNvSpPr>
            <a:spLocks noGrp="1"/>
          </p:cNvSpPr>
          <p:nvPr>
            <p:ph type="pic" sz="quarter" idx="40"/>
          </p:nvPr>
        </p:nvSpPr>
        <p:spPr>
          <a:xfrm>
            <a:off x="9474200" y="4227271"/>
            <a:ext cx="1270000" cy="1270000"/>
          </a:xfrm>
          <a:prstGeom prst="roundRect">
            <a:avLst>
              <a:gd name="adj" fmla="val 50000"/>
            </a:avLst>
          </a:prstGeom>
          <a:solidFill>
            <a:srgbClr val="DEE0E3">
              <a:alpha val="100000"/>
            </a:srgbClr>
          </a:solidFill>
          <a:ln>
            <a:noFill/>
            <a:prstDash val="solid"/>
          </a:ln>
          <a:effectLst/>
        </p:spPr>
        <p:txBody>
          <a:bodyPr lIns="63500" tIns="63500" rIns="63500" bIns="63500" anchor="ctr">
            <a:noAutofit/>
          </a:bodyPr>
          <a:lstStyle>
            <a:lvl1pPr algn="ctr">
              <a:defRPr sz="1600" b="0" i="0" u="none" strike="noStrike" spc="0">
                <a:solidFill>
                  <a:srgbClr val="1F2329">
                    <a:alpha val="100000"/>
                  </a:srgbClr>
                </a:solidFill>
                <a:latin typeface="Noto Sans SC"/>
              </a:defRPr>
            </a:lvl1pPr>
          </a:lstStyle>
          <a:p>
            <a:pPr algn="ctr"/>
            <a:endParaRPr/>
          </a:p>
        </p:txBody>
      </p:sp>
      <p:sp>
        <p:nvSpPr>
          <p:cNvPr id="8" name="AutoShape 8"/>
          <p:cNvSpPr>
            <a:spLocks noGrp="1"/>
          </p:cNvSpPr>
          <p:nvPr>
            <p:ph type="pic" sz="quarter" idx="41"/>
          </p:nvPr>
        </p:nvSpPr>
        <p:spPr>
          <a:xfrm>
            <a:off x="5461000" y="4227271"/>
            <a:ext cx="1270000" cy="1270000"/>
          </a:xfrm>
          <a:prstGeom prst="roundRect">
            <a:avLst>
              <a:gd name="adj" fmla="val 50000"/>
            </a:avLst>
          </a:prstGeom>
          <a:solidFill>
            <a:srgbClr val="DEE0E3">
              <a:alpha val="100000"/>
            </a:srgbClr>
          </a:solidFill>
          <a:ln>
            <a:noFill/>
            <a:prstDash val="solid"/>
          </a:ln>
          <a:effectLst/>
        </p:spPr>
        <p:txBody>
          <a:bodyPr lIns="63500" tIns="63500" rIns="63500" bIns="63500" anchor="ctr">
            <a:noAutofit/>
          </a:bodyPr>
          <a:lstStyle>
            <a:lvl1pPr algn="ctr">
              <a:defRPr sz="1600" b="0" i="0" u="none" strike="noStrike" spc="0">
                <a:solidFill>
                  <a:srgbClr val="1F2329">
                    <a:alpha val="100000"/>
                  </a:srgbClr>
                </a:solidFill>
                <a:latin typeface="Noto Sans SC"/>
              </a:defRPr>
            </a:lvl1pPr>
          </a:lstStyle>
          <a:p>
            <a:pPr algn="ctr"/>
            <a:endParaRPr/>
          </a:p>
        </p:txBody>
      </p:sp>
      <p:sp>
        <p:nvSpPr>
          <p:cNvPr id="9" name="AutoShape 9"/>
          <p:cNvSpPr>
            <a:spLocks noGrp="1"/>
          </p:cNvSpPr>
          <p:nvPr>
            <p:ph type="body" sz="quarter" idx="42"/>
          </p:nvPr>
        </p:nvSpPr>
        <p:spPr>
          <a:xfrm>
            <a:off x="762000" y="3246150"/>
            <a:ext cx="2641600" cy="279400"/>
          </a:xfrm>
          <a:prstGeom prst="rect">
            <a:avLst/>
          </a:prstGeom>
          <a:noFill/>
          <a:ln w="25400">
            <a:noFill/>
            <a:prstDash val="solid"/>
          </a:ln>
          <a:effectLst/>
        </p:spPr>
        <p:txBody>
          <a:bodyPr lIns="0" tIns="0" rIns="0" bIns="0" anchor="ctr">
            <a:noAutofit/>
          </a:bodyPr>
          <a:lstStyle>
            <a:lvl1pPr algn="ctr">
              <a:lnSpc>
                <a:spcPct val="125000"/>
              </a:lnSpc>
              <a:defRPr sz="1400" b="0" i="0" u="none" strike="noStrike" spc="0">
                <a:solidFill>
                  <a:srgbClr val="9B9EA2">
                    <a:alpha val="100000"/>
                  </a:srgbClr>
                </a:solidFill>
                <a:latin typeface="Noto Sans SC"/>
              </a:defRPr>
            </a:lvl1pPr>
          </a:lstStyle>
          <a:p>
            <a:pPr algn="ctr"/>
            <a:endParaRPr/>
          </a:p>
        </p:txBody>
      </p:sp>
      <p:sp>
        <p:nvSpPr>
          <p:cNvPr id="10" name="AutoShape 10"/>
          <p:cNvSpPr>
            <a:spLocks noGrp="1"/>
          </p:cNvSpPr>
          <p:nvPr>
            <p:ph type="body" sz="quarter" idx="43"/>
          </p:nvPr>
        </p:nvSpPr>
        <p:spPr>
          <a:xfrm>
            <a:off x="4775200" y="3246150"/>
            <a:ext cx="2641600" cy="279400"/>
          </a:xfrm>
          <a:prstGeom prst="rect">
            <a:avLst/>
          </a:prstGeom>
          <a:noFill/>
          <a:ln w="25400">
            <a:noFill/>
            <a:prstDash val="solid"/>
          </a:ln>
          <a:effectLst/>
        </p:spPr>
        <p:txBody>
          <a:bodyPr lIns="0" tIns="0" rIns="0" bIns="0" anchor="ctr">
            <a:noAutofit/>
          </a:bodyPr>
          <a:lstStyle>
            <a:lvl1pPr algn="ctr">
              <a:lnSpc>
                <a:spcPct val="125000"/>
              </a:lnSpc>
              <a:defRPr sz="1400" b="0" i="0" u="none" strike="noStrike" spc="0">
                <a:solidFill>
                  <a:srgbClr val="9B9EA2">
                    <a:alpha val="100000"/>
                  </a:srgbClr>
                </a:solidFill>
                <a:latin typeface="Noto Sans SC"/>
              </a:defRPr>
            </a:lvl1pPr>
          </a:lstStyle>
          <a:p>
            <a:pPr algn="ctr"/>
            <a:endParaRPr/>
          </a:p>
        </p:txBody>
      </p:sp>
      <p:sp>
        <p:nvSpPr>
          <p:cNvPr id="11" name="AutoShape 11"/>
          <p:cNvSpPr>
            <a:spLocks noGrp="1"/>
          </p:cNvSpPr>
          <p:nvPr>
            <p:ph type="body" sz="quarter" idx="44"/>
          </p:nvPr>
        </p:nvSpPr>
        <p:spPr>
          <a:xfrm>
            <a:off x="8788400" y="3246150"/>
            <a:ext cx="2641600" cy="279400"/>
          </a:xfrm>
          <a:prstGeom prst="rect">
            <a:avLst/>
          </a:prstGeom>
          <a:noFill/>
          <a:ln w="25400">
            <a:noFill/>
            <a:prstDash val="solid"/>
          </a:ln>
          <a:effectLst/>
        </p:spPr>
        <p:txBody>
          <a:bodyPr lIns="0" tIns="0" rIns="0" bIns="0" anchor="ctr">
            <a:noAutofit/>
          </a:bodyPr>
          <a:lstStyle>
            <a:lvl1pPr algn="ctr">
              <a:lnSpc>
                <a:spcPct val="125000"/>
              </a:lnSpc>
              <a:defRPr sz="1400" b="0" i="0" u="none" strike="noStrike" spc="0">
                <a:solidFill>
                  <a:srgbClr val="9B9EA2">
                    <a:alpha val="100000"/>
                  </a:srgbClr>
                </a:solidFill>
                <a:latin typeface="Noto Sans SC"/>
              </a:defRPr>
            </a:lvl1pPr>
          </a:lstStyle>
          <a:p>
            <a:pPr algn="ctr"/>
            <a:endParaRPr/>
          </a:p>
        </p:txBody>
      </p:sp>
      <p:sp>
        <p:nvSpPr>
          <p:cNvPr id="12" name="AutoShape 12"/>
          <p:cNvSpPr>
            <a:spLocks noGrp="1"/>
          </p:cNvSpPr>
          <p:nvPr>
            <p:ph type="body" sz="quarter" idx="45"/>
          </p:nvPr>
        </p:nvSpPr>
        <p:spPr>
          <a:xfrm>
            <a:off x="762000" y="5484571"/>
            <a:ext cx="2641600" cy="279400"/>
          </a:xfrm>
          <a:prstGeom prst="rect">
            <a:avLst/>
          </a:prstGeom>
          <a:noFill/>
          <a:ln w="25400">
            <a:noFill/>
            <a:prstDash val="solid"/>
          </a:ln>
          <a:effectLst/>
        </p:spPr>
        <p:txBody>
          <a:bodyPr lIns="0" tIns="0" rIns="0" bIns="0" anchor="ctr">
            <a:noAutofit/>
          </a:bodyPr>
          <a:lstStyle>
            <a:lvl1pPr algn="ctr">
              <a:lnSpc>
                <a:spcPct val="125000"/>
              </a:lnSpc>
              <a:defRPr sz="1400" b="0" i="0" u="none" strike="noStrike" spc="0">
                <a:solidFill>
                  <a:srgbClr val="9B9EA2">
                    <a:alpha val="100000"/>
                  </a:srgbClr>
                </a:solidFill>
                <a:latin typeface="Noto Sans SC"/>
              </a:defRPr>
            </a:lvl1pPr>
          </a:lstStyle>
          <a:p>
            <a:pPr algn="ctr"/>
            <a:endParaRPr/>
          </a:p>
        </p:txBody>
      </p:sp>
      <p:sp>
        <p:nvSpPr>
          <p:cNvPr id="13" name="AutoShape 13"/>
          <p:cNvSpPr>
            <a:spLocks noGrp="1"/>
          </p:cNvSpPr>
          <p:nvPr>
            <p:ph type="body" sz="quarter" idx="46"/>
          </p:nvPr>
        </p:nvSpPr>
        <p:spPr>
          <a:xfrm>
            <a:off x="4775200" y="5484571"/>
            <a:ext cx="2641600" cy="279400"/>
          </a:xfrm>
          <a:prstGeom prst="rect">
            <a:avLst/>
          </a:prstGeom>
          <a:noFill/>
          <a:ln w="25400">
            <a:noFill/>
            <a:prstDash val="solid"/>
          </a:ln>
          <a:effectLst/>
        </p:spPr>
        <p:txBody>
          <a:bodyPr lIns="0" tIns="0" rIns="0" bIns="0" anchor="ctr">
            <a:noAutofit/>
          </a:bodyPr>
          <a:lstStyle>
            <a:lvl1pPr algn="ctr">
              <a:lnSpc>
                <a:spcPct val="125000"/>
              </a:lnSpc>
              <a:defRPr sz="1400" b="0" i="0" u="none" strike="noStrike" spc="0">
                <a:solidFill>
                  <a:srgbClr val="9B9EA2">
                    <a:alpha val="100000"/>
                  </a:srgbClr>
                </a:solidFill>
                <a:latin typeface="Noto Sans SC"/>
              </a:defRPr>
            </a:lvl1pPr>
          </a:lstStyle>
          <a:p>
            <a:pPr algn="ctr"/>
            <a:endParaRPr/>
          </a:p>
        </p:txBody>
      </p:sp>
      <p:sp>
        <p:nvSpPr>
          <p:cNvPr id="14" name="AutoShape 14"/>
          <p:cNvSpPr>
            <a:spLocks noGrp="1"/>
          </p:cNvSpPr>
          <p:nvPr>
            <p:ph type="body" sz="quarter" idx="47"/>
          </p:nvPr>
        </p:nvSpPr>
        <p:spPr>
          <a:xfrm>
            <a:off x="8788400" y="5497271"/>
            <a:ext cx="2641600" cy="279400"/>
          </a:xfrm>
          <a:prstGeom prst="rect">
            <a:avLst/>
          </a:prstGeom>
          <a:noFill/>
          <a:ln w="25400">
            <a:noFill/>
            <a:prstDash val="solid"/>
          </a:ln>
          <a:effectLst/>
        </p:spPr>
        <p:txBody>
          <a:bodyPr lIns="0" tIns="0" rIns="0" bIns="0" anchor="ctr">
            <a:noAutofit/>
          </a:bodyPr>
          <a:lstStyle>
            <a:lvl1pPr algn="ctr">
              <a:lnSpc>
                <a:spcPct val="125000"/>
              </a:lnSpc>
              <a:defRPr sz="1400" b="0" i="0" u="none" strike="noStrike" spc="0">
                <a:solidFill>
                  <a:srgbClr val="9B9EA2">
                    <a:alpha val="100000"/>
                  </a:srgbClr>
                </a:solidFill>
                <a:latin typeface="Noto Sans SC"/>
              </a:defRPr>
            </a:lvl1pPr>
          </a:lstStyle>
          <a:p>
            <a:pPr algn="ctr"/>
            <a:endParaRPr/>
          </a:p>
        </p:txBody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>
            <a:spLocks noGrp="1"/>
          </p:cNvSpPr>
          <p:nvPr>
            <p:ph type="body" sz="quarter" idx="48"/>
          </p:nvPr>
        </p:nvSpPr>
        <p:spPr>
          <a:xfrm>
            <a:off x="1168400" y="2745740"/>
            <a:ext cx="9880600" cy="1003300"/>
          </a:xfrm>
          <a:prstGeom prst="rect">
            <a:avLst/>
          </a:prstGeom>
          <a:noFill/>
          <a:ln w="25400">
            <a:noFill/>
            <a:prstDash val="solid"/>
          </a:ln>
          <a:effectLst/>
        </p:spPr>
        <p:txBody>
          <a:bodyPr lIns="0" tIns="0" rIns="0" bIns="0" anchor="ctr">
            <a:noAutofit/>
          </a:bodyPr>
          <a:lstStyle>
            <a:lvl1pPr algn="ctr">
              <a:lnSpc>
                <a:spcPct val="116666"/>
              </a:lnSpc>
              <a:defRPr sz="5400" b="1" i="0" u="none" strike="noStrike" spc="0">
                <a:solidFill>
                  <a:srgbClr val="000000">
                    <a:alpha val="100000"/>
                  </a:srgbClr>
                </a:solidFill>
                <a:latin typeface="Noto Sans SC"/>
              </a:defRPr>
            </a:lvl1pPr>
          </a:lstStyle>
          <a:p>
            <a:pPr algn="ctr"/>
            <a:endParaRPr/>
          </a:p>
        </p:txBody>
      </p:sp>
      <p:sp>
        <p:nvSpPr>
          <p:cNvPr id="3" name="AutoShape 3"/>
          <p:cNvSpPr>
            <a:spLocks noGrp="1"/>
          </p:cNvSpPr>
          <p:nvPr>
            <p:ph type="body" sz="quarter" idx="49"/>
          </p:nvPr>
        </p:nvSpPr>
        <p:spPr>
          <a:xfrm>
            <a:off x="1168400" y="2080158"/>
            <a:ext cx="9880600" cy="317500"/>
          </a:xfrm>
          <a:prstGeom prst="rect">
            <a:avLst/>
          </a:prstGeom>
          <a:noFill/>
          <a:ln w="25400">
            <a:noFill/>
            <a:prstDash val="solid"/>
          </a:ln>
          <a:effectLst/>
        </p:spPr>
        <p:txBody>
          <a:bodyPr lIns="0" tIns="0" rIns="0" bIns="0" anchor="ctr">
            <a:noAutofit/>
          </a:bodyPr>
          <a:lstStyle>
            <a:lvl1pPr algn="ctr">
              <a:lnSpc>
                <a:spcPct val="125000"/>
              </a:lnSpc>
              <a:defRPr sz="1600" b="0" i="0" u="none" strike="noStrike" spc="0">
                <a:solidFill>
                  <a:srgbClr val="1F2329">
                    <a:alpha val="100000"/>
                  </a:srgbClr>
                </a:solidFill>
                <a:latin typeface="Noto Sans SC"/>
              </a:defRPr>
            </a:lvl1pPr>
          </a:lstStyle>
          <a:p>
            <a:pPr algn="ctr"/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19.xml"/><Relationship Id="rId3" Type="http://schemas.openxmlformats.org/officeDocument/2006/relationships/slideLayout" Target="../slideLayouts/slideLayout14.xml"/><Relationship Id="rId7" Type="http://schemas.openxmlformats.org/officeDocument/2006/relationships/slideLayout" Target="../slideLayouts/slideLayout18.xml"/><Relationship Id="rId2" Type="http://schemas.openxmlformats.org/officeDocument/2006/relationships/slideLayout" Target="../slideLayouts/slideLayout13.xml"/><Relationship Id="rId1" Type="http://schemas.openxmlformats.org/officeDocument/2006/relationships/slideLayout" Target="../slideLayouts/slideLayout12.xml"/><Relationship Id="rId6" Type="http://schemas.openxmlformats.org/officeDocument/2006/relationships/slideLayout" Target="../slideLayouts/slideLayout17.xml"/><Relationship Id="rId11" Type="http://schemas.openxmlformats.org/officeDocument/2006/relationships/theme" Target="../theme/theme2.xml"/><Relationship Id="rId5" Type="http://schemas.openxmlformats.org/officeDocument/2006/relationships/slideLayout" Target="../slideLayouts/slideLayout16.xml"/><Relationship Id="rId10" Type="http://schemas.openxmlformats.org/officeDocument/2006/relationships/slideLayout" Target="../slideLayouts/slideLayout21.xml"/><Relationship Id="rId4" Type="http://schemas.openxmlformats.org/officeDocument/2006/relationships/slideLayout" Target="../slideLayouts/slideLayout15.xml"/><Relationship Id="rId9" Type="http://schemas.openxmlformats.org/officeDocument/2006/relationships/slideLayout" Target="../slideLayouts/slideLayout20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hape 1"/>
          <p:cNvSpPr txBox="1">
            <a:spLocks noGrp="1"/>
          </p:cNvSpPr>
          <p:nvPr>
            <p:ph type="title"/>
          </p:nvPr>
        </p:nvSpPr>
        <p:spPr>
          <a:xfrm>
            <a:off x="628650" y="273844"/>
            <a:ext cx="7886700" cy="9941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rm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Arial"/>
              <a:buNone/>
              <a:defRPr sz="33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9pPr>
          </a:lstStyle>
          <a:p>
            <a:endParaRPr/>
          </a:p>
        </p:txBody>
      </p:sp>
      <p:sp>
        <p:nvSpPr>
          <p:cNvPr id="7" name="Shape 2"/>
          <p:cNvSpPr txBox="1">
            <a:spLocks noGrp="1"/>
          </p:cNvSpPr>
          <p:nvPr>
            <p:ph type="body" idx="1"/>
          </p:nvPr>
        </p:nvSpPr>
        <p:spPr>
          <a:xfrm>
            <a:off x="628650" y="1369219"/>
            <a:ext cx="7886700" cy="326350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marR="0" lvl="0" indent="-361950" algn="l" rtl="0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ial"/>
              <a:buChar char="•"/>
              <a:defRPr sz="21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3429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32385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sz="15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8" name="Shape 3"/>
          <p:cNvSpPr txBox="1">
            <a:spLocks noGrp="1"/>
          </p:cNvSpPr>
          <p:nvPr>
            <p:ph type="dt" idx="10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9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9" name="Shape 4"/>
          <p:cNvSpPr txBox="1">
            <a:spLocks noGrp="1"/>
          </p:cNvSpPr>
          <p:nvPr>
            <p:ph type="ftr" idx="11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100"/>
              <a:buNone/>
              <a:defRPr sz="9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10" name="Shape 5"/>
          <p:cNvSpPr txBox="1">
            <a:spLocks noGrp="1"/>
          </p:cNvSpPr>
          <p:nvPr>
            <p:ph type="sldNum" idx="12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9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 rtl="0">
              <a:spcBef>
                <a:spcPts val="0"/>
              </a:spcBef>
              <a:buNone/>
              <a:defRPr sz="9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 rtl="0">
              <a:spcBef>
                <a:spcPts val="0"/>
              </a:spcBef>
              <a:buNone/>
              <a:defRPr sz="9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 rtl="0">
              <a:spcBef>
                <a:spcPts val="0"/>
              </a:spcBef>
              <a:buNone/>
              <a:defRPr sz="9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 rtl="0">
              <a:spcBef>
                <a:spcPts val="0"/>
              </a:spcBef>
              <a:buNone/>
              <a:defRPr sz="9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 rtl="0">
              <a:spcBef>
                <a:spcPts val="0"/>
              </a:spcBef>
              <a:buNone/>
              <a:defRPr sz="9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 rtl="0">
              <a:spcBef>
                <a:spcPts val="0"/>
              </a:spcBef>
              <a:buNone/>
              <a:defRPr sz="9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 rtl="0">
              <a:spcBef>
                <a:spcPts val="0"/>
              </a:spcBef>
              <a:buNone/>
              <a:defRPr sz="9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 rtl="0">
              <a:spcBef>
                <a:spcPts val="0"/>
              </a:spcBef>
              <a:buNone/>
              <a:defRPr sz="9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CN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默认主题">
    <p:bg>
      <p:bgPr>
        <a:solidFill>
          <a:srgbClr val="FFFFFF">
            <a:alpha val="100000"/>
          </a:srgbClr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dk2" tx2="lt2" accent1="accent1" accent2="accent2" accent3="accent3" accent4="accent4" accent5="accent5" accent6="accent6" hlink="hlink" folHlink="folHlink"/>
  <p:sldLayoutIdLst>
    <p:sldLayoutId id="2147483699" r:id="rId1"/>
    <p:sldLayoutId id="2147483700" r:id="rId2"/>
    <p:sldLayoutId id="2147483701" r:id="rId3"/>
    <p:sldLayoutId id="2147483702" r:id="rId4"/>
    <p:sldLayoutId id="2147483703" r:id="rId5"/>
    <p:sldLayoutId id="2147483704" r:id="rId6"/>
    <p:sldLayoutId id="2147483705" r:id="rId7"/>
    <p:sldLayoutId id="2147483706" r:id="rId8"/>
    <p:sldLayoutId id="2147483707" r:id="rId9"/>
    <p:sldLayoutId id="2147483708" r:id="rId10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2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luogu.com.cn/problem/P10387" TargetMode="External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4.xml"/><Relationship Id="rId5" Type="http://schemas.openxmlformats.org/officeDocument/2006/relationships/hyperlink" Target="https://www.lanqiao.cn/problems/218/learning/?isWithAnswer=true&amp;page=1&amp;first_category_id=1&amp;second_category_id=3&amp;tags=%E8%B4%AA%E5%BF%83,%E6%8E%92%E5%BA%8F&amp;tag_relation=intersection" TargetMode="External"/><Relationship Id="rId4" Type="http://schemas.openxmlformats.org/officeDocument/2006/relationships/hyperlink" Target="https://leetcode.cn/problems/queue-reconstruction-by-height/" TargetMode="Externa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2.xml"/><Relationship Id="rId5" Type="http://schemas.openxmlformats.org/officeDocument/2006/relationships/hyperlink" Target="https://www.luogu.com.cn/problem/P10387" TargetMode="External"/><Relationship Id="rId4" Type="http://schemas.openxmlformats.org/officeDocument/2006/relationships/image" Target="../media/image3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11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13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hyperlink" Target="https://leetcode.cn/problems/queue-reconstruction-by-height/" TargetMode="External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2.xml"/><Relationship Id="rId5" Type="http://schemas.openxmlformats.org/officeDocument/2006/relationships/image" Target="../media/image16.png"/><Relationship Id="rId4" Type="http://schemas.openxmlformats.org/officeDocument/2006/relationships/image" Target="../media/image15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hyperlink" Target="https://leetcode.cn/problems/queue-reconstruction-by-height/" TargetMode="External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17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hyperlink" Target="https://leetcode.cn/problems/queue-reconstruction-by-height/" TargetMode="External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18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hyperlink" Target="https://leetcode.cn/problems/queue-reconstruction-by-height/" TargetMode="External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19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hyperlink" Target="https://leetcode.cn/problems/queue-reconstruction-by-height/" TargetMode="External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20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lanqiao.cn/problems/218/learning/?isWithAnswer=true&amp;page=1&amp;first_category_id=1&amp;second_category_id=3&amp;tags=%E8%B4%AA%E5%BF%83,%E6%8E%92%E5%BA%8F&amp;tag_relation=intersection" TargetMode="External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21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lanqiao.cn/problems/218/learning/?isWithAnswer=true&amp;page=1&amp;first_category_id=1&amp;second_category_id=3&amp;tags=%E8%B4%AA%E5%BF%83,%E6%8E%92%E5%BA%8F&amp;tag_relation=intersection" TargetMode="External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2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6C9E7897-D404-400B-33C7-2FB23525516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  <a:ln>
            <a:noFill/>
            <a:prstDash val="solid"/>
          </a:ln>
        </p:spPr>
      </p:pic>
      <p:sp>
        <p:nvSpPr>
          <p:cNvPr id="2" name="AutoShape 2"/>
          <p:cNvSpPr/>
          <p:nvPr/>
        </p:nvSpPr>
        <p:spPr>
          <a:xfrm>
            <a:off x="113229" y="1609725"/>
            <a:ext cx="6954496" cy="2971800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lIns="0" tIns="0" rIns="0" bIns="0" rtlCol="0" anchor="ctr">
            <a:noAutofit/>
          </a:bodyPr>
          <a:lstStyle/>
          <a:p>
            <a:pPr indent="0" algn="l">
              <a:lnSpc>
                <a:spcPct val="125000"/>
              </a:lnSpc>
              <a:defRPr/>
            </a:pPr>
            <a:r>
              <a:rPr lang="en-US" sz="5200" b="1" i="0" u="none" strike="noStrike" dirty="0">
                <a:solidFill>
                  <a:srgbClr val="000000"/>
                </a:solidFill>
                <a:latin typeface="Noto Sans SC"/>
                <a:ea typeface="Noto Sans SC"/>
                <a:cs typeface="Noto Sans SC"/>
                <a:sym typeface="Noto Sans SC"/>
              </a:rPr>
              <a:t>蓝桥杯</a:t>
            </a:r>
            <a:r>
              <a:rPr lang="en-US" altLang="zh-CN" sz="5200" b="1" i="0" u="none" strike="noStrike" dirty="0">
                <a:solidFill>
                  <a:srgbClr val="000000"/>
                </a:solidFill>
                <a:latin typeface="Noto Sans SC"/>
                <a:ea typeface="Noto Sans SC"/>
                <a:cs typeface="Noto Sans SC"/>
                <a:sym typeface="Noto Sans SC"/>
              </a:rPr>
              <a:t>2026</a:t>
            </a:r>
            <a:r>
              <a:rPr lang="zh-CN" altLang="en-US" sz="5200" b="1" i="0" u="none" strike="noStrike" dirty="0">
                <a:solidFill>
                  <a:srgbClr val="000000"/>
                </a:solidFill>
                <a:latin typeface="Noto Sans SC"/>
                <a:ea typeface="Noto Sans SC"/>
                <a:cs typeface="Noto Sans SC"/>
                <a:sym typeface="Noto Sans SC"/>
              </a:rPr>
              <a:t>届</a:t>
            </a:r>
            <a:r>
              <a:rPr lang="en-US" sz="5200" b="1" i="0" u="none" strike="noStrike" dirty="0" err="1">
                <a:solidFill>
                  <a:srgbClr val="000000"/>
                </a:solidFill>
                <a:latin typeface="Noto Sans SC"/>
                <a:ea typeface="Noto Sans SC"/>
                <a:cs typeface="Noto Sans SC"/>
                <a:sym typeface="Noto Sans SC"/>
              </a:rPr>
              <a:t>Python冲刺课：贪心</a:t>
            </a:r>
            <a:r>
              <a:rPr lang="en-US" sz="5200" b="1" i="0" u="none" strike="noStrike" dirty="0">
                <a:solidFill>
                  <a:srgbClr val="000000"/>
                </a:solidFill>
                <a:latin typeface="Noto Sans SC"/>
                <a:ea typeface="Noto Sans SC"/>
                <a:cs typeface="Noto Sans SC"/>
                <a:sym typeface="Noto Sans SC"/>
              </a:rPr>
              <a:t> &amp; </a:t>
            </a:r>
            <a:r>
              <a:rPr lang="en-US" sz="5200" b="1" i="0" u="none" strike="noStrike" dirty="0" err="1">
                <a:solidFill>
                  <a:srgbClr val="000000"/>
                </a:solidFill>
                <a:latin typeface="Noto Sans SC"/>
                <a:ea typeface="Noto Sans SC"/>
                <a:cs typeface="Noto Sans SC"/>
                <a:sym typeface="Noto Sans SC"/>
              </a:rPr>
              <a:t>排序</a:t>
            </a:r>
            <a:endParaRPr lang="en-US" sz="5200" b="1" i="0" u="none" strike="noStrike" dirty="0">
              <a:solidFill>
                <a:srgbClr val="000000"/>
              </a:solidFill>
              <a:latin typeface="Noto Sans SC"/>
              <a:ea typeface="Noto Sans SC"/>
              <a:cs typeface="Noto Sans SC"/>
              <a:sym typeface="Noto Sans SC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>
            <a:spLocks noGrp="1"/>
          </p:cNvSpPr>
          <p:nvPr>
            <p:ph type="body" sz="quarter" idx="3" hasCustomPrompt="1"/>
          </p:nvPr>
        </p:nvSpPr>
        <p:spPr>
          <a:xfrm>
            <a:off x="1648023" y="1600200"/>
            <a:ext cx="8890000" cy="3048000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algn="l">
              <a:lnSpc>
                <a:spcPct val="125000"/>
              </a:lnSpc>
              <a:defRPr sz="3200" b="1" i="0" u="none" strike="noStrike" spc="0">
                <a:solidFill>
                  <a:srgbClr val="1F2329">
                    <a:alpha val="100000"/>
                  </a:srgbClr>
                </a:solidFill>
                <a:latin typeface="Noto Sans SC"/>
              </a:defRPr>
            </a:lvl1pPr>
          </a:lstStyle>
          <a:p>
            <a:pPr indent="0" algn="l">
              <a:lnSpc>
                <a:spcPct val="125000"/>
              </a:lnSpc>
            </a:pPr>
            <a:r>
              <a:rPr lang="en-US" sz="3200" b="1" i="0" u="none" strike="noStrike" dirty="0">
                <a:solidFill>
                  <a:srgbClr val="1F2329"/>
                </a:solidFill>
                <a:latin typeface="Noto Sans SC"/>
                <a:ea typeface="Noto Sans SC"/>
                <a:cs typeface="Noto Sans SC"/>
                <a:sym typeface="Noto Sans SC"/>
                <a:hlinkClick r:id="rId3" tooltip="https://www.luogu.com.cn/problem/P10387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P10387 [</a:t>
            </a:r>
            <a:r>
              <a:rPr lang="en-US" sz="3200" b="1" i="0" u="none" strike="noStrike" dirty="0" err="1">
                <a:solidFill>
                  <a:srgbClr val="1F2329"/>
                </a:solidFill>
                <a:latin typeface="Noto Sans SC"/>
                <a:ea typeface="Noto Sans SC"/>
                <a:cs typeface="Noto Sans SC"/>
                <a:sym typeface="Noto Sans SC"/>
                <a:hlinkClick r:id="rId3" tooltip="https://www.luogu.com.cn/problem/P10387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蓝桥杯</a:t>
            </a:r>
            <a:r>
              <a:rPr lang="en-US" sz="3200" b="1" i="0" u="none" strike="noStrike" dirty="0">
                <a:solidFill>
                  <a:srgbClr val="1F2329"/>
                </a:solidFill>
                <a:latin typeface="Noto Sans SC"/>
                <a:ea typeface="Noto Sans SC"/>
                <a:cs typeface="Noto Sans SC"/>
                <a:sym typeface="Noto Sans SC"/>
                <a:hlinkClick r:id="rId3" tooltip="https://www.luogu.com.cn/problem/P10387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2024 省 A] </a:t>
            </a:r>
            <a:r>
              <a:rPr lang="en-US" sz="3200" b="1" i="0" u="none" strike="noStrike" dirty="0" err="1">
                <a:solidFill>
                  <a:srgbClr val="1F2329"/>
                </a:solidFill>
                <a:latin typeface="Noto Sans SC"/>
                <a:ea typeface="Noto Sans SC"/>
                <a:cs typeface="Noto Sans SC"/>
                <a:sym typeface="Noto Sans SC"/>
                <a:hlinkClick r:id="rId3" tooltip="https://www.luogu.com.cn/problem/P10387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训练士兵</a:t>
            </a:r>
            <a:r>
              <a:rPr lang="en-US" sz="3200" b="1" i="0" u="none" strike="noStrike" dirty="0">
                <a:solidFill>
                  <a:srgbClr val="1F2329"/>
                </a:solidFill>
                <a:latin typeface="Noto Sans SC"/>
                <a:ea typeface="Noto Sans SC"/>
                <a:cs typeface="Noto Sans SC"/>
                <a:sym typeface="Noto Sans SC"/>
                <a:hlinkClick r:id="rId3" tooltip="https://www.luogu.com.cn/problem/P10387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- </a:t>
            </a:r>
            <a:r>
              <a:rPr lang="en-US" sz="3200" b="1" i="0" u="none" strike="noStrike" dirty="0" err="1">
                <a:solidFill>
                  <a:srgbClr val="1F2329"/>
                </a:solidFill>
                <a:latin typeface="Noto Sans SC"/>
                <a:ea typeface="Noto Sans SC"/>
                <a:cs typeface="Noto Sans SC"/>
                <a:sym typeface="Noto Sans SC"/>
                <a:hlinkClick r:id="rId3" tooltip="https://www.luogu.com.cn/problem/P10387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洛谷</a:t>
            </a:r>
            <a:r>
              <a:rPr lang="en-US" sz="3200" b="1" i="0" u="none" strike="noStrike" dirty="0">
                <a:solidFill>
                  <a:srgbClr val="1F2329"/>
                </a:solidFill>
                <a:latin typeface="Noto Sans SC"/>
                <a:ea typeface="Noto Sans SC"/>
                <a:cs typeface="Noto Sans SC"/>
                <a:sym typeface="Noto Sans SC"/>
                <a:hlinkClick r:id="rId3" tooltip="https://www.luogu.com.cn/problem/P10387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(luogu.com.cn)</a:t>
            </a:r>
          </a:p>
          <a:p>
            <a:pPr indent="0" algn="l">
              <a:lnSpc>
                <a:spcPct val="125000"/>
              </a:lnSpc>
            </a:pPr>
            <a:r>
              <a:rPr lang="en-US" sz="3200" b="1" i="0" u="none" strike="noStrike" dirty="0">
                <a:solidFill>
                  <a:srgbClr val="1F2329"/>
                </a:solidFill>
                <a:latin typeface="Noto Sans SC"/>
                <a:ea typeface="Noto Sans SC"/>
                <a:cs typeface="Noto Sans SC"/>
                <a:sym typeface="Noto Sans SC"/>
                <a:hlinkClick r:id="rId4" tooltip="https://leetcode.cn/problems/queue-reconstruction-by-height/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406. </a:t>
            </a:r>
            <a:r>
              <a:rPr lang="en-US" sz="3200" b="1" i="0" u="none" strike="noStrike" dirty="0" err="1">
                <a:solidFill>
                  <a:srgbClr val="1F2329"/>
                </a:solidFill>
                <a:latin typeface="Noto Sans SC"/>
                <a:ea typeface="Noto Sans SC"/>
                <a:cs typeface="Noto Sans SC"/>
                <a:sym typeface="Noto Sans SC"/>
                <a:hlinkClick r:id="rId4" tooltip="https://leetcode.cn/problems/queue-reconstruction-by-height/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根据身高重建队列</a:t>
            </a:r>
            <a:r>
              <a:rPr lang="en-US" sz="3200" b="1" i="0" u="none" strike="noStrike" dirty="0">
                <a:solidFill>
                  <a:srgbClr val="1F2329"/>
                </a:solidFill>
                <a:latin typeface="Noto Sans SC"/>
                <a:ea typeface="Noto Sans SC"/>
                <a:cs typeface="Noto Sans SC"/>
                <a:sym typeface="Noto Sans SC"/>
                <a:hlinkClick r:id="rId4" tooltip="https://leetcode.cn/problems/queue-reconstruction-by-height/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- </a:t>
            </a:r>
            <a:r>
              <a:rPr lang="en-US" sz="3200" b="1" i="0" u="none" strike="noStrike" dirty="0" err="1">
                <a:solidFill>
                  <a:srgbClr val="1F2329"/>
                </a:solidFill>
                <a:latin typeface="Noto Sans SC"/>
                <a:ea typeface="Noto Sans SC"/>
                <a:cs typeface="Noto Sans SC"/>
                <a:sym typeface="Noto Sans SC"/>
                <a:hlinkClick r:id="rId4" tooltip="https://leetcode.cn/problems/queue-reconstruction-by-height/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力扣（LeetCode</a:t>
            </a:r>
            <a:r>
              <a:rPr lang="en-US" sz="3200" b="1" i="0" u="none" strike="noStrike" dirty="0">
                <a:solidFill>
                  <a:srgbClr val="1F2329"/>
                </a:solidFill>
                <a:latin typeface="Noto Sans SC"/>
                <a:ea typeface="Noto Sans SC"/>
                <a:cs typeface="Noto Sans SC"/>
                <a:sym typeface="Noto Sans SC"/>
                <a:hlinkClick r:id="rId4" tooltip="https://leetcode.cn/problems/queue-reconstruction-by-height/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）</a:t>
            </a:r>
          </a:p>
          <a:p>
            <a:pPr marL="406400" indent="-406400" algn="l">
              <a:lnSpc>
                <a:spcPct val="125000"/>
              </a:lnSpc>
              <a:buClr>
                <a:srgbClr val="1F2329"/>
              </a:buClr>
              <a:buFont typeface="+mj-lt"/>
              <a:buAutoNum type="arabicPeriod"/>
            </a:pPr>
            <a:r>
              <a:rPr lang="en-US" sz="3200" b="1" i="0" u="none" strike="noStrike" dirty="0">
                <a:solidFill>
                  <a:srgbClr val="1F2329"/>
                </a:solidFill>
                <a:latin typeface="Noto Sans SC"/>
                <a:ea typeface="Noto Sans SC"/>
                <a:cs typeface="Noto Sans SC"/>
                <a:sym typeface="Noto Sans SC"/>
              </a:rPr>
              <a:t>【</a:t>
            </a:r>
            <a:r>
              <a:rPr lang="en-US" sz="3200" b="1" i="0" u="none" strike="noStrike" dirty="0" err="1">
                <a:solidFill>
                  <a:srgbClr val="1F2329"/>
                </a:solidFill>
                <a:latin typeface="Noto Sans SC"/>
                <a:ea typeface="Noto Sans SC"/>
                <a:cs typeface="Noto Sans SC"/>
                <a:sym typeface="Noto Sans SC"/>
              </a:rPr>
              <a:t>拓展作业</a:t>
            </a:r>
            <a:r>
              <a:rPr lang="en-US" sz="3200" b="1" i="0" u="none" strike="noStrike" dirty="0">
                <a:solidFill>
                  <a:srgbClr val="1F2329"/>
                </a:solidFill>
                <a:latin typeface="Noto Sans SC"/>
                <a:ea typeface="Noto Sans SC"/>
                <a:cs typeface="Noto Sans SC"/>
                <a:sym typeface="Noto Sans SC"/>
              </a:rPr>
              <a:t>】【思维】</a:t>
            </a:r>
            <a:r>
              <a:rPr lang="en-US" sz="3200" b="1" i="0" u="none" strike="noStrike" dirty="0">
                <a:solidFill>
                  <a:srgbClr val="1F2329"/>
                </a:solidFill>
                <a:latin typeface="Noto Sans SC"/>
                <a:ea typeface="Noto Sans SC"/>
                <a:cs typeface="Noto Sans SC"/>
                <a:sym typeface="Noto Sans SC"/>
                <a:hlinkClick r:id="rId5" tooltip="https://www.lanqiao.cn/problems/218/learning/?isWithAnswer=true&amp;page=1&amp;first_category_id=1&amp;second_category_id=3&amp;tags=%E8%B4%AA%E5%BF%83,%E6%8E%92%E5%BA%8F&amp;tag_relation=intersection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1.分糖果 - </a:t>
            </a:r>
            <a:r>
              <a:rPr lang="en-US" sz="3200" b="1" i="0" u="none" strike="noStrike" dirty="0" err="1">
                <a:solidFill>
                  <a:srgbClr val="1F2329"/>
                </a:solidFill>
                <a:latin typeface="Noto Sans SC"/>
                <a:ea typeface="Noto Sans SC"/>
                <a:cs typeface="Noto Sans SC"/>
                <a:sym typeface="Noto Sans SC"/>
                <a:hlinkClick r:id="rId5" tooltip="https://www.lanqiao.cn/problems/218/learning/?isWithAnswer=true&amp;page=1&amp;first_category_id=1&amp;second_category_id=3&amp;tags=%E8%B4%AA%E5%BF%83,%E6%8E%92%E5%BA%8F&amp;tag_relation=intersection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蓝桥云课</a:t>
            </a:r>
            <a:r>
              <a:rPr lang="en-US" sz="3200" b="1" i="0" u="none" strike="noStrike" dirty="0">
                <a:solidFill>
                  <a:srgbClr val="1F2329"/>
                </a:solidFill>
                <a:latin typeface="Noto Sans SC"/>
                <a:ea typeface="Noto Sans SC"/>
                <a:cs typeface="Noto Sans SC"/>
                <a:sym typeface="Noto Sans SC"/>
                <a:hlinkClick r:id="rId5" tooltip="https://www.lanqiao.cn/problems/218/learning/?isWithAnswer=true&amp;page=1&amp;first_category_id=1&amp;second_category_id=3&amp;tags=%E8%B4%AA%E5%BF%83,%E6%8E%92%E5%BA%8F&amp;tag_relation=intersection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(lanqiao.cn)</a:t>
            </a:r>
          </a:p>
        </p:txBody>
      </p:sp>
      <p:sp>
        <p:nvSpPr>
          <p:cNvPr id="3" name="AutoShape 3"/>
          <p:cNvSpPr>
            <a:spLocks noGrp="1"/>
          </p:cNvSpPr>
          <p:nvPr>
            <p:ph type="body" sz="quarter" idx="2"/>
          </p:nvPr>
        </p:nvSpPr>
        <p:spPr>
          <a:prstGeom prst="rect">
            <a:avLst/>
          </a:prstGeom>
        </p:spPr>
        <p:txBody>
          <a:bodyPr lIns="0" tIns="0" rIns="0" bIns="0" anchor="ctr">
            <a:noAutofit/>
          </a:bodyPr>
          <a:lstStyle>
            <a:lvl1pPr algn="l">
              <a:lnSpc>
                <a:spcPct val="125000"/>
              </a:lnSpc>
              <a:defRPr sz="4300" b="1" i="0" u="none" strike="noStrike" spc="0">
                <a:solidFill>
                  <a:srgbClr val="1F2329">
                    <a:alpha val="100000"/>
                  </a:srgbClr>
                </a:solidFill>
                <a:latin typeface="Noto Sans SC"/>
              </a:defRPr>
            </a:lvl1pPr>
          </a:lstStyle>
          <a:p>
            <a:pPr algn="l"/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>
            <a:off x="100339" y="289119"/>
            <a:ext cx="10858500" cy="774700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lIns="0" tIns="0" rIns="0" bIns="0" rtlCol="0" anchor="ctr">
            <a:noAutofit/>
          </a:bodyPr>
          <a:lstStyle/>
          <a:p>
            <a:pPr indent="0" algn="l">
              <a:lnSpc>
                <a:spcPct val="125000"/>
              </a:lnSpc>
              <a:defRPr/>
            </a:pPr>
            <a:r>
              <a:rPr lang="en-US" sz="4100" b="1" i="0" u="none" strike="noStrike" dirty="0" err="1">
                <a:solidFill>
                  <a:srgbClr val="000000"/>
                </a:solidFill>
                <a:latin typeface="Noto Sans SC"/>
                <a:ea typeface="Noto Sans SC"/>
                <a:cs typeface="Noto Sans SC"/>
                <a:sym typeface="Noto Sans SC"/>
              </a:rPr>
              <a:t>贪心</a:t>
            </a:r>
            <a:r>
              <a:rPr lang="en-US" sz="4100" b="1" i="0" u="none" strike="noStrike" dirty="0">
                <a:solidFill>
                  <a:srgbClr val="000000"/>
                </a:solidFill>
                <a:latin typeface="Noto Sans SC"/>
                <a:ea typeface="Noto Sans SC"/>
                <a:cs typeface="Noto Sans SC"/>
                <a:sym typeface="Noto Sans SC"/>
              </a:rPr>
              <a:t> &amp; </a:t>
            </a:r>
            <a:r>
              <a:rPr lang="en-US" sz="4100" b="1" i="0" u="none" strike="noStrike" dirty="0" err="1">
                <a:solidFill>
                  <a:srgbClr val="000000"/>
                </a:solidFill>
                <a:latin typeface="Noto Sans SC"/>
                <a:ea typeface="Noto Sans SC"/>
                <a:cs typeface="Noto Sans SC"/>
                <a:sym typeface="Noto Sans SC"/>
              </a:rPr>
              <a:t>排序</a:t>
            </a:r>
            <a:endParaRPr lang="en-US" sz="1100" dirty="0"/>
          </a:p>
        </p:txBody>
      </p:sp>
      <p:sp>
        <p:nvSpPr>
          <p:cNvPr id="3" name="AutoShape 3"/>
          <p:cNvSpPr/>
          <p:nvPr/>
        </p:nvSpPr>
        <p:spPr>
          <a:xfrm>
            <a:off x="4561628" y="301819"/>
            <a:ext cx="4381500" cy="609600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lIns="0" tIns="0" rIns="0" bIns="0" rtlCol="0" anchor="ctr">
            <a:noAutofit/>
          </a:bodyPr>
          <a:lstStyle/>
          <a:p>
            <a:pPr indent="0" algn="l">
              <a:lnSpc>
                <a:spcPct val="125000"/>
              </a:lnSpc>
              <a:defRPr/>
            </a:pPr>
            <a:r>
              <a:rPr lang="en-US" sz="3200" b="1" i="0" u="none" strike="noStrike">
                <a:solidFill>
                  <a:srgbClr val="1F2329"/>
                </a:solidFill>
                <a:latin typeface="Noto Sans SC"/>
                <a:ea typeface="Noto Sans SC"/>
                <a:cs typeface="Noto Sans SC"/>
                <a:sym typeface="Noto Sans SC"/>
              </a:rPr>
              <a:t>2024_CA_省C.训练士兵</a:t>
            </a:r>
            <a:endParaRPr lang="en-US" sz="1100"/>
          </a:p>
        </p:txBody>
      </p:sp>
      <p:pic>
        <p:nvPicPr>
          <p:cNvPr id="4" name="Picture 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47375" y="2028401"/>
            <a:ext cx="4121685" cy="4675747"/>
          </a:xfrm>
          <a:prstGeom prst="rect">
            <a:avLst/>
          </a:prstGeom>
          <a:ln w="25400">
            <a:solidFill>
              <a:srgbClr val="2B2F36">
                <a:alpha val="100000"/>
              </a:srgbClr>
            </a:solidFill>
            <a:prstDash val="solid"/>
          </a:ln>
        </p:spPr>
      </p:pic>
      <p:pic>
        <p:nvPicPr>
          <p:cNvPr id="5" name="Picture 5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529589" y="2312058"/>
            <a:ext cx="5459130" cy="3098781"/>
          </a:xfrm>
          <a:prstGeom prst="rect">
            <a:avLst/>
          </a:prstGeom>
          <a:ln w="25400">
            <a:solidFill>
              <a:srgbClr val="2B2F36">
                <a:alpha val="100000"/>
              </a:srgbClr>
            </a:solidFill>
            <a:prstDash val="solid"/>
          </a:ln>
        </p:spPr>
      </p:pic>
      <p:sp>
        <p:nvSpPr>
          <p:cNvPr id="6" name="AutoShape 6"/>
          <p:cNvSpPr/>
          <p:nvPr/>
        </p:nvSpPr>
        <p:spPr>
          <a:xfrm>
            <a:off x="4561627" y="911419"/>
            <a:ext cx="6805455" cy="304800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lIns="0" tIns="0" rIns="0" bIns="0" rtlCol="0" anchor="ctr">
            <a:noAutofit/>
          </a:bodyPr>
          <a:lstStyle/>
          <a:p>
            <a:pPr indent="0" algn="l">
              <a:lnSpc>
                <a:spcPct val="125000"/>
              </a:lnSpc>
              <a:defRPr/>
            </a:pPr>
            <a:r>
              <a:rPr lang="en-US" sz="1600" b="0" i="0" u="none" strike="noStrike" dirty="0">
                <a:solidFill>
                  <a:srgbClr val="1F2329"/>
                </a:solidFill>
                <a:latin typeface="Noto Sans SC"/>
                <a:ea typeface="Noto Sans SC"/>
                <a:cs typeface="Noto Sans SC"/>
                <a:sym typeface="Noto Sans SC"/>
                <a:hlinkClick r:id="rId5" tooltip="https://www.luogu.com.cn/problem/P10387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P10387 [</a:t>
            </a:r>
            <a:r>
              <a:rPr lang="en-US" sz="1600" b="0" i="0" u="none" strike="noStrike" dirty="0" err="1">
                <a:solidFill>
                  <a:srgbClr val="1F2329"/>
                </a:solidFill>
                <a:latin typeface="Noto Sans SC"/>
                <a:ea typeface="Noto Sans SC"/>
                <a:cs typeface="Noto Sans SC"/>
                <a:sym typeface="Noto Sans SC"/>
                <a:hlinkClick r:id="rId5" tooltip="https://www.luogu.com.cn/problem/P10387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蓝桥杯</a:t>
            </a:r>
            <a:r>
              <a:rPr lang="en-US" sz="1600" b="0" i="0" u="none" strike="noStrike" dirty="0">
                <a:solidFill>
                  <a:srgbClr val="1F2329"/>
                </a:solidFill>
                <a:latin typeface="Noto Sans SC"/>
                <a:ea typeface="Noto Sans SC"/>
                <a:cs typeface="Noto Sans SC"/>
                <a:sym typeface="Noto Sans SC"/>
                <a:hlinkClick r:id="rId5" tooltip="https://www.luogu.com.cn/problem/P10387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2024 省 A] </a:t>
            </a:r>
            <a:r>
              <a:rPr lang="en-US" sz="1600" b="0" i="0" u="none" strike="noStrike" dirty="0" err="1">
                <a:solidFill>
                  <a:srgbClr val="1F2329"/>
                </a:solidFill>
                <a:latin typeface="Noto Sans SC"/>
                <a:ea typeface="Noto Sans SC"/>
                <a:cs typeface="Noto Sans SC"/>
                <a:sym typeface="Noto Sans SC"/>
                <a:hlinkClick r:id="rId5" tooltip="https://www.luogu.com.cn/problem/P10387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训练士兵</a:t>
            </a:r>
            <a:r>
              <a:rPr lang="en-US" sz="1600" b="0" i="0" u="none" strike="noStrike" dirty="0">
                <a:solidFill>
                  <a:srgbClr val="1F2329"/>
                </a:solidFill>
                <a:latin typeface="Noto Sans SC"/>
                <a:ea typeface="Noto Sans SC"/>
                <a:cs typeface="Noto Sans SC"/>
                <a:sym typeface="Noto Sans SC"/>
                <a:hlinkClick r:id="rId5" tooltip="https://www.luogu.com.cn/problem/P10387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- </a:t>
            </a:r>
            <a:r>
              <a:rPr lang="en-US" sz="1600" b="0" i="0" u="none" strike="noStrike" dirty="0" err="1">
                <a:solidFill>
                  <a:srgbClr val="1F2329"/>
                </a:solidFill>
                <a:latin typeface="Noto Sans SC"/>
                <a:ea typeface="Noto Sans SC"/>
                <a:cs typeface="Noto Sans SC"/>
                <a:sym typeface="Noto Sans SC"/>
                <a:hlinkClick r:id="rId5" tooltip="https://www.luogu.com.cn/problem/P10387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洛谷</a:t>
            </a:r>
            <a:r>
              <a:rPr lang="en-US" sz="1600" b="0" i="0" u="none" strike="noStrike" dirty="0">
                <a:solidFill>
                  <a:srgbClr val="1F2329"/>
                </a:solidFill>
                <a:latin typeface="Noto Sans SC"/>
                <a:ea typeface="Noto Sans SC"/>
                <a:cs typeface="Noto Sans SC"/>
                <a:sym typeface="Noto Sans SC"/>
                <a:hlinkClick r:id="rId5" tooltip="https://www.luogu.com.cn/problem/P10387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(luogu.com.cn)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>
            <a:off x="100339" y="289119"/>
            <a:ext cx="10858500" cy="774700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lIns="0" tIns="0" rIns="0" bIns="0" rtlCol="0" anchor="ctr">
            <a:noAutofit/>
          </a:bodyPr>
          <a:lstStyle/>
          <a:p>
            <a:pPr indent="0" algn="l">
              <a:lnSpc>
                <a:spcPct val="125000"/>
              </a:lnSpc>
              <a:defRPr/>
            </a:pPr>
            <a:r>
              <a:rPr lang="en-US" sz="4100" b="1" i="0" u="none" strike="noStrike" dirty="0" err="1">
                <a:solidFill>
                  <a:srgbClr val="000000"/>
                </a:solidFill>
                <a:latin typeface="Noto Sans SC"/>
                <a:ea typeface="Noto Sans SC"/>
                <a:cs typeface="Noto Sans SC"/>
                <a:sym typeface="Noto Sans SC"/>
              </a:rPr>
              <a:t>贪心</a:t>
            </a:r>
            <a:r>
              <a:rPr lang="en-US" sz="4100" b="1" i="0" u="none" strike="noStrike" dirty="0">
                <a:solidFill>
                  <a:srgbClr val="000000"/>
                </a:solidFill>
                <a:latin typeface="Noto Sans SC"/>
                <a:ea typeface="Noto Sans SC"/>
                <a:cs typeface="Noto Sans SC"/>
                <a:sym typeface="Noto Sans SC"/>
              </a:rPr>
              <a:t> &amp; </a:t>
            </a:r>
            <a:r>
              <a:rPr lang="en-US" sz="4100" b="1" i="0" u="none" strike="noStrike" dirty="0" err="1">
                <a:solidFill>
                  <a:srgbClr val="000000"/>
                </a:solidFill>
                <a:latin typeface="Noto Sans SC"/>
                <a:ea typeface="Noto Sans SC"/>
                <a:cs typeface="Noto Sans SC"/>
                <a:sym typeface="Noto Sans SC"/>
              </a:rPr>
              <a:t>排序</a:t>
            </a:r>
            <a:endParaRPr lang="en-US" sz="1100" dirty="0"/>
          </a:p>
        </p:txBody>
      </p:sp>
      <p:sp>
        <p:nvSpPr>
          <p:cNvPr id="3" name="AutoShape 3"/>
          <p:cNvSpPr/>
          <p:nvPr/>
        </p:nvSpPr>
        <p:spPr>
          <a:xfrm>
            <a:off x="4561628" y="301819"/>
            <a:ext cx="4381500" cy="609600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lIns="0" tIns="0" rIns="0" bIns="0" rtlCol="0" anchor="ctr">
            <a:noAutofit/>
          </a:bodyPr>
          <a:lstStyle/>
          <a:p>
            <a:pPr indent="0" algn="l">
              <a:lnSpc>
                <a:spcPct val="125000"/>
              </a:lnSpc>
              <a:defRPr/>
            </a:pPr>
            <a:r>
              <a:rPr lang="en-US" sz="3200" b="1" i="0" u="none" strike="noStrike">
                <a:solidFill>
                  <a:srgbClr val="1F2329"/>
                </a:solidFill>
                <a:latin typeface="Noto Sans SC"/>
                <a:ea typeface="Noto Sans SC"/>
                <a:cs typeface="Noto Sans SC"/>
                <a:sym typeface="Noto Sans SC"/>
              </a:rPr>
              <a:t>2024_CA_省C.训练士兵</a:t>
            </a:r>
            <a:endParaRPr lang="en-US" sz="1100"/>
          </a:p>
        </p:txBody>
      </p:sp>
      <p:pic>
        <p:nvPicPr>
          <p:cNvPr id="4" name="Picture 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26113" y="1307690"/>
            <a:ext cx="9175409" cy="4698900"/>
          </a:xfrm>
          <a:prstGeom prst="rect">
            <a:avLst/>
          </a:prstGeom>
          <a:ln>
            <a:noFill/>
            <a:prstDash val="solid"/>
          </a:ln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>
            <a:off x="100339" y="289119"/>
            <a:ext cx="10858500" cy="774700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lIns="0" tIns="0" rIns="0" bIns="0" rtlCol="0" anchor="ctr">
            <a:noAutofit/>
          </a:bodyPr>
          <a:lstStyle/>
          <a:p>
            <a:pPr indent="0" algn="l">
              <a:lnSpc>
                <a:spcPct val="125000"/>
              </a:lnSpc>
              <a:defRPr/>
            </a:pPr>
            <a:r>
              <a:rPr lang="en-US" sz="4100" b="1" i="0" u="none" strike="noStrike" dirty="0" err="1">
                <a:solidFill>
                  <a:srgbClr val="000000"/>
                </a:solidFill>
                <a:latin typeface="Noto Sans SC"/>
                <a:ea typeface="Noto Sans SC"/>
                <a:cs typeface="Noto Sans SC"/>
                <a:sym typeface="Noto Sans SC"/>
              </a:rPr>
              <a:t>贪心</a:t>
            </a:r>
            <a:r>
              <a:rPr lang="en-US" sz="4100" b="1" i="0" u="none" strike="noStrike" dirty="0">
                <a:solidFill>
                  <a:srgbClr val="000000"/>
                </a:solidFill>
                <a:latin typeface="Noto Sans SC"/>
                <a:ea typeface="Noto Sans SC"/>
                <a:cs typeface="Noto Sans SC"/>
                <a:sym typeface="Noto Sans SC"/>
              </a:rPr>
              <a:t> &amp; </a:t>
            </a:r>
            <a:r>
              <a:rPr lang="en-US" sz="4100" b="1" i="0" u="none" strike="noStrike" dirty="0" err="1">
                <a:solidFill>
                  <a:srgbClr val="000000"/>
                </a:solidFill>
                <a:latin typeface="Noto Sans SC"/>
                <a:ea typeface="Noto Sans SC"/>
                <a:cs typeface="Noto Sans SC"/>
                <a:sym typeface="Noto Sans SC"/>
              </a:rPr>
              <a:t>排序</a:t>
            </a:r>
            <a:endParaRPr lang="en-US" sz="1100" dirty="0"/>
          </a:p>
        </p:txBody>
      </p:sp>
      <p:sp>
        <p:nvSpPr>
          <p:cNvPr id="3" name="AutoShape 3"/>
          <p:cNvSpPr/>
          <p:nvPr/>
        </p:nvSpPr>
        <p:spPr>
          <a:xfrm>
            <a:off x="4561628" y="301819"/>
            <a:ext cx="4381500" cy="609600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lIns="0" tIns="0" rIns="0" bIns="0" rtlCol="0" anchor="ctr">
            <a:noAutofit/>
          </a:bodyPr>
          <a:lstStyle/>
          <a:p>
            <a:pPr indent="0" algn="l">
              <a:lnSpc>
                <a:spcPct val="125000"/>
              </a:lnSpc>
              <a:defRPr/>
            </a:pPr>
            <a:r>
              <a:rPr lang="en-US" sz="3200" b="1" i="0" u="none" strike="noStrike">
                <a:solidFill>
                  <a:srgbClr val="1F2329"/>
                </a:solidFill>
                <a:latin typeface="Noto Sans SC"/>
                <a:ea typeface="Noto Sans SC"/>
                <a:cs typeface="Noto Sans SC"/>
                <a:sym typeface="Noto Sans SC"/>
              </a:rPr>
              <a:t>2024_CA_省C.训练士兵</a:t>
            </a:r>
            <a:endParaRPr lang="en-US" sz="1100"/>
          </a:p>
        </p:txBody>
      </p:sp>
      <p:pic>
        <p:nvPicPr>
          <p:cNvPr id="4" name="Picture 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28272" y="1295010"/>
            <a:ext cx="7934514" cy="5562990"/>
          </a:xfrm>
          <a:prstGeom prst="rect">
            <a:avLst/>
          </a:prstGeom>
          <a:ln>
            <a:noFill/>
            <a:prstDash val="solid"/>
          </a:ln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>
            <a:off x="114300" y="136719"/>
            <a:ext cx="10858500" cy="774700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lIns="0" tIns="0" rIns="0" bIns="0" rtlCol="0" anchor="ctr">
            <a:noAutofit/>
          </a:bodyPr>
          <a:lstStyle/>
          <a:p>
            <a:pPr indent="0" algn="l">
              <a:lnSpc>
                <a:spcPct val="125000"/>
              </a:lnSpc>
              <a:defRPr/>
            </a:pPr>
            <a:r>
              <a:rPr lang="en-US" sz="4100" b="1" i="0" u="none" strike="noStrike" dirty="0" err="1">
                <a:solidFill>
                  <a:srgbClr val="000000"/>
                </a:solidFill>
                <a:latin typeface="Noto Sans SC"/>
                <a:ea typeface="Noto Sans SC"/>
                <a:cs typeface="Noto Sans SC"/>
                <a:sym typeface="Noto Sans SC"/>
              </a:rPr>
              <a:t>贪心</a:t>
            </a:r>
            <a:r>
              <a:rPr lang="en-US" sz="4100" b="1" i="0" u="none" strike="noStrike" dirty="0">
                <a:solidFill>
                  <a:srgbClr val="000000"/>
                </a:solidFill>
                <a:latin typeface="Noto Sans SC"/>
                <a:ea typeface="Noto Sans SC"/>
                <a:cs typeface="Noto Sans SC"/>
                <a:sym typeface="Noto Sans SC"/>
              </a:rPr>
              <a:t> &amp; </a:t>
            </a:r>
            <a:r>
              <a:rPr lang="en-US" sz="4100" b="1" i="0" u="none" strike="noStrike" dirty="0" err="1">
                <a:solidFill>
                  <a:srgbClr val="000000"/>
                </a:solidFill>
                <a:latin typeface="Noto Sans SC"/>
                <a:ea typeface="Noto Sans SC"/>
                <a:cs typeface="Noto Sans SC"/>
                <a:sym typeface="Noto Sans SC"/>
              </a:rPr>
              <a:t>排序</a:t>
            </a:r>
            <a:endParaRPr lang="en-US" sz="1100" dirty="0"/>
          </a:p>
        </p:txBody>
      </p:sp>
      <p:sp>
        <p:nvSpPr>
          <p:cNvPr id="3" name="AutoShape 3"/>
          <p:cNvSpPr/>
          <p:nvPr/>
        </p:nvSpPr>
        <p:spPr>
          <a:xfrm>
            <a:off x="4650856" y="301819"/>
            <a:ext cx="4381500" cy="609600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lIns="0" tIns="0" rIns="0" bIns="0" rtlCol="0" anchor="ctr">
            <a:noAutofit/>
          </a:bodyPr>
          <a:lstStyle/>
          <a:p>
            <a:pPr indent="0" algn="l">
              <a:lnSpc>
                <a:spcPct val="125000"/>
              </a:lnSpc>
              <a:defRPr/>
            </a:pPr>
            <a:r>
              <a:rPr lang="en-US" sz="3200" b="1" i="0" u="none" strike="noStrike">
                <a:solidFill>
                  <a:srgbClr val="1F2329"/>
                </a:solidFill>
                <a:latin typeface="Noto Sans SC"/>
                <a:ea typeface="Noto Sans SC"/>
                <a:cs typeface="Noto Sans SC"/>
                <a:sym typeface="Noto Sans SC"/>
              </a:rPr>
              <a:t>2024_CA_省C.训练士兵</a:t>
            </a:r>
            <a:endParaRPr lang="en-US" sz="1100"/>
          </a:p>
        </p:txBody>
      </p:sp>
      <p:pic>
        <p:nvPicPr>
          <p:cNvPr id="6" name="图片 5">
            <a:extLst>
              <a:ext uri="{FF2B5EF4-FFF2-40B4-BE49-F238E27FC236}">
                <a16:creationId xmlns:a16="http://schemas.microsoft.com/office/drawing/2014/main" id="{64469503-E246-6E7D-D685-E77205C395E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5696" y="1423765"/>
            <a:ext cx="11105361" cy="444545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>
            <a:off x="114300" y="136719"/>
            <a:ext cx="10858500" cy="774700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lIns="0" tIns="0" rIns="0" bIns="0" rtlCol="0" anchor="ctr">
            <a:noAutofit/>
          </a:bodyPr>
          <a:lstStyle/>
          <a:p>
            <a:pPr indent="0" algn="l">
              <a:lnSpc>
                <a:spcPct val="125000"/>
              </a:lnSpc>
              <a:defRPr/>
            </a:pPr>
            <a:r>
              <a:rPr lang="en-US" sz="4100" b="1" i="0" u="none" strike="noStrike" dirty="0" err="1">
                <a:solidFill>
                  <a:srgbClr val="000000"/>
                </a:solidFill>
                <a:latin typeface="Noto Sans SC"/>
                <a:ea typeface="Noto Sans SC"/>
                <a:cs typeface="Noto Sans SC"/>
                <a:sym typeface="Noto Sans SC"/>
              </a:rPr>
              <a:t>贪心</a:t>
            </a:r>
            <a:r>
              <a:rPr lang="en-US" sz="4100" b="1" i="0" u="none" strike="noStrike" dirty="0">
                <a:solidFill>
                  <a:srgbClr val="000000"/>
                </a:solidFill>
                <a:latin typeface="Noto Sans SC"/>
                <a:ea typeface="Noto Sans SC"/>
                <a:cs typeface="Noto Sans SC"/>
                <a:sym typeface="Noto Sans SC"/>
              </a:rPr>
              <a:t> &amp; </a:t>
            </a:r>
            <a:r>
              <a:rPr lang="en-US" sz="4100" b="1" i="0" u="none" strike="noStrike" dirty="0" err="1">
                <a:solidFill>
                  <a:srgbClr val="000000"/>
                </a:solidFill>
                <a:latin typeface="Noto Sans SC"/>
                <a:ea typeface="Noto Sans SC"/>
                <a:cs typeface="Noto Sans SC"/>
                <a:sym typeface="Noto Sans SC"/>
              </a:rPr>
              <a:t>排序</a:t>
            </a:r>
            <a:endParaRPr lang="en-US" sz="1100" dirty="0"/>
          </a:p>
        </p:txBody>
      </p:sp>
      <p:sp>
        <p:nvSpPr>
          <p:cNvPr id="3" name="AutoShape 3"/>
          <p:cNvSpPr/>
          <p:nvPr/>
        </p:nvSpPr>
        <p:spPr>
          <a:xfrm>
            <a:off x="4650856" y="301819"/>
            <a:ext cx="4381500" cy="609600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lIns="0" tIns="0" rIns="0" bIns="0" rtlCol="0" anchor="ctr">
            <a:noAutofit/>
          </a:bodyPr>
          <a:lstStyle/>
          <a:p>
            <a:pPr indent="0" algn="l">
              <a:lnSpc>
                <a:spcPct val="125000"/>
              </a:lnSpc>
              <a:defRPr/>
            </a:pPr>
            <a:r>
              <a:rPr lang="en-US" sz="3200" b="1" i="0" u="none" strike="noStrike">
                <a:solidFill>
                  <a:srgbClr val="1F2329"/>
                </a:solidFill>
                <a:latin typeface="Noto Sans SC"/>
                <a:ea typeface="Noto Sans SC"/>
                <a:cs typeface="Noto Sans SC"/>
                <a:sym typeface="Noto Sans SC"/>
              </a:rPr>
              <a:t>2024_CA_省C.训练士兵</a:t>
            </a:r>
            <a:endParaRPr lang="en-US" sz="1100"/>
          </a:p>
        </p:txBody>
      </p:sp>
      <p:pic>
        <p:nvPicPr>
          <p:cNvPr id="4" name="Picture 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1047454"/>
            <a:ext cx="12192000" cy="4763092"/>
          </a:xfrm>
          <a:prstGeom prst="rect">
            <a:avLst/>
          </a:prstGeom>
          <a:ln>
            <a:noFill/>
            <a:prstDash val="solid"/>
          </a:ln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>
            <a:off x="114300" y="136719"/>
            <a:ext cx="10858500" cy="774700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lIns="0" tIns="0" rIns="0" bIns="0" rtlCol="0" anchor="ctr">
            <a:noAutofit/>
          </a:bodyPr>
          <a:lstStyle/>
          <a:p>
            <a:pPr indent="0" algn="l">
              <a:lnSpc>
                <a:spcPct val="125000"/>
              </a:lnSpc>
              <a:defRPr/>
            </a:pPr>
            <a:r>
              <a:rPr lang="en-US" sz="4100" b="1" i="0" u="none" strike="noStrike" dirty="0" err="1">
                <a:solidFill>
                  <a:srgbClr val="000000"/>
                </a:solidFill>
                <a:latin typeface="Noto Sans SC"/>
                <a:ea typeface="Noto Sans SC"/>
                <a:cs typeface="Noto Sans SC"/>
                <a:sym typeface="Noto Sans SC"/>
              </a:rPr>
              <a:t>贪心</a:t>
            </a:r>
            <a:r>
              <a:rPr lang="en-US" sz="4100" b="1" i="0" u="none" strike="noStrike" dirty="0">
                <a:solidFill>
                  <a:srgbClr val="000000"/>
                </a:solidFill>
                <a:latin typeface="Noto Sans SC"/>
                <a:ea typeface="Noto Sans SC"/>
                <a:cs typeface="Noto Sans SC"/>
                <a:sym typeface="Noto Sans SC"/>
              </a:rPr>
              <a:t> &amp; </a:t>
            </a:r>
            <a:r>
              <a:rPr lang="en-US" sz="4100" b="1" i="0" u="none" strike="noStrike" dirty="0" err="1">
                <a:solidFill>
                  <a:srgbClr val="000000"/>
                </a:solidFill>
                <a:latin typeface="Noto Sans SC"/>
                <a:ea typeface="Noto Sans SC"/>
                <a:cs typeface="Noto Sans SC"/>
                <a:sym typeface="Noto Sans SC"/>
              </a:rPr>
              <a:t>排序</a:t>
            </a:r>
            <a:endParaRPr lang="en-US" sz="1100" dirty="0"/>
          </a:p>
        </p:txBody>
      </p:sp>
      <p:sp>
        <p:nvSpPr>
          <p:cNvPr id="3" name="AutoShape 3"/>
          <p:cNvSpPr/>
          <p:nvPr/>
        </p:nvSpPr>
        <p:spPr>
          <a:xfrm>
            <a:off x="4650856" y="301819"/>
            <a:ext cx="4381500" cy="609600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lIns="0" tIns="0" rIns="0" bIns="0" rtlCol="0" anchor="ctr">
            <a:noAutofit/>
          </a:bodyPr>
          <a:lstStyle/>
          <a:p>
            <a:pPr indent="0" algn="l">
              <a:lnSpc>
                <a:spcPct val="125000"/>
              </a:lnSpc>
              <a:defRPr/>
            </a:pPr>
            <a:r>
              <a:rPr lang="en-US" sz="3200" b="1" i="0" u="none" strike="noStrike">
                <a:solidFill>
                  <a:srgbClr val="1F2329"/>
                </a:solidFill>
                <a:latin typeface="Noto Sans SC"/>
                <a:ea typeface="Noto Sans SC"/>
                <a:cs typeface="Noto Sans SC"/>
                <a:sym typeface="Noto Sans SC"/>
              </a:rPr>
              <a:t>2024_CA_省C.训练士兵</a:t>
            </a:r>
            <a:endParaRPr lang="en-US" sz="1100"/>
          </a:p>
        </p:txBody>
      </p:sp>
      <p:pic>
        <p:nvPicPr>
          <p:cNvPr id="6" name="图片 5">
            <a:extLst>
              <a:ext uri="{FF2B5EF4-FFF2-40B4-BE49-F238E27FC236}">
                <a16:creationId xmlns:a16="http://schemas.microsoft.com/office/drawing/2014/main" id="{C0131255-C82C-A347-26F4-0145CDBF47D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4156" y="1219470"/>
            <a:ext cx="10408204" cy="5336711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>
            <a:off x="114300" y="136719"/>
            <a:ext cx="10858500" cy="774700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lIns="0" tIns="0" rIns="0" bIns="0" rtlCol="0" anchor="ctr">
            <a:noAutofit/>
          </a:bodyPr>
          <a:lstStyle/>
          <a:p>
            <a:pPr indent="0" algn="l">
              <a:lnSpc>
                <a:spcPct val="125000"/>
              </a:lnSpc>
              <a:defRPr/>
            </a:pPr>
            <a:r>
              <a:rPr lang="en-US" sz="4100" b="1" i="0" u="none" strike="noStrike" dirty="0" err="1">
                <a:solidFill>
                  <a:srgbClr val="000000"/>
                </a:solidFill>
                <a:latin typeface="Noto Sans SC"/>
                <a:ea typeface="Noto Sans SC"/>
                <a:cs typeface="Noto Sans SC"/>
                <a:sym typeface="Noto Sans SC"/>
              </a:rPr>
              <a:t>贪心</a:t>
            </a:r>
            <a:r>
              <a:rPr lang="en-US" sz="4100" b="1" i="0" u="none" strike="noStrike" dirty="0">
                <a:solidFill>
                  <a:srgbClr val="000000"/>
                </a:solidFill>
                <a:latin typeface="Noto Sans SC"/>
                <a:ea typeface="Noto Sans SC"/>
                <a:cs typeface="Noto Sans SC"/>
                <a:sym typeface="Noto Sans SC"/>
              </a:rPr>
              <a:t> &amp; </a:t>
            </a:r>
            <a:r>
              <a:rPr lang="en-US" sz="4100" b="1" i="0" u="none" strike="noStrike" dirty="0" err="1">
                <a:solidFill>
                  <a:srgbClr val="000000"/>
                </a:solidFill>
                <a:latin typeface="Noto Sans SC"/>
                <a:ea typeface="Noto Sans SC"/>
                <a:cs typeface="Noto Sans SC"/>
                <a:sym typeface="Noto Sans SC"/>
              </a:rPr>
              <a:t>排序</a:t>
            </a:r>
            <a:endParaRPr lang="en-US" sz="1100" dirty="0"/>
          </a:p>
        </p:txBody>
      </p:sp>
      <p:sp>
        <p:nvSpPr>
          <p:cNvPr id="3" name="AutoShape 3"/>
          <p:cNvSpPr/>
          <p:nvPr/>
        </p:nvSpPr>
        <p:spPr>
          <a:xfrm>
            <a:off x="4650856" y="301819"/>
            <a:ext cx="4381500" cy="609600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lIns="0" tIns="0" rIns="0" bIns="0" rtlCol="0" anchor="ctr">
            <a:noAutofit/>
          </a:bodyPr>
          <a:lstStyle/>
          <a:p>
            <a:pPr indent="0" algn="l">
              <a:lnSpc>
                <a:spcPct val="125000"/>
              </a:lnSpc>
              <a:defRPr/>
            </a:pPr>
            <a:r>
              <a:rPr lang="en-US" sz="3200" b="1" i="0" u="none" strike="noStrike">
                <a:solidFill>
                  <a:srgbClr val="1F2329"/>
                </a:solidFill>
                <a:latin typeface="Noto Sans SC"/>
                <a:ea typeface="Noto Sans SC"/>
                <a:cs typeface="Noto Sans SC"/>
                <a:sym typeface="Noto Sans SC"/>
              </a:rPr>
              <a:t>2024_CA_省C.训练士兵</a:t>
            </a:r>
            <a:endParaRPr lang="en-US" sz="1100"/>
          </a:p>
        </p:txBody>
      </p:sp>
      <p:pic>
        <p:nvPicPr>
          <p:cNvPr id="4" name="Picture 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28477" y="1243480"/>
            <a:ext cx="6168805" cy="5614520"/>
          </a:xfrm>
          <a:prstGeom prst="rect">
            <a:avLst/>
          </a:prstGeom>
          <a:ln>
            <a:noFill/>
            <a:prstDash val="solid"/>
          </a:ln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>
            <a:off x="114300" y="136719"/>
            <a:ext cx="10858500" cy="774700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lIns="0" tIns="0" rIns="0" bIns="0" rtlCol="0" anchor="ctr">
            <a:noAutofit/>
          </a:bodyPr>
          <a:lstStyle/>
          <a:p>
            <a:pPr indent="0" algn="l">
              <a:lnSpc>
                <a:spcPct val="125000"/>
              </a:lnSpc>
              <a:defRPr/>
            </a:pPr>
            <a:r>
              <a:rPr lang="en-US" sz="4100" b="1" i="0" u="none" strike="noStrike" dirty="0" err="1">
                <a:solidFill>
                  <a:srgbClr val="000000"/>
                </a:solidFill>
                <a:latin typeface="Noto Sans SC"/>
                <a:ea typeface="Noto Sans SC"/>
                <a:cs typeface="Noto Sans SC"/>
                <a:sym typeface="Noto Sans SC"/>
              </a:rPr>
              <a:t>贪心</a:t>
            </a:r>
            <a:r>
              <a:rPr lang="en-US" sz="4100" b="1" i="0" u="none" strike="noStrike" dirty="0">
                <a:solidFill>
                  <a:srgbClr val="000000"/>
                </a:solidFill>
                <a:latin typeface="Noto Sans SC"/>
                <a:ea typeface="Noto Sans SC"/>
                <a:cs typeface="Noto Sans SC"/>
                <a:sym typeface="Noto Sans SC"/>
              </a:rPr>
              <a:t> &amp; </a:t>
            </a:r>
            <a:r>
              <a:rPr lang="en-US" sz="4100" b="1" i="0" u="none" strike="noStrike" dirty="0" err="1">
                <a:solidFill>
                  <a:srgbClr val="000000"/>
                </a:solidFill>
                <a:latin typeface="Noto Sans SC"/>
                <a:ea typeface="Noto Sans SC"/>
                <a:cs typeface="Noto Sans SC"/>
                <a:sym typeface="Noto Sans SC"/>
              </a:rPr>
              <a:t>排序</a:t>
            </a:r>
            <a:endParaRPr lang="en-US" sz="1100" dirty="0"/>
          </a:p>
        </p:txBody>
      </p:sp>
      <p:sp>
        <p:nvSpPr>
          <p:cNvPr id="3" name="AutoShape 3"/>
          <p:cNvSpPr/>
          <p:nvPr/>
        </p:nvSpPr>
        <p:spPr>
          <a:xfrm>
            <a:off x="4650856" y="301819"/>
            <a:ext cx="4381500" cy="609600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lIns="0" tIns="0" rIns="0" bIns="0" rtlCol="0" anchor="ctr">
            <a:noAutofit/>
          </a:bodyPr>
          <a:lstStyle/>
          <a:p>
            <a:pPr indent="0" algn="l">
              <a:lnSpc>
                <a:spcPct val="125000"/>
              </a:lnSpc>
              <a:defRPr/>
            </a:pPr>
            <a:r>
              <a:rPr lang="en-US" sz="3200" b="1" i="0" u="none" strike="noStrike">
                <a:solidFill>
                  <a:srgbClr val="1F2329"/>
                </a:solidFill>
                <a:latin typeface="Noto Sans SC"/>
                <a:ea typeface="Noto Sans SC"/>
                <a:cs typeface="Noto Sans SC"/>
                <a:sym typeface="Noto Sans SC"/>
              </a:rPr>
              <a:t>2024_CA_省C.训练士兵</a:t>
            </a:r>
            <a:endParaRPr lang="en-US" sz="1100"/>
          </a:p>
        </p:txBody>
      </p:sp>
      <p:pic>
        <p:nvPicPr>
          <p:cNvPr id="4" name="Picture 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2486" y="1891679"/>
            <a:ext cx="6745122" cy="3643121"/>
          </a:xfrm>
          <a:prstGeom prst="rect">
            <a:avLst/>
          </a:prstGeom>
          <a:ln>
            <a:noFill/>
            <a:prstDash val="solid"/>
          </a:ln>
        </p:spPr>
      </p:pic>
      <p:pic>
        <p:nvPicPr>
          <p:cNvPr id="5" name="Picture 5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588115" y="4175893"/>
            <a:ext cx="6603885" cy="832809"/>
          </a:xfrm>
          <a:prstGeom prst="rect">
            <a:avLst/>
          </a:prstGeom>
          <a:ln>
            <a:noFill/>
            <a:prstDash val="solid"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>
            <a:off x="114300" y="136719"/>
            <a:ext cx="10858500" cy="774700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lIns="0" tIns="0" rIns="0" bIns="0" rtlCol="0" anchor="ctr">
            <a:noAutofit/>
          </a:bodyPr>
          <a:lstStyle/>
          <a:p>
            <a:pPr indent="0" algn="l">
              <a:lnSpc>
                <a:spcPct val="125000"/>
              </a:lnSpc>
              <a:defRPr/>
            </a:pPr>
            <a:r>
              <a:rPr lang="en-US" sz="4100" b="1" i="0" u="none" strike="noStrike" dirty="0" err="1">
                <a:solidFill>
                  <a:srgbClr val="000000"/>
                </a:solidFill>
                <a:latin typeface="Noto Sans SC"/>
                <a:ea typeface="Noto Sans SC"/>
                <a:cs typeface="Noto Sans SC"/>
                <a:sym typeface="Noto Sans SC"/>
              </a:rPr>
              <a:t>贪心</a:t>
            </a:r>
            <a:r>
              <a:rPr lang="en-US" sz="4100" b="1" i="0" u="none" strike="noStrike" dirty="0">
                <a:solidFill>
                  <a:srgbClr val="000000"/>
                </a:solidFill>
                <a:latin typeface="Noto Sans SC"/>
                <a:ea typeface="Noto Sans SC"/>
                <a:cs typeface="Noto Sans SC"/>
                <a:sym typeface="Noto Sans SC"/>
              </a:rPr>
              <a:t> &amp; </a:t>
            </a:r>
            <a:r>
              <a:rPr lang="en-US" sz="4100" b="1" i="0" u="none" strike="noStrike" dirty="0" err="1">
                <a:solidFill>
                  <a:srgbClr val="000000"/>
                </a:solidFill>
                <a:latin typeface="Noto Sans SC"/>
                <a:ea typeface="Noto Sans SC"/>
                <a:cs typeface="Noto Sans SC"/>
                <a:sym typeface="Noto Sans SC"/>
              </a:rPr>
              <a:t>排序</a:t>
            </a:r>
            <a:endParaRPr lang="en-US" sz="1100" dirty="0"/>
          </a:p>
        </p:txBody>
      </p:sp>
      <p:sp>
        <p:nvSpPr>
          <p:cNvPr id="3" name="AutoShape 3"/>
          <p:cNvSpPr/>
          <p:nvPr/>
        </p:nvSpPr>
        <p:spPr>
          <a:xfrm>
            <a:off x="4650856" y="301819"/>
            <a:ext cx="4381500" cy="609600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lIns="0" tIns="0" rIns="0" bIns="0" rtlCol="0" anchor="ctr">
            <a:noAutofit/>
          </a:bodyPr>
          <a:lstStyle/>
          <a:p>
            <a:pPr indent="0" algn="l">
              <a:lnSpc>
                <a:spcPct val="125000"/>
              </a:lnSpc>
              <a:defRPr/>
            </a:pPr>
            <a:r>
              <a:rPr lang="en-US" sz="3200" b="1" i="0" u="none" strike="noStrike">
                <a:solidFill>
                  <a:srgbClr val="1F2329"/>
                </a:solidFill>
                <a:latin typeface="Noto Sans SC"/>
                <a:ea typeface="Noto Sans SC"/>
                <a:cs typeface="Noto Sans SC"/>
                <a:sym typeface="Noto Sans SC"/>
              </a:rPr>
              <a:t>2024_CA_省C.训练士兵</a:t>
            </a:r>
            <a:endParaRPr lang="en-US" sz="1100"/>
          </a:p>
        </p:txBody>
      </p:sp>
      <p:pic>
        <p:nvPicPr>
          <p:cNvPr id="4" name="Picture 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03832" y="3616432"/>
            <a:ext cx="8479437" cy="2920248"/>
          </a:xfrm>
          <a:prstGeom prst="rect">
            <a:avLst/>
          </a:prstGeom>
          <a:ln>
            <a:noFill/>
            <a:prstDash val="solid"/>
          </a:ln>
        </p:spPr>
      </p:pic>
      <p:pic>
        <p:nvPicPr>
          <p:cNvPr id="5" name="Picture 5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52881" y="1252578"/>
            <a:ext cx="7899460" cy="2363854"/>
          </a:xfrm>
          <a:prstGeom prst="rect">
            <a:avLst/>
          </a:prstGeom>
          <a:ln>
            <a:noFill/>
            <a:prstDash val="solid"/>
          </a:ln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5539278-F69B-B1BC-6EE3-AA265FE94B5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>
            <a:extLst>
              <a:ext uri="{FF2B5EF4-FFF2-40B4-BE49-F238E27FC236}">
                <a16:creationId xmlns:a16="http://schemas.microsoft.com/office/drawing/2014/main" id="{47E8F6CE-F264-1233-C701-3467602072AA}"/>
              </a:ext>
            </a:extLst>
          </p:cNvPr>
          <p:cNvSpPr/>
          <p:nvPr/>
        </p:nvSpPr>
        <p:spPr>
          <a:xfrm>
            <a:off x="100339" y="289119"/>
            <a:ext cx="10858500" cy="774700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lIns="0" tIns="0" rIns="0" bIns="0" rtlCol="0" anchor="ctr">
            <a:noAutofit/>
          </a:bodyPr>
          <a:lstStyle/>
          <a:p>
            <a:pPr indent="0" algn="l">
              <a:lnSpc>
                <a:spcPct val="125000"/>
              </a:lnSpc>
              <a:defRPr/>
            </a:pPr>
            <a:r>
              <a:rPr lang="en-US" sz="4100" b="1" i="0" u="none" strike="noStrike" dirty="0" err="1">
                <a:solidFill>
                  <a:srgbClr val="000000"/>
                </a:solidFill>
                <a:latin typeface="Noto Sans SC"/>
                <a:ea typeface="Noto Sans SC"/>
                <a:cs typeface="Noto Sans SC"/>
                <a:sym typeface="Noto Sans SC"/>
              </a:rPr>
              <a:t>排序</a:t>
            </a:r>
            <a:endParaRPr lang="en-US" sz="1100" dirty="0"/>
          </a:p>
        </p:txBody>
      </p:sp>
      <p:sp>
        <p:nvSpPr>
          <p:cNvPr id="6" name="AutoShape 2">
            <a:extLst>
              <a:ext uri="{FF2B5EF4-FFF2-40B4-BE49-F238E27FC236}">
                <a16:creationId xmlns:a16="http://schemas.microsoft.com/office/drawing/2014/main" id="{4F160E4B-C03D-3865-FAB0-CDFCB465F593}"/>
              </a:ext>
            </a:extLst>
          </p:cNvPr>
          <p:cNvSpPr/>
          <p:nvPr/>
        </p:nvSpPr>
        <p:spPr>
          <a:xfrm>
            <a:off x="1986289" y="222444"/>
            <a:ext cx="10858500" cy="774700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lIns="0" tIns="0" rIns="0" bIns="0" rtlCol="0" anchor="ctr">
            <a:noAutofit/>
          </a:bodyPr>
          <a:lstStyle/>
          <a:p>
            <a:pPr indent="0" algn="l">
              <a:lnSpc>
                <a:spcPct val="125000"/>
              </a:lnSpc>
              <a:defRPr/>
            </a:pPr>
            <a:r>
              <a:rPr lang="zh-CN" altLang="en-US" sz="5400" b="1" i="0" u="none" strike="noStrike" dirty="0">
                <a:solidFill>
                  <a:srgbClr val="000000"/>
                </a:solidFill>
                <a:latin typeface="Noto Sans SC"/>
                <a:ea typeface="Noto Sans SC"/>
                <a:cs typeface="Noto Sans SC"/>
                <a:sym typeface="Noto Sans SC"/>
              </a:rPr>
              <a:t>插入排序！</a:t>
            </a:r>
            <a:endParaRPr lang="en-US" sz="1600" dirty="0"/>
          </a:p>
        </p:txBody>
      </p:sp>
      <p:pic>
        <p:nvPicPr>
          <p:cNvPr id="8" name="图片 7">
            <a:extLst>
              <a:ext uri="{FF2B5EF4-FFF2-40B4-BE49-F238E27FC236}">
                <a16:creationId xmlns:a16="http://schemas.microsoft.com/office/drawing/2014/main" id="{F62D0EEF-4307-8C91-86D0-41EE68BD412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58703" y="1330519"/>
            <a:ext cx="6728147" cy="54021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7036610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>
            <a:off x="100339" y="289119"/>
            <a:ext cx="10858500" cy="774700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lIns="0" tIns="0" rIns="0" bIns="0" rtlCol="0" anchor="ctr">
            <a:noAutofit/>
          </a:bodyPr>
          <a:lstStyle/>
          <a:p>
            <a:pPr indent="0" algn="l">
              <a:lnSpc>
                <a:spcPct val="125000"/>
              </a:lnSpc>
              <a:defRPr/>
            </a:pPr>
            <a:r>
              <a:rPr lang="en-US" sz="4100" b="1" i="0" u="none" strike="noStrike" dirty="0" err="1">
                <a:solidFill>
                  <a:srgbClr val="000000"/>
                </a:solidFill>
                <a:latin typeface="Noto Sans SC"/>
                <a:ea typeface="Noto Sans SC"/>
                <a:cs typeface="Noto Sans SC"/>
                <a:sym typeface="Noto Sans SC"/>
              </a:rPr>
              <a:t>排序</a:t>
            </a:r>
            <a:endParaRPr lang="en-US" sz="1100" dirty="0"/>
          </a:p>
        </p:txBody>
      </p:sp>
      <p:sp>
        <p:nvSpPr>
          <p:cNvPr id="3" name="AutoShape 3"/>
          <p:cNvSpPr/>
          <p:nvPr/>
        </p:nvSpPr>
        <p:spPr>
          <a:xfrm>
            <a:off x="4392097" y="454219"/>
            <a:ext cx="6731000" cy="609600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lIns="0" tIns="0" rIns="0" bIns="0" rtlCol="0" anchor="ctr">
            <a:noAutofit/>
          </a:bodyPr>
          <a:lstStyle/>
          <a:p>
            <a:pPr indent="0" algn="l">
              <a:lnSpc>
                <a:spcPct val="125000"/>
              </a:lnSpc>
              <a:defRPr/>
            </a:pPr>
            <a:r>
              <a:rPr lang="en-US" sz="3200" b="1" i="0" u="none" strike="noStrike">
                <a:solidFill>
                  <a:srgbClr val="1F2329"/>
                </a:solidFill>
                <a:latin typeface="Noto Sans SC"/>
                <a:ea typeface="Noto Sans SC"/>
                <a:cs typeface="Noto Sans SC"/>
                <a:sym typeface="Noto Sans SC"/>
              </a:rPr>
              <a:t>【力扣 中等】</a:t>
            </a:r>
            <a:r>
              <a:rPr lang="en-US" sz="3200" b="1" i="0" u="none" strike="noStrike">
                <a:solidFill>
                  <a:srgbClr val="1F2329"/>
                </a:solidFill>
                <a:latin typeface="Noto Sans SC"/>
                <a:ea typeface="Noto Sans SC"/>
                <a:cs typeface="Noto Sans SC"/>
                <a:sym typeface="Noto Sans SC"/>
                <a:hlinkClick r:id="rId3" tooltip="https://leetcode.cn/problems/queue-reconstruction-by-height/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406. 根据身高重建队列</a:t>
            </a:r>
            <a:endParaRPr lang="en-US" sz="1100"/>
          </a:p>
        </p:txBody>
      </p:sp>
      <p:pic>
        <p:nvPicPr>
          <p:cNvPr id="4" name="Picture 4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56053" y="1785803"/>
            <a:ext cx="6450524" cy="3797316"/>
          </a:xfrm>
          <a:prstGeom prst="rect">
            <a:avLst/>
          </a:prstGeom>
          <a:ln>
            <a:noFill/>
            <a:prstDash val="solid"/>
          </a:ln>
        </p:spPr>
      </p:pic>
      <p:pic>
        <p:nvPicPr>
          <p:cNvPr id="5" name="Picture 5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261366" y="3429000"/>
            <a:ext cx="3861731" cy="1558864"/>
          </a:xfrm>
          <a:prstGeom prst="rect">
            <a:avLst/>
          </a:prstGeom>
          <a:ln>
            <a:noFill/>
            <a:prstDash val="solid"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>
            <a:off x="100339" y="289119"/>
            <a:ext cx="10858500" cy="774700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lIns="0" tIns="0" rIns="0" bIns="0" rtlCol="0" anchor="ctr">
            <a:noAutofit/>
          </a:bodyPr>
          <a:lstStyle/>
          <a:p>
            <a:pPr indent="0" algn="l">
              <a:lnSpc>
                <a:spcPct val="125000"/>
              </a:lnSpc>
              <a:defRPr/>
            </a:pPr>
            <a:r>
              <a:rPr lang="en-US" sz="4100" b="1" i="0" u="none" strike="noStrike" dirty="0" err="1">
                <a:solidFill>
                  <a:srgbClr val="000000"/>
                </a:solidFill>
                <a:latin typeface="Noto Sans SC"/>
                <a:ea typeface="Noto Sans SC"/>
                <a:cs typeface="Noto Sans SC"/>
                <a:sym typeface="Noto Sans SC"/>
              </a:rPr>
              <a:t>排序</a:t>
            </a:r>
            <a:endParaRPr lang="en-US" sz="1100" dirty="0"/>
          </a:p>
        </p:txBody>
      </p:sp>
      <p:sp>
        <p:nvSpPr>
          <p:cNvPr id="3" name="AutoShape 3"/>
          <p:cNvSpPr/>
          <p:nvPr/>
        </p:nvSpPr>
        <p:spPr>
          <a:xfrm>
            <a:off x="4392097" y="454219"/>
            <a:ext cx="6731000" cy="609600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lIns="0" tIns="0" rIns="0" bIns="0" rtlCol="0" anchor="ctr">
            <a:noAutofit/>
          </a:bodyPr>
          <a:lstStyle/>
          <a:p>
            <a:pPr indent="0" algn="l">
              <a:lnSpc>
                <a:spcPct val="125000"/>
              </a:lnSpc>
              <a:defRPr/>
            </a:pPr>
            <a:r>
              <a:rPr lang="en-US" sz="3200" b="1" i="0" u="none" strike="noStrike">
                <a:solidFill>
                  <a:srgbClr val="1F2329"/>
                </a:solidFill>
                <a:latin typeface="Noto Sans SC"/>
                <a:ea typeface="Noto Sans SC"/>
                <a:cs typeface="Noto Sans SC"/>
                <a:sym typeface="Noto Sans SC"/>
              </a:rPr>
              <a:t>【力扣 中等】</a:t>
            </a:r>
            <a:r>
              <a:rPr lang="en-US" sz="3200" b="1" i="0" u="none" strike="noStrike">
                <a:solidFill>
                  <a:srgbClr val="1F2329"/>
                </a:solidFill>
                <a:latin typeface="Noto Sans SC"/>
                <a:ea typeface="Noto Sans SC"/>
                <a:cs typeface="Noto Sans SC"/>
                <a:sym typeface="Noto Sans SC"/>
                <a:hlinkClick r:id="rId3" tooltip="https://leetcode.cn/problems/queue-reconstruction-by-height/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406. 根据身高重建队列</a:t>
            </a:r>
            <a:endParaRPr lang="en-US" sz="1100"/>
          </a:p>
        </p:txBody>
      </p:sp>
      <p:pic>
        <p:nvPicPr>
          <p:cNvPr id="4" name="Picture 4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2381834"/>
            <a:ext cx="12192000" cy="2094331"/>
          </a:xfrm>
          <a:prstGeom prst="rect">
            <a:avLst/>
          </a:prstGeom>
          <a:ln>
            <a:noFill/>
            <a:prstDash val="solid"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>
            <a:off x="100339" y="289119"/>
            <a:ext cx="10858500" cy="774700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lIns="0" tIns="0" rIns="0" bIns="0" rtlCol="0" anchor="ctr">
            <a:noAutofit/>
          </a:bodyPr>
          <a:lstStyle/>
          <a:p>
            <a:pPr indent="0" algn="l">
              <a:lnSpc>
                <a:spcPct val="125000"/>
              </a:lnSpc>
              <a:defRPr/>
            </a:pPr>
            <a:r>
              <a:rPr lang="en-US" sz="4100" b="1" i="0" u="none" strike="noStrike" dirty="0" err="1">
                <a:solidFill>
                  <a:srgbClr val="000000"/>
                </a:solidFill>
                <a:latin typeface="Noto Sans SC"/>
                <a:ea typeface="Noto Sans SC"/>
                <a:cs typeface="Noto Sans SC"/>
                <a:sym typeface="Noto Sans SC"/>
              </a:rPr>
              <a:t>排序</a:t>
            </a:r>
            <a:endParaRPr lang="en-US" sz="1100" dirty="0"/>
          </a:p>
        </p:txBody>
      </p:sp>
      <p:sp>
        <p:nvSpPr>
          <p:cNvPr id="3" name="AutoShape 3"/>
          <p:cNvSpPr/>
          <p:nvPr/>
        </p:nvSpPr>
        <p:spPr>
          <a:xfrm>
            <a:off x="4392097" y="454219"/>
            <a:ext cx="6731000" cy="609600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lIns="0" tIns="0" rIns="0" bIns="0" rtlCol="0" anchor="ctr">
            <a:noAutofit/>
          </a:bodyPr>
          <a:lstStyle/>
          <a:p>
            <a:pPr indent="0" algn="l">
              <a:lnSpc>
                <a:spcPct val="125000"/>
              </a:lnSpc>
              <a:defRPr/>
            </a:pPr>
            <a:r>
              <a:rPr lang="en-US" sz="3200" b="1" i="0" u="none" strike="noStrike">
                <a:solidFill>
                  <a:srgbClr val="1F2329"/>
                </a:solidFill>
                <a:latin typeface="Noto Sans SC"/>
                <a:ea typeface="Noto Sans SC"/>
                <a:cs typeface="Noto Sans SC"/>
                <a:sym typeface="Noto Sans SC"/>
              </a:rPr>
              <a:t>【力扣 中等】</a:t>
            </a:r>
            <a:r>
              <a:rPr lang="en-US" sz="3200" b="1" i="0" u="none" strike="noStrike">
                <a:solidFill>
                  <a:srgbClr val="1F2329"/>
                </a:solidFill>
                <a:latin typeface="Noto Sans SC"/>
                <a:ea typeface="Noto Sans SC"/>
                <a:cs typeface="Noto Sans SC"/>
                <a:sym typeface="Noto Sans SC"/>
                <a:hlinkClick r:id="rId3" tooltip="https://leetcode.cn/problems/queue-reconstruction-by-height/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406. 根据身高重建队列</a:t>
            </a:r>
            <a:endParaRPr lang="en-US" sz="1100"/>
          </a:p>
        </p:txBody>
      </p:sp>
      <p:pic>
        <p:nvPicPr>
          <p:cNvPr id="4" name="Picture 4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2371194"/>
            <a:ext cx="12192000" cy="2865120"/>
          </a:xfrm>
          <a:prstGeom prst="rect">
            <a:avLst/>
          </a:prstGeom>
          <a:ln>
            <a:noFill/>
            <a:prstDash val="solid"/>
          </a:ln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>
            <a:off x="100339" y="289119"/>
            <a:ext cx="10858500" cy="774700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lIns="0" tIns="0" rIns="0" bIns="0" rtlCol="0" anchor="ctr">
            <a:noAutofit/>
          </a:bodyPr>
          <a:lstStyle/>
          <a:p>
            <a:pPr indent="0" algn="l">
              <a:lnSpc>
                <a:spcPct val="125000"/>
              </a:lnSpc>
              <a:defRPr/>
            </a:pPr>
            <a:r>
              <a:rPr lang="en-US" sz="4100" b="1" i="0" u="none" strike="noStrike" dirty="0" err="1">
                <a:solidFill>
                  <a:srgbClr val="000000"/>
                </a:solidFill>
                <a:latin typeface="Noto Sans SC"/>
                <a:ea typeface="Noto Sans SC"/>
                <a:cs typeface="Noto Sans SC"/>
                <a:sym typeface="Noto Sans SC"/>
              </a:rPr>
              <a:t>排序</a:t>
            </a:r>
            <a:endParaRPr lang="en-US" sz="1100" dirty="0"/>
          </a:p>
        </p:txBody>
      </p:sp>
      <p:sp>
        <p:nvSpPr>
          <p:cNvPr id="3" name="AutoShape 3"/>
          <p:cNvSpPr/>
          <p:nvPr/>
        </p:nvSpPr>
        <p:spPr>
          <a:xfrm>
            <a:off x="4392097" y="454219"/>
            <a:ext cx="6731000" cy="609600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lIns="0" tIns="0" rIns="0" bIns="0" rtlCol="0" anchor="ctr">
            <a:noAutofit/>
          </a:bodyPr>
          <a:lstStyle/>
          <a:p>
            <a:pPr indent="0" algn="l">
              <a:lnSpc>
                <a:spcPct val="125000"/>
              </a:lnSpc>
              <a:defRPr/>
            </a:pPr>
            <a:r>
              <a:rPr lang="en-US" sz="3200" b="1" i="0" u="none" strike="noStrike">
                <a:solidFill>
                  <a:srgbClr val="1F2329"/>
                </a:solidFill>
                <a:latin typeface="Noto Sans SC"/>
                <a:ea typeface="Noto Sans SC"/>
                <a:cs typeface="Noto Sans SC"/>
                <a:sym typeface="Noto Sans SC"/>
              </a:rPr>
              <a:t>【力扣 中等】</a:t>
            </a:r>
            <a:r>
              <a:rPr lang="en-US" sz="3200" b="1" i="0" u="none" strike="noStrike">
                <a:solidFill>
                  <a:srgbClr val="1F2329"/>
                </a:solidFill>
                <a:latin typeface="Noto Sans SC"/>
                <a:ea typeface="Noto Sans SC"/>
                <a:cs typeface="Noto Sans SC"/>
                <a:sym typeface="Noto Sans SC"/>
                <a:hlinkClick r:id="rId3" tooltip="https://leetcode.cn/problems/queue-reconstruction-by-height/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406. 根据身高重建队列</a:t>
            </a:r>
            <a:endParaRPr lang="en-US" sz="1100"/>
          </a:p>
        </p:txBody>
      </p:sp>
      <p:pic>
        <p:nvPicPr>
          <p:cNvPr id="4" name="Picture 4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98450" y="2662182"/>
            <a:ext cx="11595100" cy="1676400"/>
          </a:xfrm>
          <a:prstGeom prst="rect">
            <a:avLst/>
          </a:prstGeom>
          <a:ln>
            <a:noFill/>
            <a:prstDash val="solid"/>
          </a:ln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>
            <a:off x="100339" y="289119"/>
            <a:ext cx="10858500" cy="774700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lIns="0" tIns="0" rIns="0" bIns="0" rtlCol="0" anchor="ctr">
            <a:noAutofit/>
          </a:bodyPr>
          <a:lstStyle/>
          <a:p>
            <a:pPr indent="0" algn="l">
              <a:lnSpc>
                <a:spcPct val="125000"/>
              </a:lnSpc>
              <a:defRPr/>
            </a:pPr>
            <a:r>
              <a:rPr lang="en-US" sz="4100" b="1" i="0" u="none" strike="noStrike" dirty="0" err="1">
                <a:solidFill>
                  <a:srgbClr val="000000"/>
                </a:solidFill>
                <a:latin typeface="Noto Sans SC"/>
                <a:ea typeface="Noto Sans SC"/>
                <a:cs typeface="Noto Sans SC"/>
                <a:sym typeface="Noto Sans SC"/>
              </a:rPr>
              <a:t>排序</a:t>
            </a:r>
            <a:endParaRPr lang="en-US" sz="1100" dirty="0"/>
          </a:p>
        </p:txBody>
      </p:sp>
      <p:sp>
        <p:nvSpPr>
          <p:cNvPr id="3" name="AutoShape 3"/>
          <p:cNvSpPr/>
          <p:nvPr/>
        </p:nvSpPr>
        <p:spPr>
          <a:xfrm>
            <a:off x="4392097" y="454219"/>
            <a:ext cx="6731000" cy="609600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lIns="0" tIns="0" rIns="0" bIns="0" rtlCol="0" anchor="ctr">
            <a:noAutofit/>
          </a:bodyPr>
          <a:lstStyle/>
          <a:p>
            <a:pPr indent="0" algn="l">
              <a:lnSpc>
                <a:spcPct val="125000"/>
              </a:lnSpc>
              <a:defRPr/>
            </a:pPr>
            <a:r>
              <a:rPr lang="en-US" sz="3200" b="1" i="0" u="none" strike="noStrike">
                <a:solidFill>
                  <a:srgbClr val="1F2329"/>
                </a:solidFill>
                <a:latin typeface="Noto Sans SC"/>
                <a:ea typeface="Noto Sans SC"/>
                <a:cs typeface="Noto Sans SC"/>
                <a:sym typeface="Noto Sans SC"/>
              </a:rPr>
              <a:t>【力扣 中等】</a:t>
            </a:r>
            <a:r>
              <a:rPr lang="en-US" sz="3200" b="1" i="0" u="none" strike="noStrike">
                <a:solidFill>
                  <a:srgbClr val="1F2329"/>
                </a:solidFill>
                <a:latin typeface="Noto Sans SC"/>
                <a:ea typeface="Noto Sans SC"/>
                <a:cs typeface="Noto Sans SC"/>
                <a:sym typeface="Noto Sans SC"/>
                <a:hlinkClick r:id="rId3" tooltip="https://leetcode.cn/problems/queue-reconstruction-by-height/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406. 根据身高重建队列</a:t>
            </a:r>
            <a:endParaRPr lang="en-US" sz="1100"/>
          </a:p>
        </p:txBody>
      </p:sp>
      <p:pic>
        <p:nvPicPr>
          <p:cNvPr id="4" name="Picture 4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98489" y="1597511"/>
            <a:ext cx="11484205" cy="4607211"/>
          </a:xfrm>
          <a:prstGeom prst="rect">
            <a:avLst/>
          </a:prstGeom>
          <a:ln>
            <a:noFill/>
            <a:prstDash val="solid"/>
          </a:ln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>
            <a:off x="100339" y="289119"/>
            <a:ext cx="10858500" cy="774700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lIns="0" tIns="0" rIns="0" bIns="0" rtlCol="0" anchor="ctr">
            <a:noAutofit/>
          </a:bodyPr>
          <a:lstStyle/>
          <a:p>
            <a:pPr indent="0" algn="l">
              <a:lnSpc>
                <a:spcPct val="125000"/>
              </a:lnSpc>
              <a:defRPr/>
            </a:pPr>
            <a:r>
              <a:rPr lang="en-US" sz="4100" b="1" i="0" u="none" strike="noStrike" dirty="0" err="1">
                <a:solidFill>
                  <a:srgbClr val="000000"/>
                </a:solidFill>
                <a:latin typeface="Noto Sans SC"/>
                <a:ea typeface="Noto Sans SC"/>
                <a:cs typeface="Noto Sans SC"/>
                <a:sym typeface="Noto Sans SC"/>
              </a:rPr>
              <a:t>拓展作业</a:t>
            </a:r>
            <a:endParaRPr lang="en-US" sz="1100" dirty="0"/>
          </a:p>
        </p:txBody>
      </p:sp>
      <p:sp>
        <p:nvSpPr>
          <p:cNvPr id="3" name="AutoShape 3"/>
          <p:cNvSpPr/>
          <p:nvPr/>
        </p:nvSpPr>
        <p:spPr>
          <a:xfrm>
            <a:off x="4392097" y="454219"/>
            <a:ext cx="7670800" cy="533400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lIns="0" tIns="0" rIns="0" bIns="0" rtlCol="0" anchor="ctr">
            <a:noAutofit/>
          </a:bodyPr>
          <a:lstStyle/>
          <a:p>
            <a:pPr indent="0" algn="l">
              <a:lnSpc>
                <a:spcPct val="125000"/>
              </a:lnSpc>
              <a:defRPr/>
            </a:pPr>
            <a:r>
              <a:rPr lang="en-US" sz="2800" b="1" i="0" u="none" strike="noStrike">
                <a:solidFill>
                  <a:srgbClr val="1F2329"/>
                </a:solidFill>
                <a:latin typeface="Noto Sans SC"/>
                <a:ea typeface="Noto Sans SC"/>
                <a:cs typeface="Noto Sans SC"/>
                <a:sym typeface="Noto Sans SC"/>
              </a:rPr>
              <a:t>【力扣 中等】</a:t>
            </a:r>
            <a:r>
              <a:rPr lang="en-US" sz="2800" b="1" i="0" u="none" strike="noStrike">
                <a:solidFill>
                  <a:srgbClr val="1F2329"/>
                </a:solidFill>
                <a:latin typeface="Noto Sans SC"/>
                <a:ea typeface="Noto Sans SC"/>
                <a:cs typeface="Noto Sans SC"/>
                <a:sym typeface="Noto Sans SC"/>
                <a:hlinkClick r:id="rId3" tooltip="https://www.lanqiao.cn/problems/218/learning/?isWithAnswer=true&amp;page=1&amp;first_category_id=1&amp;second_category_id=3&amp;tags=%E8%B4%AA%E5%BF%83,%E6%8E%92%E5%BA%8F&amp;tag_relation=intersection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1.分糖果 - 蓝桥云课 (lanqiao.cn)</a:t>
            </a:r>
            <a:endParaRPr lang="en-US" sz="1100"/>
          </a:p>
        </p:txBody>
      </p:sp>
      <p:pic>
        <p:nvPicPr>
          <p:cNvPr id="4" name="Picture 4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93494" y="1334959"/>
            <a:ext cx="9322174" cy="5523041"/>
          </a:xfrm>
          <a:prstGeom prst="rect">
            <a:avLst/>
          </a:prstGeom>
          <a:ln>
            <a:noFill/>
            <a:prstDash val="solid"/>
          </a:ln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>
            <a:off x="100339" y="289119"/>
            <a:ext cx="10858500" cy="774700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lIns="0" tIns="0" rIns="0" bIns="0" rtlCol="0" anchor="ctr">
            <a:noAutofit/>
          </a:bodyPr>
          <a:lstStyle/>
          <a:p>
            <a:pPr indent="0" algn="l">
              <a:lnSpc>
                <a:spcPct val="125000"/>
              </a:lnSpc>
              <a:defRPr/>
            </a:pPr>
            <a:r>
              <a:rPr lang="en-US" sz="4100" b="1" i="0" u="none" strike="noStrike" dirty="0" err="1">
                <a:solidFill>
                  <a:srgbClr val="000000"/>
                </a:solidFill>
                <a:latin typeface="Noto Sans SC"/>
                <a:ea typeface="Noto Sans SC"/>
                <a:cs typeface="Noto Sans SC"/>
                <a:sym typeface="Noto Sans SC"/>
              </a:rPr>
              <a:t>拓展作业</a:t>
            </a:r>
            <a:endParaRPr lang="en-US" sz="1100" dirty="0"/>
          </a:p>
        </p:txBody>
      </p:sp>
      <p:sp>
        <p:nvSpPr>
          <p:cNvPr id="3" name="AutoShape 3"/>
          <p:cNvSpPr/>
          <p:nvPr/>
        </p:nvSpPr>
        <p:spPr>
          <a:xfrm>
            <a:off x="4392097" y="454219"/>
            <a:ext cx="7670800" cy="533400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lIns="0" tIns="0" rIns="0" bIns="0" rtlCol="0" anchor="ctr">
            <a:noAutofit/>
          </a:bodyPr>
          <a:lstStyle/>
          <a:p>
            <a:pPr indent="0" algn="l">
              <a:lnSpc>
                <a:spcPct val="125000"/>
              </a:lnSpc>
              <a:defRPr/>
            </a:pPr>
            <a:r>
              <a:rPr lang="en-US" sz="2800" b="1" i="0" u="none" strike="noStrike">
                <a:solidFill>
                  <a:srgbClr val="1F2329"/>
                </a:solidFill>
                <a:latin typeface="Noto Sans SC"/>
                <a:ea typeface="Noto Sans SC"/>
                <a:cs typeface="Noto Sans SC"/>
                <a:sym typeface="Noto Sans SC"/>
              </a:rPr>
              <a:t>【力扣 中等】</a:t>
            </a:r>
            <a:r>
              <a:rPr lang="en-US" sz="2800" b="1" i="0" u="none" strike="noStrike">
                <a:solidFill>
                  <a:srgbClr val="1F2329"/>
                </a:solidFill>
                <a:latin typeface="Noto Sans SC"/>
                <a:ea typeface="Noto Sans SC"/>
                <a:cs typeface="Noto Sans SC"/>
                <a:sym typeface="Noto Sans SC"/>
                <a:hlinkClick r:id="rId3" tooltip="https://www.lanqiao.cn/problems/218/learning/?isWithAnswer=true&amp;page=1&amp;first_category_id=1&amp;second_category_id=3&amp;tags=%E8%B4%AA%E5%BF%83,%E6%8E%92%E5%BA%8F&amp;tag_relation=intersection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1.分糖果 - 蓝桥云课 (lanqiao.cn)</a:t>
            </a:r>
            <a:endParaRPr lang="en-US" sz="1100"/>
          </a:p>
        </p:txBody>
      </p:sp>
      <p:pic>
        <p:nvPicPr>
          <p:cNvPr id="4" name="Picture 4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16802" y="1284192"/>
            <a:ext cx="8524111" cy="5457813"/>
          </a:xfrm>
          <a:prstGeom prst="rect">
            <a:avLst/>
          </a:prstGeom>
          <a:ln>
            <a:noFill/>
            <a:prstDash val="solid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主题​​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默认主题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主题​​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259</TotalTime>
  <Words>276</Words>
  <Application>Microsoft Office PowerPoint</Application>
  <PresentationFormat>宽屏</PresentationFormat>
  <Paragraphs>77</Paragraphs>
  <Slides>19</Slides>
  <Notes>19</Notes>
  <HiddenSlides>0</HiddenSlides>
  <MMClips>0</MMClips>
  <ScaleCrop>false</ScaleCrop>
  <HeadingPairs>
    <vt:vector size="6" baseType="variant">
      <vt:variant>
        <vt:lpstr>已用的字体</vt:lpstr>
      </vt:variant>
      <vt:variant>
        <vt:i4>2</vt:i4>
      </vt:variant>
      <vt:variant>
        <vt:lpstr>主题</vt:lpstr>
      </vt:variant>
      <vt:variant>
        <vt:i4>2</vt:i4>
      </vt:variant>
      <vt:variant>
        <vt:lpstr>幻灯片标题</vt:lpstr>
      </vt:variant>
      <vt:variant>
        <vt:i4>19</vt:i4>
      </vt:variant>
    </vt:vector>
  </HeadingPairs>
  <TitlesOfParts>
    <vt:vector size="23" baseType="lpstr">
      <vt:lpstr>Noto Sans SC</vt:lpstr>
      <vt:lpstr>Arial</vt:lpstr>
      <vt:lpstr>Office 主题​​</vt:lpstr>
      <vt:lpstr>默认主题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Zhengyang Zhu</cp:lastModifiedBy>
  <cp:revision>9</cp:revision>
  <dcterms:modified xsi:type="dcterms:W3CDTF">2026-03-17T12:57:18Z</dcterms:modified>
</cp:coreProperties>
</file>