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8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70.xml" ContentType="application/inkml+xml"/>
  <Override PartName="/ppt/notesSlides/notesSlide11.xml" ContentType="application/vnd.openxmlformats-officedocument.presentationml.notesSlide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notesSlides/notesSlide12.xml" ContentType="application/vnd.openxmlformats-officedocument.presentationml.notesSlide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notesSlides/notesSlide13.xml" ContentType="application/vnd.openxmlformats-officedocument.presentationml.notesSlide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15.xml" ContentType="application/inkml+xml"/>
  <Override PartName="/ppt/notesSlides/notesSlide19.xml" ContentType="application/vnd.openxmlformats-officedocument.presentationml.notesSlide+xml"/>
  <Override PartName="/ppt/ink/ink21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80" r:id="rId19"/>
    <p:sldId id="279" r:id="rId20"/>
    <p:sldId id="274" r:id="rId21"/>
    <p:sldId id="275" r:id="rId22"/>
    <p:sldId id="278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1:40.2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13 24575,'2'-2'0,"1"1"0,-1-1 0,1 1 0,-1 0 0,1-1 0,0 1 0,-1 1 0,1-1 0,0 0 0,0 1 0,-1-1 0,1 1 0,5 0 0,38 3 0,54 9 0,194-2 0,-221-10 0,488-12 0,-545 11 0,79-4 0,54-1 0,175 6 0,756 10 0,243 4 0,-1217-14 0,117 12 0,-40-1 0,1600 2-902,-1179-14 688,-130-1 455,500 4 634,-438 25-847,-82-1-170,771-20 192,-718-7 14,345-37-64,-552 19 0,-229 15 0,159-6 0,48-1 0,-118 11-1365,-117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1:45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1556 1843 24575,'-1'1'0,"0"0"0,0-1 0,0 1 0,0 0 0,0-1 0,0 1 0,0-1 0,0 1 0,0-1 0,0 0 0,0 1 0,0-1 0,0 0 0,0 0 0,-1 0 0,1 0 0,0 0 0,-2 0 0,1 0 0,-15 1 0,0 0 0,0-2 0,0 0 0,-24-6 0,-69-19 0,98 22 0,-149-46 0,3-6 0,2-8 0,3-6 0,-204-129 0,329 182 0,1-2 0,1 0 0,1-2 0,1-1 0,-33-37 0,43 41 0,0 0 0,1-1 0,1-1 0,1 0 0,1-1 0,1 0 0,0 0 0,-8-36 0,11 34 0,2-1 0,0 0 0,1 0 0,1-31 0,2 46 0,1 1 0,0-1 0,0 0 0,1 1 0,0-1 0,0 1 0,1 0 0,0-1 0,1 1 0,-1 0 0,2 1 0,-1-1 0,1 1 0,0 0 0,9-10 0,6 0 0,0 1 0,1 1 0,1 0 0,0 2 0,1 0 0,36-13 0,127-45 0,86-8-546,89-4-1782,1679-241 802,-1817 300 479,9 8 786,-222 15 309,25 1-150,-34 0 120,0 0 0,-1 0-1,1 1 1,0-1 0,0 0-1,-1 0 1,1 0-1,0 0 1,-1 1 0,1-1-1,0 0 1,-1 1 0,1-1-1,0 0 1,-1 1-1,1-1 1,-1 1 0,1-1-1,-1 1 1,1-1 0,-1 1-1,1-1 1,-1 1-1,1 0 1,-1-1 0,0 1-1,1 0 1,-1-1 0,0 1-1,0 0 1,0 0-1,1-1 1,-1 2 0,1 22 627,2 0 1,1 0 0,0 0 0,2-1-1,1 0 1,10 23 0,3 15-4,42 177-642,-51-182 0,-3 0 0,1 77 0,-9-121 0,0 0 0,-1-1 0,0 1 0,-1-1 0,0 1 0,-1-1 0,0 0 0,-1 0 0,0 0 0,-1 0 0,0-1 0,-1 0 0,0 0 0,0 0 0,-1-1 0,-1 0 0,1 0 0,-1-1 0,-1 1 0,0-2 0,-18 13 0,-20 10 0,0-2 0,-91 38 0,-109 26 0,-480 127 0,677-206 0,0-3 0,-1-1 0,0-3 0,0-2 0,-67-3 0,21-9-1365,74 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1:46.25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989 1 24575,'-1'2'0,"0"1"0,-1 0 0,1-1 0,-1 1 0,1-1 0,-1 0 0,0 0 0,0 0 0,0 1 0,0-2 0,0 1 0,-1 0 0,1 0 0,-4 1 0,-3 4 0,-83 78 0,-146 174 0,173-176 0,3 3 0,-76 140 0,-70 203 0,172-345 0,-46 153 0,73-193 288,6-26-839,-1-1 0,-7 20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1:46.8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24575,'1'34'0,"2"0"0,1 0 0,10 41 0,36 98 0,-8-29 0,-42-143 0,9 22 0,-9-22 0,0-1 0,1 1 0,-1-1 0,0 0 0,1 1 0,-1-1 0,0 1 0,1-1 0,-1 0 0,0 1 0,1-1 0,-1 0 0,1 0 0,-1 1 0,1-1 0,-1 0 0,1 0 0,-1 0 0,1 0 0,-1 0 0,1 0 0,-1 1 0,1-1 0,-1 0 0,1 0 0,-1-1 0,1 1 0,-1 0 0,1 0 0,-1 0 0,1 0 0,-1 0 0,1 0 0,-1-1 0,0 1 0,1 0 0,-1 0 0,1-1 0,-1 1 0,1 0 0,-1-1 0,0 1 0,1 0 0,0-2 0,76-77 0,-9 7 0,265-207-1365,-297 254-5461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1:49.0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24575,'7374'0'0,"-7352"4"-1365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1.15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92 24575,'324'-21'0,"-168"7"0,1486-42-2964,-805 102 1675,-48-1 454,-547-43 1850,277 14 2550,-486-13-4700,-9-2-5413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7.4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132 1 24575,'0'2'0,"0"4"0,0 6 0,0 6 0,-4 11 0,-1 15 0,-2 19 0,-2 18 0,-3 15 0,-1 9 0,-3-1 0,0-13 0,0-15 0,3-19 0,1-18 0,4-14-8191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7.81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57 0 24575,'2'0'0,"1"2"0,0 3 0,-3 4 0,-3 3 0,-4 3 0,-1 0 0,-3-2 0,0-1 0,-1-2 0,-1-3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8.6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263 1 24575,'23'0'0,"-1"-1"0,41 5 0,-55-2 0,0-1 0,0 1 0,0 1 0,-1 0 0,1 0 0,-1 0 0,1 1 0,10 7 0,-11-5 0,0-1 0,0 2 0,0-1 0,-1 1 0,0 0 0,0 0 0,-1 1 0,0 0 0,0 0 0,-1 0 0,0 0 0,0 1 0,4 13 0,-7-17 0,0 0 0,0 0 0,0 0 0,0 0 0,-1 1 0,0-1 0,0 0 0,0 0 0,-1 0 0,1 0 0,-1 1 0,-1-1 0,1 0 0,-1 0 0,0-1 0,0 1 0,0 0 0,0-1 0,-1 1 0,0-1 0,0 1 0,0-1 0,-1 0 0,1-1 0,-6 6 0,-16 10 0,-2-1 0,1-2 0,-2 0 0,-58 23 0,-124 30 0,146-50 0,39-10 0,23-6 0,7 0 0,13-1 0,-10-2 0,170 17 0,-147-12 0,1 1 0,-2 1 0,52 20 0,-79-26 0,0 0 0,1 1 0,-1 0 0,0 0 0,0 0 0,0 0 0,0 0 0,0 1 0,-1-1 0,1 1 0,-1 0 0,1 0 0,-1 0 0,0 0 0,0 0 0,0 0 0,-1 0 0,1 1 0,-1-1 0,0 1 0,0-1 0,0 1 0,0-1 0,0 1 0,-1 0 0,0-1 0,0 1 0,0 0 0,0 0 0,0-1 0,-1 1 0,0 0 0,0-1 0,0 1 0,0-1 0,0 1 0,-1-1 0,1 0 0,-1 1 0,0-1 0,0 0 0,0 0 0,-3 3 0,1-2 0,-1 1 0,0-1 0,1 0 0,-1 0 0,-1 0 0,1-1 0,0 1 0,-7 2 0,-52 19 0,38-16 0,-5 3-1365,5-3-5461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8.89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24575,'2'0'0,"1"2"0,-1 3 0,0 2 0,0 2 0,-3 2 0,-4-2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9.6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9.8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09.9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24575,'4'0'0,"5"0"0,3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10.1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24575,'8'0'0,"6"0"0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10.6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325 0 24575,'2'2'0,"1"3"0,-2 2 0,-4 2 0,-5 4 0,-10 3 0,-14 7 0,-9 8 0,-7 2 0,-1-1 0,4-3 0,7-5 0,9-6 0,9-7-8191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11.9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427 307 24575,'10'-11'0,"0"-1"0,0 0 0,-1 0 0,-1-1 0,0 0 0,-1-1 0,0 0 0,-1 0 0,0 0 0,-1-1 0,3-17 0,-8 29 0,0 1 0,0 0 0,0-1 0,0 1 0,0-1 0,-1 1 0,1-1 0,-1 1 0,1 0 0,-1-1 0,0 1 0,0 0 0,0-1 0,0 1 0,-1 0 0,-2-3 0,0 0 0,0 1 0,0 0 0,0 1 0,0-1 0,-1 1 0,0 0 0,-5-3 0,-7-2 0,1 1 0,-2 0 0,-28-6 0,17 7 0,-1 0 0,0 2 0,-34 0 0,48 4 0,1 0 0,-1 1 0,0 1 0,0 1 0,1 0 0,-1 1 0,-24 10 0,35-11 0,0-1 0,1 1 0,-1 1 0,1-1 0,0 1 0,0-1 0,0 1 0,1 0 0,-1 1 0,1-1 0,0 0 0,0 1 0,1 0 0,-1 0 0,1 0 0,0 0 0,0 0 0,1 0 0,-1 0 0,1 1 0,1-1 0,-1 1 0,1-1 0,-1 0 0,2 1 0,-1-1 0,1 1 0,-1-1 0,1 0 0,1 1 0,-1-1 0,1 0 0,0 0 0,0 0 0,1 0 0,-1 0 0,1-1 0,0 1 0,0-1 0,1 0 0,4 6 0,48 35 0,78 48 0,-103-73 0,-21-13 0,0 0 0,0 0 0,1-1 0,0 0 0,17 6 0,-25-11 0,0 0 0,0 0 0,0 0 0,0-1 0,0 0 0,0 1 0,0-1 0,0 0 0,0-1 0,0 1 0,0 0 0,1-1 0,-1 0 0,0 0 0,0 1 0,-1-2 0,1 1 0,0 0 0,0-1 0,0 1 0,-1-1 0,5-3 0,0-2 0,1-1 0,-1 0 0,7-11 0,-9 12 0,1-1 0,1 1 0,9-10 0,-16 17 0,0 0 0,0-1 0,1 1 0,-1 0 0,0 0 0,0 0 0,0 0 0,0 0 0,0-1 0,1 1 0,-1 0 0,0 0 0,0 0 0,0 0 0,0 0 0,1 0 0,-1 0 0,0 0 0,0 0 0,0 0 0,1 0 0,-1 0 0,0 0 0,0 0 0,0 0 0,1 0 0,-1 0 0,0 0 0,0 0 0,0 0 0,1 0 0,-1 0 0,0 0 0,0 0 0,0 0 0,1 0 0,-1 0 0,0 0 0,0 1 0,0-1 0,0 0 0,1 0 0,-1 0 0,0 0 0,0 0 0,0 1 0,2 12 0,-6 17 0,-66 219 0,30-119 0,8-18 0,-99 310 0,129-415 25,-1 2-224,0-1 1,-1 1-1,0-1 1,0 0-1,0 0 0,-7 8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0.9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24575,'4'4'0,"-1"0"0,1 1 0,-1 0 0,0 0 0,-1 0 0,1 0 0,-1 1 0,0-1 0,0 0 0,0 1 0,-1 0 0,1 9 0,1 9 0,-2 42 0,-2-33 0,0 512 0,2-563 0,1 0 0,1 1 0,0-1 0,1 1 0,1 0 0,1 0 0,0 1 0,13-23 0,3-1 0,2 0 0,30-36 0,-32 45 0,2 1 0,1 1 0,43-39 0,-65 66-62,-1 0 0,0 1 0,1-1 0,-1 0 0,1 1 0,0-1 0,-1 1 0,1 0 0,0 0 0,0 0 0,0 0 0,0 1-1,0-1 1,0 1 0,-1 0 0,1-1 0,0 1 0,0 1 0,0-1 0,0 0 0,5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1.5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313 177 24575,'1'-27'0,"0"16"0,-1 0 0,0 0 0,-3-17 0,2 24 0,0 1 0,0 0 0,0 0 0,0 0 0,0 0 0,-1 0 0,1 0 0,-1 0 0,0 0 0,0 0 0,0 1 0,0-1 0,0 1 0,0 0 0,-1-1 0,-3-1 0,-3-2 0,1 1 0,-1 1 0,-1-1 0,1 1 0,-1 1 0,1 0 0,-14-2 0,18 4 0,0 0 0,1 0 0,-1 0 0,0 1 0,0 0 0,0 0 0,0 1 0,0-1 0,1 1 0,-1 0 0,0 0 0,0 1 0,1-1 0,-1 1 0,1 0 0,0 0 0,-6 4 0,2 1 0,1 1 0,0-1 0,1 1 0,0 0 0,0 0 0,0 1 0,1-1 0,1 1 0,0 1 0,-5 13 0,0 5 0,2 0 0,-6 39 0,11-49 0,0 0 0,1-1 0,0 1 0,2 0 0,0-1 0,1 1 0,5 17 0,-6-30 0,1 1 0,0-1 0,0 1 0,0-1 0,1 0 0,0 0 0,0 0 0,0-1 0,1 1 0,-1-1 0,6 5 0,-6-6 0,1 0 0,-1-1 0,1 0 0,0 0 0,0 0 0,0 0 0,0 0 0,0-1 0,0 0 0,0 0 0,0 0 0,1 0 0,-1-1 0,0 1 0,1-1 0,5-1 0,-3 0 0,0 0 0,-1 0 0,1-1 0,-1 0 0,0 0 0,0-1 0,0 0 0,0 0 0,0 0 0,0-1 0,-1 0 0,0 0 0,0 0 0,0-1 0,0 1 0,-1-1 0,1 0 0,-1-1 0,3-5 0,0 1 0,-1-1 0,0 1 0,-1-1 0,0-1 0,-1 1 0,0-1 0,-1 1 0,0-1 0,1-18 0,-3 46 0,1 0 0,0 0 0,1-1 0,6 22 0,1-3 0,21 49 0,-27-74 0,-1-1 0,0-1 0,1 1 0,-1-1 0,1 0 0,1 0 0,-1-1 0,1 1 0,0-1 0,12 11 0,-16-17-31,-1 1 0,1-1 0,-1 0 0,1 1 0,-1-1 0,1 0 0,-1 0 0,1 0 0,-1 0 0,1 0 0,0 1 0,-1-1 0,1 0 0,-1 0 0,1 0 0,-1 0 0,1-1 0,0 1 0,-1 0 0,1 0 0,-1 0 0,1 0 0,-1-1 0,1 1-1,-1 0 1,1 0 0,-1-1 0,1 1 0,-1 0 0,1-1 0,-1 1 0,1-1 0,-1 1 0,0 0 0,1-1 0,-1 1 0,0-1 0,1 1 0,-1-1 0,0 1 0,0-1 0,0 1 0,1-2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2.1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108 2 24575,'0'13'-2285,"-1"0"0,-4 20 0,-19 53 3003,10-42 64,-7 26 703,7-27 450,-15 79 0,39-137-1935,64-93 0,138-156 0,-209 261 0,27-26 0,-29 28 0,-1 1 0,1-1 0,-1 1 0,1-1 0,-1 1 0,1 0 0,-1-1 0,1 1 0,-1 0 0,1-1 0,0 1 0,-1 0 0,1 0 0,0-1 0,-1 1 0,1 0 0,0 0 0,-1 0 0,1 0 0,0 0 0,-1 0 0,1 0 0,0 0 0,-1 0 0,1 0 0,0 0 0,-1 0 0,1 1 0,-1-1 0,1 0 0,0 1 0,-1-1 0,1 0 0,-1 1 0,1-1 0,0 0 0,-1 1 0,1-1 0,-1 1 0,0-1 0,1 1 0,-1-1 0,1 1 0,-1 0 0,0-1 0,1 1 0,-1-1 0,0 2 0,4 12 0,-2 0 0,0 1 0,-1 0 0,0-1 0,-1 1 0,-1 0 0,-2 14 0,0 12 0,1 2 0,1 114 0,2-139 0,1 0 0,1-1 0,0 0 0,1 0 0,1 0 0,13 29 0,-17-43 27,0-1-1,0 0 0,1 0 0,-1 0 1,1 0-1,-1 0 0,1 0 0,-1-1 1,1 1-1,0 0 0,0-1 0,3 2 1,-4-2-96,0-1 1,0 1 0,0-1 0,1 1-1,-1-1 1,0 0 0,0 0-1,0 0 1,1 0 0,-1 0 0,0 0-1,0 0 1,1 0 0,-1 0 0,0 0-1,0-1 1,1 1 0,-1-1 0,0 1-1,0-1 1,0 1 0,0-1-1,0 1 1,2-3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2.8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411 272 24575,'1'-17'0,"-2"-1"0,0 0 0,-1 1 0,-1-1 0,0 1 0,-1 0 0,-1 0 0,-1 0 0,0 1 0,-2 0 0,1 0 0,-12-16 0,17 29 0,0 0 0,-1 0 0,1 1 0,-1-1 0,1 1 0,-1-1 0,0 1 0,0 0 0,0 0 0,0 0 0,0 1 0,0-1 0,-1 1 0,-5-2 0,7 3 0,0-1 0,-1 1 0,1 0 0,0 0 0,-1 0 0,1 0 0,0 0 0,-1 1 0,1-1 0,0 1 0,-1-1 0,1 1 0,0 0 0,0 0 0,0 0 0,0 0 0,0 0 0,0 1 0,0-1 0,0 0 0,0 1 0,1 0 0,-3 2 0,-3 5 0,-1 1 0,2 0 0,0 0 0,0 1 0,1 0 0,-7 19 0,-17 74 0,27-96 0,-8 30 0,2 0 0,2 1 0,1-1 0,1 51 0,4-85 0,0-1 0,0 1 0,1 0 0,0 0 0,0-1 0,0 1 0,0 0 0,0-1 0,1 1 0,0-1 0,-1 1 0,4 3 0,-4-5 0,1-1 0,0 1 0,0 0 0,0-1 0,0 1 0,0-1 0,0 0 0,0 0 0,0 0 0,1 0 0,-1 0 0,0 0 0,0 0 0,1-1 0,-1 1 0,1-1 0,-1 0 0,1 1 0,-1-1 0,3-1 0,8 0 0,-1-1 0,0 0 0,0-1 0,0-1 0,0 0 0,0 0 0,-1-1 0,0-1 0,0 0 0,15-11 0,1-3 0,0-1 0,39-40 0,-44 36 0,-1-2 0,-1 0 0,-1-1 0,-2-1 0,20-42 0,-32 62 0,-3 13 0,-4 17 0,-12 53 0,-34 100 0,-40 72 0,46-133 0,-216 562 0,252-660 0,2-3 0,-1 0 0,0-1 0,-1 0 0,0 0 0,-10 12 0,16-22 0,0-1 0,0 1 0,-1-1 0,1 1 0,0-1 0,0 0 0,-1 1 0,1-1 0,0 0 0,-1 1 0,1-1 0,-1 0 0,1 1 0,0-1 0,-1 0 0,1 0 0,-1 1 0,1-1 0,-1 0 0,1 0 0,-1 0 0,1 0 0,-1 1 0,1-1 0,-1 0 0,1 0 0,-1 0 0,1 0 0,-1 0 0,1-1 0,-1 1 0,1 0 0,-1 0 0,1 0 0,-1 0 0,1 0 0,-1-1 0,1 1 0,0 0 0,-1 0 0,1-1 0,-1 1 0,1 0 0,0-1 0,-1 1 0,1 0 0,0-1 0,-1 1 0,0-1 0,-10-27 0,10 23 0,-49-148-1365,30 95-5461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3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6 319 24575,'32'1'0,"-3"-1"0,-1 0 0,53-8 0,-72 6 0,-1 0 0,0 0 0,0-1 0,-1 0 0,1 0 0,-1 0 0,1-1 0,-1-1 0,0 1 0,0-1 0,-1 0 0,0-1 0,1 1 0,6-10 0,-10 11 0,0-1 0,-1 1 0,1-1 0,-1 0 0,0 1 0,-1-1 0,1 0 0,-1 0 0,0 0 0,0-1 0,0-8 0,0-7 0,-4-32 0,1 36 0,2 11 0,-1 1 0,1 0 0,-1-1 0,-1 1 0,1 0 0,-1 0 0,0 0 0,0 0 0,-3-5 0,4 8 0,-1 0 0,1 0 0,-1 0 0,0 0 0,0 0 0,0 0 0,0 0 0,0 1 0,0-1 0,0 1 0,-1 0 0,1 0 0,-1 0 0,1 0 0,-1 0 0,1 0 0,-1 0 0,1 1 0,-1-1 0,-3 1 0,-5-1 0,1 0 0,-1 1 0,0 1 0,1 0 0,-1 0 0,1 1 0,-1 0 0,-19 7 0,24-6 0,0 0 0,0 1 0,0 0 0,0 0 0,0 0 0,1 0 0,0 1 0,0 0 0,0 0 0,0 1 0,1-1 0,0 1 0,0 0 0,-4 10 0,-1 3 0,1 1 0,2 0 0,0 0 0,0 0 0,2 1 0,-3 36 0,5-1 0,5 73 0,-2-120 0,0 0 0,1 0 0,0 0 0,1 0 0,0-1 0,0 1 0,1-1 0,0 0 0,0 0 0,1 0 0,0 0 0,1-1 0,0 0 0,0 0 0,12 10 0,-12-11 0,0-1 0,0-1 0,1 1 0,0-1 0,0 0 0,0 0 0,0-1 0,0 0 0,1 0 0,-1-1 0,1 0 0,0 0 0,0-1 0,0 0 0,0 0 0,0-1 0,0 0 0,9-2 0,68-14-1365,-48 9-5461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4.22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354 1 24575,'-1'6'0,"0"0"0,-1-1 0,1 1 0,-1 0 0,0-1 0,-1 1 0,-3 6 0,0 0 0,-78 168 0,-72 172 0,135-296 0,3 1 0,3 0 0,2 2 0,-8 82 0,20-129 0,1 0 0,0 1 0,0-1 0,2 0 0,-1 0 0,2 0 0,-1 0 0,7 16 0,-5-20 0,0 1 0,0-1 0,1 0 0,0 0 0,0 0 0,1 0 0,0-1 0,1 0 0,-1-1 0,1 1 0,11 6 0,-15-11-105,0 0 0,0 0 0,0 0 0,1-1 0,-1 1 0,0-1 0,1 0 0,-1 0 0,1 0 0,-1-1 0,1 1 0,6-1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5.3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12 24575,'132'0'0,"26"0"0,96 0-546,92-2-1777,-79 1 1733,968-6-3767,-814 6 6255,8 1 3797,171 25-6837,-530-20-5684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8.3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732 3 24575,'0'0'0,"0"-1"0,0 1 0,0 0 0,1 0 0,-1 0 0,0-1 0,0 1 0,1 0 0,-1 0 0,0 0 0,1 0 0,-1-1 0,0 1 0,0 0 0,1 0 0,-1 0 0,0 0 0,1 0 0,-1 0 0,0 0 0,1 0 0,-1 0 0,0 0 0,1 0 0,-1 0 0,0 0 0,0 0 0,1 0 0,-1 1 0,0-1 0,1 0 0,-1 0 0,0 0 0,14 5 0,-1 2 0,-1 0 0,0 1 0,0 0 0,-1 1 0,0 0 0,0 1 0,-1 0 0,0 1 0,-1 0 0,11 18 0,4 8 0,-2 2 0,19 45 0,-20-34 0,-1 0 0,-3 1 0,-2 2 0,-3-1 0,9 75 0,-17-79 0,-2-1 0,-2 1 0,-2 0 0,-3-1 0,-1 0 0,-18 67 0,1-39-83,-3 0 1,-3-2-1,-3-1 0,-3-2 0,-3-1 1,-3-2-1,-4-2 0,-88 102 0,96-129 83,-1-1 0,-2-2 0,-1-2 0,-60 37 0,72-53 0,-1 0 0,0-2 0,-1-2 0,-1 0 0,0-3 0,-1 0 0,-59 8 0,46-14-1241,13-6-4964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7.11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60 24575,'0'-2'0,"0"-2"0,4-1 0,7-2 0,6 1 0,8 1 0,11-2 0,20-1 0,28 2 0,27 2 0,19 1 0,3 1 0,-16 2 0,-25 0 0,-28 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7.7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274 1 24575,'-2'39'0,"-1"1"0,-10 51 0,-26 75 0,23-105 0,-99 431 0,35 6 0,78-481 0,1-9 0,0 1 0,0 0 0,1-1 0,0 1 0,2 12 0,-2-20 0,1 0 0,-1 1 0,1-1 0,-1 0 0,1 0 0,0 0 0,-1 0 0,1 0 0,0 0 0,0 0 0,-1 0 0,1 0 0,0-1 0,0 1 0,0 0 0,0 0 0,0-1 0,0 1 0,0 0 0,0-1 0,1 0 0,-1 1 0,0-1 0,0 1 0,0-1 0,1 0 0,-1 0 0,0 0 0,2 0 0,5 0 0,1 0 0,-1 0 0,13-3 0,-2 0 0,289-5 334,-3 22-1396,-246-11 425,29 2-6189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29.9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470 228 24575,'0'-22'0,"1"-3"0,-2 1 0,-4-29 0,4 47 0,0 0 0,0 0 0,-1 0 0,0 0 0,0 0 0,-1 0 0,0 0 0,0 0 0,0 1 0,0 0 0,-1 0 0,0 0 0,-7-7 0,9 10 0,-1 0 0,0 0 0,1 1 0,-1-1 0,0 1 0,0-1 0,0 1 0,-1 0 0,1 0 0,0 0 0,0 1 0,-1-1 0,1 1 0,0 0 0,0 0 0,-1 0 0,1 0 0,0 0 0,-6 2 0,4-1 0,0 1 0,0-1 0,0 1 0,1 0 0,-1 0 0,1 1 0,-1-1 0,1 1 0,0 0 0,0 0 0,0 0 0,-4 6 0,-17 22 0,2 1 0,1 1 0,-20 38 0,-40 113 0,80-180 0,-54 151 0,43-117 0,3 1 0,-6 44 0,15-81 0,1-1 0,0 1 0,0-1 0,0 1 0,0-1 0,0 1 0,0-1 0,0 1 0,1-1 0,-1 1 0,1-1 0,-1 1 0,1-1 0,-1 1 0,1-1 0,0 0 0,0 1 0,0-1 0,0 0 0,0 0 0,0 1 0,0-1 0,0 0 0,0 0 0,0 0 0,0 0 0,1 0 0,-1-1 0,0 1 0,1 0 0,-1-1 0,1 1 0,-1-1 0,1 1 0,2 0 0,6 0 0,1 1 0,-1-2 0,0 1 0,16-2 0,-8 0 0,-7 1 0,1 0 0,-1-1 0,0 0 0,-1-1 0,1 0 0,0-1 0,0 0 0,-1 0 0,0-1 0,0-1 0,0 0 0,0 0 0,-1-1 0,1 0 0,-2-1 0,1 0 0,-1 0 0,0-1 0,0 0 0,-1 0 0,0-1 0,-1 0 0,1 0 0,-2 0 0,1-1 0,6-18 0,1-14 0,-1-1 0,7-57 0,-10 51 0,-3 25 0,-6 24 0,0 0 0,0 0 0,0 0 0,0 0 0,0 0 0,0 0 0,0 1 0,0-1 0,1 0 0,-1 0 0,0 0 0,0 0 0,0 0 0,0 0 0,0 0 0,0 0 0,0 0 0,1 0 0,-1 0 0,0 0 0,0 0 0,0 1 0,0-1 0,0 0 0,0 0 0,1 0 0,-1 0 0,0 0 0,0 0 0,0 0 0,0 0 0,0-1 0,0 1 0,1 0 0,-1 0 0,0 0 0,0 0 0,0 0 0,0 0 0,0 0 0,0 0 0,0 0 0,1 0 0,-1 0 0,0 0 0,0 0 0,0-1 0,0 1 0,0 0 0,0 0 0,0 0 0,0 0 0,0 0 0,0 0 0,0 0 0,1-1 0,2 16 0,-3-14 0,16 136 0,-12-89 0,2 0 0,2-1 0,19 65 0,-26-108-45,0 0-1,1 0 1,0 0-1,0 0 1,0 0-1,0 0 1,0 0-1,1-1 1,-1 1-1,1-1 1,0 0-1,0 0 1,1 0-1,-1 0 1,1 0-1,-1-1 1,1 1-1,0-1 1,0 0-1,0 0 1,0-1-1,0 1 1,0-1-1,0 0 0,1 0 1,-1 0-1,0-1 1,1 1-1,5-1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30.2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96 0 24575,'0'4'0,"0"6"0,0 2 0,-2 4 0,-5 4 0,-4 8 0,-6 4 0,-4 1 0,0-3 0,4-7-8191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30.9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256 0 24575,'0'22'0,"-5"346"0,-32-1 0,19-270 0,-5-1 0,-57 158 0,74-239 0,4-10 0,1 0 0,-1 0 0,-1 1 0,1-1 0,-1-1 0,1 1 0,-1 0 0,-1-1 0,-6 8 0,10-12 0,0 0 0,0 1 0,-1-1 0,1 0 0,0 0 0,0 0 0,0 0 0,-1 0 0,1 0 0,0 1 0,0-1 0,0 0 0,0 0 0,-1 0 0,1 0 0,0 0 0,0 0 0,0 0 0,-1 0 0,1 0 0,0 0 0,0 0 0,-1 0 0,1 0 0,0 0 0,0 0 0,0 0 0,0-1 0,-1 1 0,1 0 0,0 0 0,0 0 0,0 0 0,-1 0 0,1 0 0,0 0 0,0-1 0,0 1 0,0 0 0,0 0 0,-1 0 0,1 0 0,0-1 0,0 1 0,0 0 0,0 0 0,0 0 0,0 0 0,0-1 0,0 1 0,0 0 0,0 0 0,0 0 0,0-1 0,-1-4 0,0 0 0,1 0 0,0-1 0,0 1 0,0 0 0,0 0 0,1 0 0,0 0 0,0 0 0,3-8 0,23-53 0,-23 57 0,11-22 0,1 0 0,2 1 0,1 1 0,2 1 0,43-47 0,-45 56 0,0 1 0,1 1 0,1 1 0,0 1 0,1 0 0,1 2 0,0 0 0,35-12 0,-53 23 0,-1 1 0,0-1 0,1 1 0,-1 0 0,1 1 0,-1-1 0,1 1 0,-1 0 0,1 0 0,8 1 0,-10 0 0,0 0 0,-1 0 0,1 0 0,-1 0 0,1 0 0,-1 1 0,0-1 0,0 1 0,1 0 0,-1 0 0,0-1 0,0 1 0,-1 0 0,1 1 0,0-1 0,-1 0 0,1 0 0,-1 1 0,2 2 0,3 10 0,-1 0 0,0 0 0,-1 0 0,0 1 0,2 27 0,-3-6 0,-2 50 0,-2-69 0,-1-1 0,0 0 0,-1 0 0,-1-1 0,0 1 0,-2-1 0,0 0 0,0 0 0,-1 0 0,-1-1 0,-1 0 0,0-1 0,-1 0 0,-1 0 0,0-1 0,-1 0 0,0-1 0,0-1 0,-2 0 0,-21 15 0,9-10 0,-1 0 0,-38 15 0,49-25 0,0 0 0,-1-1 0,0 0 0,1-2 0,-33 4 0,45-7 12,0 0 1,0-1-1,0 1 0,0-1 0,0 0 0,0 0 1,0 0-1,0 0 0,0-1 0,0 1 0,1-1 1,-1 0-1,-4-4 0,2 2 12,0-1 1,0 0-1,1-1 0,0 1 1,0-1-1,-7-12 1,2 1-367,1-1 1,0 0 0,2 0-1,-9-31 1,8 15-6485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35.7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175 1 24575,'-2'0'0,"-1"2"0,-1 2 0,-3 9 0,0 6 0,2 6 0,-1 10 0,-3 15 0,-2 21 0,-4 15 0,0 10 0,0 0 0,-2-2 0,1-10 0,0-17 0,4-15 0,3-14 0,4-15-8191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36.0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117 1 24575,'0'2'0,"0"2"0,0 6 0,-2 3 0,-3 5 0,-2 3 0,-2 1 0,-1 2 0,-4 0 0,-1 0 0,1 1 0,0-4 0,0 1 0,1-3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36.7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168 1 24575,'-2'4'0,"-3"11"0,-2 15 0,-2 16 0,0 7 0,-1 5 0,-2 10 0,-1 10 0,-4 12 0,-3 9 0,0-5 0,1-11 0,5-14 0,3-20-8191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37.3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83 96 24575,'-14'26'0,"-1"11"0,3 0 0,0 1 0,3 1 0,1-1 0,2 2 0,2-1 0,1 0 0,5 69 0,-2-100 0,1 0 0,1-1 0,-1 1 0,1-1 0,1 1 0,-1-1 0,1 0 0,0 0 0,1 0 0,0-1 0,8 12 0,-9-14 0,1-1 0,-1 0 0,1 0 0,0 0 0,0 0 0,0 0 0,0-1 0,0 0 0,0 0 0,1 0 0,-1 0 0,1-1 0,0 1 0,-1-1 0,1 0 0,0-1 0,0 1 0,-1-1 0,1 0 0,6-1 0,-2 0 0,1-1 0,0 0 0,0-1 0,-1 0 0,0-1 0,1 0 0,-1 0 0,-1-1 0,1 0 0,-1-1 0,0 0 0,0 0 0,0 0 0,-1-1 0,0-1 0,11-14 0,-1 0 0,-2-1 0,0 0 0,-2-1 0,21-50 0,-22 43 0,-1-1 0,-1 0 0,-2 0 0,-1-1 0,-2 0 0,-1 0 0,0-47 0,-4 77 0,-1-1 0,0 0 0,0 0 0,0 1 0,0-1 0,-1 1 0,1-1 0,-1 1 0,0-1 0,0 1 0,0 0 0,0 0 0,-1 0 0,1 0 0,-1 1 0,0-1 0,0 0 0,0 1 0,0 0 0,0 0 0,0 0 0,-1 0 0,-4-1 0,-5-3 0,-1 0 0,-1 2 0,1-1 0,-24-2 0,18 4-455,1 1 0,-27 2 0,29 0-6371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37.7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215 3 24575,'2'-2'0,"1"2"0,-1 2 0,0 3 0,-4 5 0,-14 4 0,-11 2 0,-15 3 0,-26-1 0,0-3-8191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40.0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253 14 24575,'0'0'0,"0"0"0,0 0 0,0-1 0,0 1 0,0 0 0,0 0 0,0-1 0,0 1 0,0 0 0,0 0 0,0 0 0,0-1 0,0 1 0,0 0 0,0 0 0,0 0 0,1-1 0,-1 1 0,0 0 0,0 0 0,0 0 0,0-1 0,0 1 0,1 0 0,-1 0 0,0 0 0,0 0 0,0-1 0,0 1 0,1 0 0,-1 0 0,0 0 0,0 0 0,0 0 0,1 0 0,-1 0 0,0 0 0,0 0 0,1 0 0,-1 0 0,0 0 0,0 0 0,0 0 0,1 0 0,-1 0 0,0 0 0,0 0 0,1 0 0,-1 0 0,15-2 0,24-2 0,0 3 0,66 5 0,-101-4 0,0 1 0,-1-1 0,1 1 0,0 0 0,-1 0 0,1 0 0,-1 0 0,1 1 0,-1-1 0,1 1 0,-1 0 0,0 0 0,0 0 0,0 0 0,0 1 0,0-1 0,3 6 0,-3-4 0,-1 0 0,0 0 0,0 0 0,-1 0 0,1 1 0,-1-1 0,0 1 0,0-1 0,-1 1 0,1-1 0,-1 1 0,0 0 0,0-1 0,-1 6 0,-1 1 0,0-1 0,-1 0 0,0 1 0,0-1 0,-1 0 0,-1 0 0,1-1 0,-2 0 0,1 1 0,-1-2 0,-1 1 0,0-1 0,0 0 0,-14 12 0,-4 2 0,-1-1 0,-1-1 0,-43 23 0,-13-1 0,-121 43 0,189-78 0,15-7 0,0 1 0,0-1 0,0 0 0,-1 0 0,1 0 0,0 0 0,0 0 0,0 0 0,0 0 0,0 0 0,0 0 0,0 0 0,0 0 0,0 0 0,0 1 0,0-1 0,0 0 0,0 0 0,0 0 0,0 0 0,0 0 0,0 0 0,-1 0 0,1 0 0,0 0 0,0 1 0,0-1 0,0 0 0,0 0 0,1 0 0,-1 0 0,0 0 0,0 0 0,0 0 0,0 0 0,0 1 0,0-1 0,0 0 0,0 0 0,0 0 0,0 0 0,0 0 0,0 0 0,0 0 0,0 0 0,0 0 0,0 0 0,0 0 0,1 1 0,-1-1 0,0 0 0,0 0 0,0 0 0,0 0 0,0 0 0,0 0 0,1 0 0,29 3 0,545-7 0,-491 3 0,-53 1 105,-14 0-350,1 0 0,-1-1 0,0-1 0,1 0 0,23-7 0,-24 2-6581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40.2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148 0 24575,'6'6'0,"8"12"0,9 12 0,12 20 0,10 22 0,9 22 0,0 22 0,-7 18 0,-11 16 0,-16 11 0,-23 0 0,-31-6 0,-33-12 0,-36-16 0,-37-19 0,5-28-8191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44.36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24575,'6'0'0,"22"10"0,44 25 0,71 36 0,88 50 0,92 50-3276,61 33 2110,12 10-1501,-35-12 2667,-69-32 0,-77-41-1198,-74-39 1198,-61-34 116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45.85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1687 24575,'0'-173'0,"25"-184"0,-17 297 0,4-1 0,1 1 0,4 1 0,2 1 0,2 0 0,47-87 0,-42 100-25,3 1 1,2 2-1,1 1 0,2 1 0,2 2 0,2 2 0,1 1 0,1 2 1,61-38-1,-39 34-265,1 2 1,2 3 0,2 4 0,0 2 0,2 3 0,88-18-1,-112 32-5628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46.50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 50 24575,'0'-1'0,"-1"1"0,1-1 0,0 1 0,0 0 0,-1-1 0,1 1 0,0-1 0,0 1 0,-1-1 0,1 1 0,0-1 0,0 0 0,0 1 0,0-1 0,0 1 0,0-1 0,0 1 0,0-1 0,0 1 0,0-1 0,0 1 0,0-1 0,0 1 0,0-1 0,1 1 0,-1-1 0,0 1 0,0-1 0,1 1 0,-1-1 0,0 1 0,0-1 0,1 1 0,-1-1 0,1 1 0,-1 0 0,0-1 0,1 1 0,-1 0 0,1-1 0,-1 1 0,1 0 0,-1 0 0,1-1 0,-1 1 0,2 0 0,25-11 0,-3 6 0,1 0 0,-1 1 0,32 0 0,77 5 0,-84 0 0,-47-1 0,0 0 0,0 1 0,0-1 0,0 0 0,0 1 0,0-1 0,0 1 0,0 0 0,-1-1 0,1 1 0,0 0 0,0 0 0,0 0 0,-1 1 0,1-1 0,-1 0 0,1 0 0,-1 1 0,1-1 0,-1 1 0,0 0 0,0-1 0,0 1 0,0 0 0,0 0 0,0-1 0,0 1 0,0 0 0,0 4 0,1 4 0,0 1 0,-1 0 0,0 0 0,-1 17 0,0-13 0,-3 60 48,-21 127 0,9-92-1509,11-75-5365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46.83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46 3 24575,'0'-2'0,"0"3"0,0 10 0,0 12 0,0 9 0,0 7 0,-2 8 0,-3 14 0,-2 13 0,-4 7 0,0-1 0,2-16-8191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52.06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24575,'0'2'0,"6"2"0,18 4 0,10 1 0,18 1 0,32 0 0,41 1 0,52-1 0,62-2 0,48-2-2313,26-5 2313,0-4 0,-26-5 0,-45-2 0,-65 1-5878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2:54.02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 1769 24575,'4105'0'0,"-3997"-1"0,1-5 0,158-28 0,22-31 0,-237 50 0,-1-2 0,0-3 0,68-36 0,-107 49 0,0-1 0,0-1 0,-1 0 0,0-1 0,-1 0 0,12-13 0,47-73 0,-42 56 0,34-46 0,-13 21 0,64-117 0,-104 168 0,-2-1 0,0-1 0,-1 1 0,0-1 0,-1 1 0,-1-1 0,2-18 0,-5 25 0,0-1 0,0 1 0,0 0 0,-1 0 0,-1 0 0,0-1 0,0 1 0,0 1 0,-1-1 0,-1 0 0,1 1 0,-1-1 0,-10-13 0,-1 3 0,0 0 0,-1 2 0,-1 0 0,-1 1 0,-20-15 0,-108-63 0,16 23-302,-246-96 0,-164 1-302,360 128 604,-2 8 0,-258-10 0,-371 36 0,557 11 2,-329 51-1,456-36-8,0 6 1,3 5-1,0 5 1,-177 83-1,199-72 47,3 4 1,2 5-1,2 4 0,-101 88 0,170-127 76,2 3-1,0 0 0,2 1 0,1 1 0,1 1 1,2 1-1,0 0 0,-17 46 0,-19 38-115,-25 59 0,60-126 0,-22 85 0,38-119 0,0-1 0,1 1 0,1 0 0,0-1 0,0 1 0,3 20 0,-1-25 0,1 0 0,0 1 0,1-1 0,0-1 0,0 1 0,0 0 0,1-1 0,0 0 0,1 0 0,-1 0 0,7 7 0,24 25 0,2-1 0,48 37 0,89 59 0,-133-104 0,70 39 0,-95-60 0,2-2 0,-1 1 0,1-2 0,0 0 0,0-2 0,1 0 0,31 3 0,311-4-24,-248-5-1317,-32 2-5485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31.9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16 214 24575,'-5'-5'-470,"4"5"473,0-1 0,0 0-1,0 0 1,0 1 0,1-1 0,-1 0-1,0 0 1,0 0 0,1 0-1,-1 0 1,1 0 0,-2-2-1,2 2 4,1 0 0,-1 0-1,0 0 1,1 0 0,-1 1-1,0-1 1,1 0 0,-1 0-1,1 1 1,-1-1 0,1 0-1,-1 0 1,1 1 0,-1-1-1,1 1 1,0-1 0,-1 1-1,1-1 1,0 1 0,0-1-1,-1 1 1,1-1 0,0 1-1,0 0 1,1-1 0,18-7 6,0 0 0,0 2 1,1 0-1,38-5 0,-34 6-11,197-30-1,146-3-546,159 3-1952,140 8 155,2810 79-5934,-3070-24 7567,-115-2 536,-288-25 171,298 35 1700,-247-24-812,-43-5 651,-13-2-553,-20 3 238,-98 19 2937,96-22-4282,-72 13-3647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33.58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59 24575,'4'0'0,"15"0"0,36 0 0,64 0 0,101 0 0,119-6 0,123-6-3276,105-1 681,61 2-682,4 3 2783,-55 2 494,-98 3 0,-115 6-1828,-113 4 1828,-99 0 3279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34.90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1277 971 24575,'-18'4'-2489,"-35"3"-1,-55-5 4656,55-2-2103,-29 0 624,0-4 1,-1-3 0,-121-26-1,111 11-687,-214-55 0,285 70 0,0 0 0,0-2 0,-26-14 0,43 20 0,0 0 0,0 0 0,0 0 0,0-1 0,1 0 0,-1 0 0,1 0 0,0 0 0,0-1 0,1 0 0,-1 1 0,1-1 0,0-1 0,0 1 0,1 0 0,0-1 0,0 1 0,-2-8 0,1-4 0,1-1 0,0 1 0,2-1 0,0 0 0,1 1 0,4-28 0,-2 34 0,-1 0 0,2 1 0,-1-1 0,1 1 0,1 0 0,0 0 0,1 1 0,-1-1 0,2 1 0,-1 0 0,15-14 0,3 1 0,2 2 0,0 0 0,2 1 0,0 2 0,59-27 0,164-48 0,164-12-375,8 35-1,-393 64 368,-6 1 38,0 1-1,0 1 0,44 2 0,-63 1 5,0 0 0,1 1 1,-1-1-1,0 1 0,0 0 0,0 0 1,-1 1-1,1 0 0,6 4 0,37 34 241,-33-27-250,0-1-25,-1 1 0,0 1 0,-1 0 0,0 1 0,-1 0 0,-1 1 0,-1 0 0,0 1 0,-2 0 0,0 1 0,0 0 0,-2 0 0,-1 0 0,0 1 0,-1 0 0,-1 0 0,-1 0 0,-1 0 0,-1 0 0,-2 24 0,-1-31 0,0 0 0,0 1 0,-1-1 0,-1 0 0,0-1 0,-1 1 0,0-1 0,-1 0 0,-1-1 0,0 0 0,0 0 0,-1-1 0,0 1 0,-17 13 0,-7 3 0,-1-2 0,-1-1 0,-54 27 0,-15 1 0,-2-4 0,-1-6 0,-3-4 0,-1-4 0,-2-6 0,-129 16 0,164-36-682,-111-1-1,133-8-6143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39.16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24575,'8'1'0,"0"-1"0,0 2 0,14 3 0,22 3 0,211 4 0,-4-8-546,114-2-1640,121 0 1633,95-2 551,2198-1-7030,-2556 1 7322,-5-2 1545,412 13 6359,-542 2-8194,-12-1 0,226 14-1365,-240-21-5461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0.01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24575,'566'46'-28,"-425"-29"-171,1426 69-939,-1166-96 1136,278-1-415,-655 11 266,-6 0 190,1 0 1,-1 1-1,1 1 0,27 6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6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1 24575,'-1'0'0,"0"0"0,1 0 0,-1 1 0,0-1 0,0 1 0,1-1 0,-1 1 0,0-1 0,1 1 0,-1-1 0,0 1 0,1 0 0,-1-1 0,1 1 0,-1 0 0,1-1 0,-1 1 0,1 0 0,-1 1 0,-9 19 0,8-14 0,-63 149 0,7 4 0,-43 189 0,-9 211-1365,106-530-5461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7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118 119 24575,'-1'15'0,"-1"0"0,0 0 0,-2-1 0,1 1 0,-10 20 0,-7 31 0,14-36 0,1 1 0,-1 43 0,6-64 0,0 1 0,1-1 0,0 0 0,0 1 0,1-1 0,1 0 0,0 0 0,0-1 0,0 1 0,2 0 0,4 9 0,-7-17 0,0 1 0,1-1 0,-1 1 0,1-1 0,-1 0 0,1 0 0,0 0 0,0 0 0,0 0 0,0 0 0,0-1 0,0 0 0,0 0 0,0 1 0,1-2 0,-1 1 0,0 0 0,1-1 0,-1 1 0,1-1 0,-1 0 0,0 0 0,6-2 0,3 1 0,-1-1 0,0 0 0,0-1 0,0-1 0,19-8 0,-14 5 0,-1-1 0,-1 0 0,1-1 0,-1-1 0,-1 0 0,0-1 0,20-21 0,-26 23 0,0 0 0,0-1 0,-1 0 0,0 0 0,0 0 0,-1-1 0,-1 0 0,0 0 0,0 0 0,-1 0 0,-1 0 0,2-14 0,-2 4 0,0 1 0,-2-1 0,0 0 0,-6-38 0,5 52 0,-1 0 0,0-1 0,0 1 0,-1 0 0,1 0 0,-2 0 0,1 0 0,-1 1 0,0 0 0,0-1 0,-1 1 0,0 1 0,0-1 0,0 1 0,-1 0 0,-9-7 0,-5-1 0,-35-17 0,47 26 0,0 1 0,0 0 0,0 1 0,0-1 0,0 2 0,-1-1 0,1 1 0,-12 0 0,16 1 0,-1 1 0,1 0 0,-1 0 0,1 0 0,-1 1 0,1 0 0,0 0 0,0 0 0,0 0 0,-5 3 0,-37 32 0,32-25 0,-10 9-682,-22 26-1,14-10-6143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8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 24575,'0'-2'0,"2"-1"0,5 1 0,5 0 0,6 0 0,12 1 0,17 1 0,17-1 0,14 1 0,7 1 0,-6-1 0,-12 0 0,-18 0-8191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8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238 1 24575,'-42'666'-287,"-49"-10"-221,12-109 296,75-513 212,-17 184 0,21-214 0,0 0 0,-1-1 0,1 1 0,1 0 0,-1 0 0,0-1 0,2 6 0,-2-8 0,1 0 0,-1-1 0,1 1 0,-1 0 0,1 0 0,-1-1 0,1 1 0,0 0 0,-1-1 0,1 1 0,0 0 0,-1-1 0,1 1 0,0-1 0,0 1 0,0-1 0,-1 0 0,1 1 0,0-1 0,0 0 0,0 1 0,0-1 0,0 0 0,0 0 0,-1 0 0,1 0 0,0 0 0,0 0 0,1 0 0,80-8 839,151-2-671,-24 6-498,809-1-2357,-851 5-2487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9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342 1 24575,'0'2'0,"0"7"0,0 5 0,0 7 0,-4 9 0,-7 10 0,-10 8 0,-7 5 0,-11 2 0,-9 0 0,-11-4 0,-11-9 0,8-11-8191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0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282 59 24575,'0'0'0,"0"0"0,0 0 0,0 0 0,-1 0 0,1-1 0,0 1 0,0 0 0,0 0 0,0 0 0,0 0 0,0 0 0,-1 0 0,1 0 0,0 0 0,0 0 0,0 0 0,0 0 0,-1 0 0,1 0 0,0 0 0,0 0 0,0 0 0,0 0 0,0 0 0,-1 0 0,1 0 0,0 0 0,0 0 0,0 0 0,0 0 0,0 0 0,-1 1 0,1-1 0,0 0 0,0 0 0,0 0 0,0 0 0,0 0 0,0 0 0,0 0 0,-1 1 0,1-1 0,0 0 0,0 0 0,0 0 0,0 0 0,0 0 0,0 0 0,0 1 0,0-1 0,0 0 0,0 0 0,0 0 0,0 0 0,0 1 0,-8 9 0,-7 21 0,1 1 0,2 0 0,1 1 0,-11 59 0,17-65 0,0-1 0,2 1 0,1 0 0,1 0 0,5 49 0,-2-63 0,1 0 0,0 1 0,0-2 0,1 1 0,1 0 0,0-1 0,1 0 0,0 0 0,1-1 0,1 1 0,-1-2 0,2 1 0,15 16 0,-10-15 0,1-1 0,0 0 0,1-1 0,0-1 0,1-1 0,0 0 0,0-1 0,0 0 0,1-2 0,0 0 0,23 3 0,0-2 0,0-2 0,0-2 0,81-6 0,-104 3 0,0-1 0,0-1 0,34-10 0,-47 12 0,0-1 0,-1 0 0,1 0 0,-1 0 0,0-1 0,0 1 0,0-1 0,0 0 0,0-1 0,0 1 0,-1 0 0,1-1 0,-1 0 0,0 0 0,-1 0 0,1 0 0,0 0 0,-1-1 0,2-6 0,1-7 0,-2-1 0,0 0 0,-2 1 0,0-1 0,-1 0 0,-4-35 0,1 4 0,0-14 0,-10-67 0,9 110 0,-1 0 0,0 1 0,-2-1 0,0 1 0,-1 1 0,-1-1 0,-13-20 0,10 20 0,4 7 0,0 1 0,-14-18 0,19 27 0,1 0 0,0 1 0,-1-1 0,0 1 0,0 0 0,0 0 0,0 0 0,0 0 0,0 0 0,0 1 0,0 0 0,-1-1 0,1 1 0,0 0 0,-7-1 0,-142 3 0,69 2 0,-229-13 0,181 8-28,91 3-1309,19-1-5489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1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1266 1 24575,'5'0'0,"-1"0"0,0 1 0,0 0 0,0 0 0,0 0 0,1 0 0,-2 0 0,1 1 0,0 0 0,0 0 0,0 0 0,-1 0 0,1 1 0,-1-1 0,0 1 0,4 3 0,4 6 0,-1 0 0,18 28 0,-11-16 0,70 103 0,-5 3 0,-5 4 0,-7 3 0,-6 3 0,-6 3 0,62 234 0,-7 160 0,-94-405 0,-7 1 0,-4 151 0,-9-254 0,-2-1 0,0 0 0,-2 0 0,-1-1 0,-2 1 0,-1-1 0,0-1 0,-2 0 0,-2 0 0,0-1 0,-22 31 0,0-9-123,-2-1 0,-2-2 0,-2-2 0,-2-1 0,-95 70 0,40-45-123,-3-4 1,-111 51-1,-256 84-1307,-8-40-495,170-68-1067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2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341 0 24575,'-2'0'0,"-2"4"0,-2 10 0,0 17 0,-6 26 0,-7 23 0,-6 25 0,-4 26 0,-6 16 0,-2 13 0,-2 4 0,5-6 0,3-16 0,6-24 0,7-28 0,6-28 0,6-24-8191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3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12 24575,'-1'108'0,"5"149"0,-3-245 0,1 1 0,0-1 0,1 1 0,1-1 0,0 0 0,0 0 0,12 21 0,-14-29 0,0 0 0,1 0 0,0 0 0,0-1 0,0 1 0,0-1 0,0 1 0,1-1 0,-1 0 0,1 0 0,0-1 0,0 1 0,0-1 0,0 0 0,0 0 0,1 0 0,-1-1 0,1 1 0,-1-1 0,1 0 0,-1 0 0,1-1 0,0 0 0,7 0 0,-10 0 0,1-1 0,-1 1 0,1-1 0,-1 0 0,0 0 0,1 0 0,-1 0 0,0 0 0,0 0 0,1-1 0,-1 1 0,0-1 0,-1 0 0,1 0 0,0 1 0,0-1 0,-1 0 0,1 0 0,-1-1 0,0 1 0,1 0 0,-1 0 0,1-5 0,3-6 0,-1 0 0,0 0 0,1-17 0,-3 23 0,9-62 0,-2 1 0,-4-1 0,-4-79 0,-1 145 14,0 0 0,-1 0-1,1 0 1,-1 0 0,0 0-1,0 0 1,0 0-1,0 0 1,-1 1 0,1-1-1,-1 0 1,0 1 0,1-1-1,-1 1 1,0 0 0,0-1-1,-1 1 1,1 0 0,0 0-1,-1 1 1,1-1 0,-1 0-1,0 1 1,-5-3 0,-3 0-356,-1 0 1,1 1 0,-1 0-1,-23-1 1,15 1-6485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7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24575,'0'-2'0,"0"2"0,0 6 0,0 12 0,0 13 0,0 9 0,0 6 0,0 11 0,0 15 0,0 16 0,0 12 0,0 5 0,0-3 0,0-9 0,0-15 0,0-16 0,0-17 0,0-16-8191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9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539 13 24575,'0'0'0,"0"-1"0,0 1 0,0-1 0,0 1 0,0-1 0,0 1 0,0-1 0,0 1 0,-1-1 0,1 1 0,0-1 0,0 1 0,-1 0 0,1-1 0,0 1 0,0-1 0,-1 1 0,1 0 0,-1-1 0,1 1 0,0-1 0,-1 1 0,1 0 0,-1 0 0,1-1 0,-1 1 0,1 0 0,0 0 0,-1 0 0,1-1 0,-1 1 0,1 0 0,-1 0 0,1 0 0,-1 0 0,0 0 0,1 0 0,-1 0 0,1 0 0,-1 0 0,1 0 0,-1 0 0,1 0 0,-1 1 0,1-1 0,-1 0 0,-27 11 0,28-11 0,-29 16 0,1 1 0,1 1 0,0 1 0,-24 24 0,6-1 0,-48 59 0,62-64 0,3 1 0,-35 59 0,51-76 0,2 0 0,0 1 0,1 1 0,1-1 0,1 1 0,-7 42 0,14-59 0,-1-1 0,1 1 0,0 0 0,0-1 0,1 1 0,-1-1 0,1 1 0,0-1 0,1 1 0,-1-1 0,1 0 0,1 1 0,-1-1 0,0 0 0,1 0 0,5 6 0,-3-6 0,0 1 0,0-1 0,1 0 0,-1-1 0,1 1 0,0-1 0,1 0 0,-1-1 0,1 0 0,-1 0 0,1 0 0,8 2 0,12 2 0,1-1 0,1-1 0,-1-1 0,1-1 0,0-2 0,-1-1 0,1-1 0,0-2 0,52-11 0,-74 13 0,-1-1 0,0 0 0,-1 0 0,1-1 0,0 0 0,-1 0 0,1 0 0,-1-1 0,0 1 0,0-1 0,-1 0 0,1-1 0,-1 1 0,0-1 0,4-6 0,-3 3 0,-1 0 0,0-1 0,0 1 0,-1-1 0,-1 0 0,1 0 0,-1-1 0,-1 1 0,1-14 0,1-53 0,-5 1 0,-2 0 0,-4-1 0,-18-76 0,22 131 0,-9-41 0,11 56 0,0 0 0,0 0 0,0 1 0,-1-1 0,0 1 0,0-1 0,-5-6 0,6 11-57,1 0 0,-1-1 1,1 1-1,-1 0 0,1 0 0,-1 1 0,0-1 0,0 0 0,1 1 0,-1-1 0,0 1 1,0-1-1,0 1 0,0 0 0,1 0 0,-1 0 0,0 0 0,0 0 0,0 0 1,0 0-1,0 1 0,1-1 0,-3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9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24575,'2'6'0,"15"22"0,28 37 0,41 60 0,55 74 0,50 76-3259,43 64 3259,21 39-3193,-2 16 3193,-25-15 0,-38-43 0,-45-56-1787,-46-64 1787,-37-63-338,-29-56 338,-21-43 386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4:04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743 491 24575,'7'-2'0,"1"1"0,-1-1 0,0 0 0,0-1 0,0 0 0,0 0 0,-1 0 0,1-1 0,-1 0 0,0 0 0,6-6 0,4 0 0,12-9 0,-1-1 0,0-2 0,-2 0 0,38-44 0,-54 55 0,0 0 0,0-1 0,-1 0 0,-1 0 0,0-1 0,-1 0 0,-1 0 0,0-1 0,0 0 0,-1 0 0,-1 0 0,0 0 0,0-24 0,-2 35 0,-2 0 0,1 0 0,0 0 0,0 0 0,-1 0 0,0 1 0,1-1 0,-1 0 0,0 0 0,-1 1 0,1-1 0,0 1 0,-1-1 0,1 1 0,-1-1 0,-3-2 0,2 2 0,0 0 0,-1 0 0,0 1 0,1-1 0,-1 1 0,0 0 0,0 0 0,-1 0 0,-7-1 0,-7-1 0,-1 1 0,1 0 0,-1 2 0,-20 1 0,15 0 0,-380 2 0,386-2 0,-1 2 0,1 0 0,0 1 0,-30 9 0,44-10 0,0-1 0,0 2 0,0-1 0,1 0 0,-1 1 0,1 0 0,-1 0 0,1 1 0,0-1 0,0 1 0,0 0 0,1 0 0,-1 0 0,1 0 0,0 0 0,0 1 0,1 0 0,-1-1 0,1 1 0,0 0 0,-2 7 0,1-1 0,1 0 0,0 0 0,0-1 0,1 1 0,0 0 0,1 0 0,1 0 0,-1 0 0,2 0 0,-1 0 0,2 0 0,-1-1 0,1 1 0,1-1 0,0 0 0,1 0 0,-1 0 0,2 0 0,0-1 0,0 0 0,0 0 0,1 0 0,12 10 0,-2-4 0,0-2 0,1 0 0,1-1 0,39 19 0,86 25 0,-138-54 0,-4-2 0,-1 0 0,1 1 0,-1-1 0,1 1 0,-1-1 0,1 1 0,-1 0 0,1 0 0,-1-1 0,0 1 0,1 0 0,-1 0 0,0 0 0,0 0 0,1 1 0,-1-1 0,0 0 0,0 0 0,-1 1 0,1-1 0,0 1 0,0-1 0,-1 1 0,1-1 0,0 3 0,-1-1 0,-1 0 0,1 1 0,-1-1 0,0 0 0,0 0 0,0 1 0,-1-1 0,1 0 0,-1 0 0,1 0 0,-5 5 0,-81 125 0,-88 146 0,-151 343-672,292-554-21,18-36-6133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4:06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736 157 24575,'-1'-5'0,"-1"0"0,0 1 0,1-1 0,-2 1 0,1 0 0,0-1 0,-1 1 0,0 0 0,0 1 0,0-1 0,-6-5 0,5 5 0,-4-4 0,-1 0 0,0 0 0,-1 1 0,0 0 0,0 1 0,-1 0 0,1 1 0,-1 0 0,0 0 0,-1 1 0,1 1 0,-21-4 0,-12 0 0,0 3 0,-47 0 0,65 3 0,8 1 0,-11-1 0,0 1 0,0 1 0,-30 5 0,51-5 0,0 1 0,1 0 0,-1 0 0,1 1 0,0 0 0,0 0 0,0 1 0,0-1 0,0 2 0,1-1 0,-1 1 0,1 0 0,1 0 0,-1 0 0,1 1 0,-7 8 0,4-1 0,1 1 0,0 0 0,1 0 0,0 0 0,1 0 0,1 1 0,0 0 0,1 0 0,1 0 0,0 0 0,1 1 0,1 15 0,1-7 0,1 1 0,1-1 0,2-1 0,0 1 0,1-1 0,19 45 0,-5-27 0,2 0 0,1-2 0,2 0 0,42 48 0,136 130 0,-67-77 0,-118-121 0,-2 1 0,0 0 0,17 30 0,-29-44 0,0 2 0,0-1 0,-1 0 0,0 1 0,-1-1 0,0 1 0,0 0 0,0-1 0,-1 1 0,0 0 0,-1 0 0,0 0 0,0 0 0,-3 15 0,2-20 0,0 0 0,0 0 0,-1 0 0,0 0 0,1 0 0,-1 0 0,0-1 0,0 1 0,-1-1 0,1 1 0,0-1 0,-1 0 0,0 0 0,1 0 0,-1 0 0,0 0 0,0-1 0,-4 2 0,-8 4 0,0-2 0,-22 6 0,35-10 0,-21 5 0,0-1 0,-1-1 0,1-1 0,-1-1 0,-43-3 0,60 0 0,-1-1 0,1 0 0,-1-1 0,1 1 0,0-2 0,0 1 0,0-1 0,1 0 0,-1 0 0,1-1 0,0 0 0,0 0 0,-8-9 0,0-2 0,0-1 0,1 0 0,-18-31 0,28 42 0,0 0 0,1-1 0,0 1 0,0 0 0,0-1 0,1 1 0,0-1 0,-1-9 0,4-56 0,0 42 0,-1 18 0,0 1 0,1-1 0,0 1 0,1 0 0,0 0 0,1 0 0,0 0 0,6-10 0,-2 6 0,2 0 0,0 1 0,0 0 0,23-22 0,17-13 0,3 3 0,64-44 0,126-69 0,-154 102 0,-39 25-87,165-111-3376,-174 114-1178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4:06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4:07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24575,'2'0'0,"2"0"0,4 0 0,3 0 0,6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4:07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24575,'0'2'0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4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1278 1066 24575,'0'0'0,"-1"1"0,1 0 0,-1 0 0,1 0 0,-1-1 0,1 1 0,-1 0 0,1-1 0,-1 1 0,0-1 0,0 1 0,1 0 0,-1-1 0,0 0 0,0 1 0,1-1 0,-1 1 0,0-1 0,0 0 0,-1 1 0,-21 6 0,20-6 0,-20 4 0,0 0 0,-1-2 0,-40 1 0,-72-8 0,135 4 0,-42-4 0,-1-2 0,1-1 0,1-3 0,0-2 0,0-1 0,1-2 0,1-2 0,1-2 0,0-1 0,-38-28 0,29 15 0,2-2 0,1-3 0,2-1 0,1-2 0,3-2 0,1-1 0,-31-51 0,45 60 0,-23-48 0,41 72 0,1 0 0,1 0 0,0-1 0,1 1 0,0-1 0,0 0 0,1 0 0,1 0 0,0-18 0,2 24 0,0 0 0,1 0 0,0-1 0,0 1 0,0 0 0,1 0 0,-1 1 0,2-1 0,-1 1 0,1-1 0,-1 1 0,1 0 0,1 0 0,-1 1 0,1-1 0,0 1 0,0 0 0,9-5 0,9-6 0,2 1 0,48-20 0,-2 5 0,1 4 0,1 3 0,1 3 0,1 4 0,1 3 0,123-5 0,-189 17 0,-1 1 0,1 0 0,0 0 0,-1 1 0,1 0 0,-1 1 0,0 0 0,17 8 0,0 3 0,38 28 0,-26-16 0,-31-21 0,161 111 0,-137-92 0,-2 1 0,0 1 0,31 40 0,-52-57 0,0 1 0,-1 0 0,-1 1 0,8 14 0,-11-18 0,-1 0 0,1 1 0,-1-1 0,-1 1 0,0 0 0,0-1 0,0 1 0,-1 9 0,0 8 0,-1 0 0,-1 0 0,-7 26 0,7-41 0,-1-1 0,0 0 0,0 0 0,-1-1 0,0 1 0,-1-1 0,0 0 0,0 0 0,-1 0 0,0-1 0,-10 10 0,0-2 0,-2-1 0,0-1 0,0 0 0,-29 14 0,-86 34 0,80-38 0,-184 81-1365,205-91-5461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44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24575,'374'-1'-199,"1201"20"-1725,-1023 21 1857,-477-39 2134,-57-1-3371,8 0-5460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3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13112 80 24575,'-1'0'0,"1"-1"0,0 0 0,0 1 0,-1-1 0,1 0 0,-1 1 0,1-1 0,0 1 0,-1-1 0,1 0 0,-1 1 0,1-1 0,-1 1 0,1 0 0,-1-1 0,0 1 0,1-1 0,-1 1 0,0 0 0,1-1 0,-1 1 0,0 0 0,1 0 0,-1-1 0,-1 1 0,-26-5 0,21 4 0,-248-23 0,253 24 0,-316-13-546,-177 1-1900,-198 4 305,-202 4-623,-189 7 951,-156 14 1496,-1636 61-2303,10 29-479,2425-90 2944,-326 12-231,231-8 628,202-8 1110,156-6 14,96-3 3770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3:54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2304 1 24575,'-51'0'-4461,"-73"0"-1024,1 4 5370,59 1 1610,-120 24 1,-302 127-136,350-106 757,87-33-1473,-837 314-42,882-329-603,-149 68-3216,148-68 2740,-26 19-1323,30-21 1802,1 1 1,-1 0-1,0-1 1,1 1-1,-1 0 1,1-1-1,-1 1 1,1 0-1,-1 0 1,1 0-1,0-1 0,-1 1 1,1 0-1,0 0 1,0 0-1,-1 0 1,1 0-1,0-1 1,0 1-1,0 0 1,0 0-1,0 0 1,0 0-1,0 0 0,1 0 1,-1 0-1,0-1 1,0 1-1,1 0 1,-1 0-1,0 0 1,1 0-1,-1-1 1,1 2-1,8 8 106,0-1-1,0 0 0,1-1 1,0 0-1,0-1 1,1 0-1,13 7 1,8 5-21,45 27 2295,123 55 0,98 18-375,928 305-4931,-1101-383 2639,-45-14-4659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04:13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24575,'7'0'0,"1"0"0,-1 1 0,1 0 0,9 3 0,11 2 0,237 45 0,0-4-546,126 15-1896,147 9 318,147 4-516,128 2 760,95-1-573,1433 101-226,-116-10 1060,-1534-112 1619,-115-9 115,-114-9 346,-103-10-65,-87-10 726,719-8 9692,-515-13-7339,-373 5-3475,137-5 0,-226 3 34,0-2 1,1 0-1,-1 0 0,0-1 0,-1-1 0,1-1 0,-1 0 0,0 0 0,15-11 1,-9 4-320,-1-1 1,0-1-1,-1-1 1,-1-1-1,14-18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53:53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1:53:45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00:57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3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24575,'2'-2'0,"2"-3"0,3 0 0,3 0 0,0 1 0,6 2 0,15 1 0,22 4 0,28 8 0,21 8 0,10 7 0,0 4 0,-14 0 0,-20-4 0,-24-5-8191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4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 24575,'-1'0'0,"0"0"0,0 0 0,0 0 0,1 1 0,-1-1 0,0 0 0,0 0 0,0 1 0,1-1 0,-1 1 0,0-1 0,0 1 0,1-1 0,-1 1 0,0-1 0,1 1 0,-1-1 0,0 1 0,1 0 0,-1 0 0,1-1 0,0 1 0,-1 0 0,1 0 0,-1-1 0,1 3 0,-6 24 0,5-21 0,-13 151 0,7-44 0,-51 290 0,-21-1 0,71-364 0,6-31 0,1-2 0,0-1 0,0 0 0,1 1 0,-1-1 0,1 1 0,0-1 0,1 9 0,-1-11 0,1-1 0,0 1 0,-1-1 0,1 0 0,0 1 0,0-1 0,0 0 0,0 1 0,0-1 0,0 0 0,1 0 0,-1 0 0,0 0 0,0 0 0,1 0 0,-1 0 0,1-1 0,-1 1 0,1 0 0,-1-1 0,1 1 0,-1-1 0,1 1 0,0-1 0,2 0 0,148 26 0,-136-23 0,843 149-734,-655-112 734,-197-39-84,0 1-61,0-1 0,0 0 0,0 0 0,0-1 0,1 1 0,-1-2 1,13-1-1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4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10 24575,'0'0'0,"1"-1"0,-1 1 0,0-1 0,1 1 0,-1 0 0,0-1 0,1 1 0,-1-1 0,0 1 0,1 0 0,-1 0 0,0-1 0,1 1 0,-1 0 0,1 0 0,-1-1 0,1 1 0,-1 0 0,1 0 0,-1 0 0,1 0 0,-1 0 0,1-1 0,-1 1 0,2 0 0,16-1 0,-14 0 0,25 0 0,-1 1 0,1 2 0,40 7 0,81 25 0,-124-27 0,-1 1 0,-1 1 0,1 1 0,-1 1 0,-1 2 0,0 0 0,34 26 0,-47-30 0,0 0 0,-1 0 0,0 1 0,0 0 0,-1 0 0,0 1 0,-1 0 0,0 0 0,-1 1 0,-1 0 0,1 0 0,-2 0 0,0 1 0,0 0 0,-1 0 0,-1-1 0,1 18 0,-2-12 0,-1 0 0,-1 0 0,0 0 0,-2 0 0,0-1 0,-1 1 0,-1-1 0,-12 32 0,6-26 0,-1-1 0,-1 1 0,-1-2 0,-1 0 0,-28 31 0,9-18 0,-1-1 0,-2-2 0,-1-2 0,-1-1 0,-2-3 0,-52 26 0,55-32 0,-2-2 0,-1-2 0,0-1 0,0-3 0,-45 8 0,141-10 0,101 22-1365,-72-12-5461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5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0 24575,'0'2'0,"-6"5"0,-3 7 0,-6 5 0,-2 3 0,-4 2 0,1-3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5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54 24575,'-2'0'0,"0"1"0,-1 0 0,1 0 0,0 0 0,0 0 0,-1 0 0,1 0 0,0 1 0,0-1 0,0 1 0,1-1 0,-1 1 0,0 0 0,1 0 0,-1-1 0,1 1 0,-1 0 0,1 1 0,0-1 0,-2 3 0,0 1 0,-21 35 0,1 1 0,2 0 0,2 2 0,3 1 0,1 0 0,2 1 0,-12 81 0,23-118 0,1 1 0,1 0 0,0 0 0,0 0 0,1 0 0,2 11 0,-3-18 0,1 1 0,0-1 0,1 1 0,-1-1 0,1 0 0,-1 0 0,1 0 0,0 0 0,0 0 0,0 0 0,1 0 0,-1 0 0,1-1 0,-1 1 0,1-1 0,0 0 0,0 0 0,0 0 0,7 3 0,-3-2 0,0-1 0,0 1 0,1-1 0,-1-1 0,1 0 0,-1 0 0,16 0 0,-4-2 0,0-1 0,25-5 0,-3-3 0,0-2 0,0-2 0,-1-2 0,-1-1 0,-1-2 0,0-2 0,-2-1 0,-1-2 0,0-1 0,-2-2 0,-1-2 0,52-58 0,-68 67 0,-1 0 0,-1-2 0,16-31 0,-24 41 0,-1 1 0,0-1 0,-1 0 0,-1-1 0,0 1 0,-1 0 0,0-1 0,0-20 0,-1 29 0,-2 1 0,1-1 0,0 0 0,-1 0 0,1 0 0,-1 0 0,0 1 0,-1-1 0,1 0 0,-1 1 0,1-1 0,-1 1 0,0 0 0,0 0 0,-1-1 0,1 1 0,-1 0 0,-4-4 0,2 4 0,0 0 0,0 0 0,0 0 0,-1 0 0,1 1 0,-1 0 0,1 0 0,-1 1 0,0-1 0,0 1 0,-8 0 0,-33-2-273,0 3 0,0 1 0,0 3 0,-63 12 0,54-5-6553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5.8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0 24575,'0'5'0,"0"4"0,0 5 0,-8 6 0,-12 6 0,-13 2 0,-7 3 0,-2-1 0,-1-3 0,8-6-8191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6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 24575,'9'-3'0,"0"0"0,0 1 0,0 1 0,0-1 0,0 1 0,0 1 0,0 0 0,0 0 0,0 1 0,0 0 0,17 4 0,-17-2 0,0 1 0,-1-1 0,0 1 0,1 1 0,-2 0 0,1 0 0,0 0 0,-1 1 0,0 0 0,0 0 0,-1 1 0,9 11 0,1 3 0,-2 1 0,0 0 0,13 28 0,-20-34 0,0 1 0,0-1 0,-2 1 0,0 0 0,-1 0 0,3 33 0,-6-41 0,-1 1 0,0-1 0,-1 0 0,0 1 0,0-1 0,-1 0 0,0 0 0,0 0 0,-1 0 0,-1 0 0,0-1 0,0 1 0,0-1 0,-10 12 0,4-7 0,-1-1 0,-1 0 0,0 0 0,-1-2 0,-24 17 0,1-5 0,-40 17 0,75-38 0,0-1 0,0 1 0,-1-1 0,1 1 0,0-1 0,0 1 0,0 0 0,0-1 0,0 1 0,0 0 0,0 0 0,0 0 0,0 0 0,1 0 0,-2 2 0,2-3 0,0 0 0,0 1 0,0-1 0,0 1 0,1-1 0,-1 0 0,0 1 0,0-1 0,0 0 0,1 1 0,-1-1 0,0 0 0,1 1 0,-1-1 0,0 0 0,0 0 0,1 1 0,-1-1 0,1 0 0,-1 0 0,0 0 0,1 0 0,-1 1 0,0-1 0,1 0 0,-1 0 0,1 0 0,-1 0 0,0 0 0,1 0 0,48 4 0,536-4 239,-265-3-1843,-259 3-5222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6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293 0 24575,'-2'2'0,"-3"5"0,-6 5 0,-7 4 0,-7 6 0,-11 7 0,-5 4 0,-2 1 0,-1-4 0,3-7 0,14-9 0,34-13 0,43-13 0,51-13 0,47-14 0,0 1-8191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7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834 13 24575,'1'-1'0,"-1"1"0,0 0 0,0 0 0,1-1 0,-1 1 0,0 0 0,0 0 0,0-1 0,1 1 0,-1 0 0,0-1 0,0 1 0,0 0 0,0-1 0,0 1 0,0 0 0,0-1 0,0 1 0,1 0 0,-1-1 0,0 1 0,-1 0 0,1-1 0,0 1 0,0 0 0,0-1 0,0 1 0,0 0 0,0-1 0,0 1 0,0 0 0,-1-1 0,1 1 0,0 0 0,0-1 0,0 1 0,-1 0 0,1 0 0,0-1 0,-16 5 0,-19 18 0,-41 42 0,2 4 0,-120 144 0,-13 55 0,156-193 0,-70 140 0,110-191 0,0 2 0,1-1 0,2 1 0,-9 39 0,16-57 0,0 0 0,0-1 0,0 1 0,1 0 0,0 0 0,0 0 0,1 0 0,0-1 0,0 1 0,1 0 0,0-1 0,0 1 0,0-1 0,1 0 0,0 1 0,0-1 0,0 0 0,1-1 0,0 1 0,0-1 0,1 0 0,8 8 0,-4-5 0,1-1 0,1-1 0,-1 1 0,1-2 0,0 0 0,1 0 0,-1-1 0,23 6 0,8-3 0,52 4 0,-88-10 0,73 5 0,1-3 0,0-4 0,-1-4 0,1-2 0,-1-5 0,115-31 0,-189 42 0,22-7 0,-2-1 0,34-16 0,-54 23 0,0 0 0,0-1 0,0 0 0,0 0 0,-1-1 0,1 1 0,-1-1 0,0 0 0,0 0 0,0 0 0,-1-1 0,1 1 0,-1-1 0,0 0 0,0 0 0,-1 0 0,3-8 0,-4 9 0,-1-1 0,0 1 0,0 0 0,0-1 0,0 1 0,-1-1 0,1 1 0,-1 0 0,0-1 0,-1 1 0,1 0 0,-1 0 0,0 0 0,0 0 0,0 0 0,0 0 0,-1 1 0,1-1 0,-1 1 0,-3-4 0,-7-6 0,1 1 0,-2 0 0,-24-17 0,11 12 0,-1 1 0,0 2 0,-1 0 0,-1 2 0,0 1 0,-1 2 0,-49-10 0,11 9 0,0 2 0,-99 3 0,35 13-1365,87-2-5461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28.0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 24575,'0'-1'0,"0"1"0,1-1 0,-1 1 0,0-1 0,1 1 0,-1-1 0,0 1 0,1-1 0,-1 1 0,0-1 0,1 1 0,-1 0 0,1-1 0,-1 1 0,1 0 0,-1-1 0,1 1 0,-1 0 0,1 0 0,-1-1 0,1 1 0,-1 0 0,1 0 0,-1 0 0,1 0 0,0 0 0,-1 0 0,1 0 0,22-2 0,-19 2 0,364-3 0,-100 3 0,-207-3 0,51 1 0,-110 2 0,-1 0 0,1 0 0,0 1 0,0-1 0,0 0 0,-1 0 0,1 1 0,0-1 0,-1 1 0,1 0 0,0-1 0,-1 1 0,1 0 0,0 0 0,-1 0 0,0 0 0,1 0 0,-1 0 0,0 1 0,1-1 0,-1 0 0,0 1 0,0-1 0,0 1 0,0-1 0,1 3 0,0 2 0,-1 1 0,0-1 0,0 0 0,0 1 0,-1-1 0,0 10 0,0-6 0,-19 638-1042,5-311 655,-11 987-244,25-1309 575,1-9 208,-1 1 1,0-1-1,-1 1 0,1-1 0,-4 12 0,4-17-112,-1 1 0,0 0 1,1-1-1,-1 1 1,0-1-1,0 1 0,0-1 1,0 0-1,0 1 0,0-1 1,-1 0-1,1 0 1,0 0-1,-1 0 0,1 0 1,-1 0-1,1 0 1,-1 0-1,1-1 0,-1 1 1,0-1-1,1 1 1,-1-1-1,0 1 0,1-1 1,-4 0-1,-17 2 26,-42-3 1,14-1-87,-110-1-1345,-22 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35.06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1447 2211 24575,'-24'11'-1693,"0"-1"-1,-46 13 1,35-15 1771,-53 6 0,-163-8 4311,110-11-7653,-169-29-1,120-3 3545,177 35 132,0-2-1,0 0 0,0-1 1,1 0-1,-22-12 0,26 11 64,0 0 1,0 0-1,1 0 0,0-1 1,0 0-1,1-1 0,0 1 1,-9-15-1,-1-7-467,1-1 0,2 0 0,1-1 0,1-1 0,-10-52 0,-16-168-18,21 28-3363,14-290 1,4 474 3363,1 0 1,3 0 0,1 1-1,23-72 1,-21 88 8,1-1 1,1 1-1,1 1 0,1 0 1,1 0-1,1 2 1,1 0-1,32-32 0,-11 19 0,2 2 0,2 1 0,0 2 0,2 2 0,75-34 0,-36 26 0,2 3 0,114-26 0,-143 43 413,0 4 0,63-5 0,-98 14 137,0 0 1,0 2 0,0 0 0,0 1-1,0 1 1,0 1 0,0 1-1,-1 1 1,28 12 0,-20-4-546,0 2 0,-1 0 1,0 2-1,-1 1 1,-2 2-1,0 0 0,-1 1 1,29 38-1,-18-15-8,-1 1 1,-3 1 0,43 98-1,-49-90 3,-3 1 0,-2 1 0,-3 1 0,-2 0 0,-2 1 0,-3 0 0,-3 0 0,-3 1 0,-2-1 0,-2 1 0,-3-1 0,-3 1 0,-3-2 0,-1 1 0,-4-2 0,-44 110 0,24-91 0,-3-1 0,-3-2 0,-4-2 0,-2-2 0,-3-2 0,-3-2 0,-3-3 0,-102 86 0,148-139 27,-6 5 126,-31 19 0,43-30-283,1-1-1,0 1 1,-1-1-1,0 0 0,1-1 1,-1 1-1,0-1 0,0 0 1,0 0-1,0 0 0,0-1 1,-9 0-1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48.5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522 0 24575,'-2'0'0,"-3"4"0,-4 9 0,-11 21 0,-13 29 0,-12 35 0,-7 27 0,-6 25 0,0 17 0,2 7-730,4 0 730,9-10 0,8-16 0,10-25 0,9-28 0,7-27 0,6-22 0,2-20-7461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48.77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38 1 24575,'2'0'0,"1"2"0,0 4 0,-1 8 0,-1 11 0,-4 9 0,-4 9 0,-2 3 0,-2 2 0,1-6 0,2-10-8191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48.94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3 24575,'2'-2'0,"5"2"0,5 4 0,6 7 0,6 11 0,7 10 0,-1 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49.50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323 11 24575,'-1'-1'0,"0"0"0,0 0 0,0 0 0,0 0 0,0 1 0,-1-1 0,1 1 0,0-1 0,-1 1 0,1-1 0,0 1 0,-1-1 0,1 1 0,0 0 0,-1 0 0,1 0 0,-1 0 0,-1 0 0,1 0 0,-5-1 0,-1 1 0,1 0 0,0 0 0,0 1 0,-1-1 0,1 2 0,0-1 0,0 1 0,0 0 0,0 1 0,0-1 0,0 1 0,1 1 0,-1-1 0,-6 6 0,1 1 0,1 0 0,-1 1 0,1 0 0,1 1 0,0 0 0,-8 15 0,13-21 0,-3 5 0,1 1 0,0-1 0,1 1 0,-7 16 0,12-25 0,0 0 0,0 1 0,0-1 0,0 0 0,1 0 0,0 0 0,-1 0 0,1 1 0,0-1 0,1 0 0,-1 0 0,0 0 0,1 1 0,0-1 0,0 0 0,0 0 0,0 0 0,0 0 0,1 0 0,-1 0 0,1-1 0,0 1 0,3 4 0,14 11 0,1-1 0,0-1 0,1-1 0,35 19 0,23 16 0,-61-37 0,-1 0 0,0 1 0,-1 1 0,-1 1 0,0 0 0,22 33 0,-33-43 0,0 0 0,-1 0 0,0 0 0,0 0 0,-1 1 0,0-1 0,0 1 0,0 0 0,-1-1 0,0 1 0,0 0 0,-1 0 0,0 0 0,0 0 0,-1 0 0,1-1 0,-2 1 0,1 0 0,-1 0 0,0-1 0,0 1 0,0-1 0,-1 1 0,0-1 0,-7 10 0,1-4 0,-2 0 0,1 0 0,-1-1 0,-1 0 0,0-1 0,0 0 0,-1-1 0,-1 0 0,-26 13 0,3-6 0,0-1 0,-66 17 0,94-29-273,-1-1 0,0 0 0,0-1 0,-19 1 0,9-4-6553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50.08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497 5 24575,'0'0'0,"0"-1"0,0 1 0,0 0 0,0 0 0,0 0 0,0 0 0,0 0 0,0 0 0,0-1 0,0 1 0,0 0 0,0 0 0,0 0 0,0 0 0,0 0 0,0 0 0,0 0 0,0-1 0,0 1 0,0 0 0,0 0 0,0 0 0,0 0 0,0 0 0,0 0 0,0 0 0,0-1 0,0 1 0,1 0 0,-1 0 0,0 0 0,0 0 0,0 0 0,0 0 0,0 0 0,0 0 0,0 0 0,0 0 0,1 0 0,-1 0 0,0 0 0,0 0 0,0 0 0,0-1 0,0 1 0,0 0 0,1 0 0,-1 0 0,4 8 0,-3 2 0,-1 0 0,0 0 0,-1 0 0,0 1 0,0-1 0,-5 15 0,1-4 0,-68 276 0,25-113 0,-112 409-275,-7 32-26,162-602 301,-8 31 0,-10 86 0,22-137 15,1 0 1,0 0-1,-1-1 0,1 1 0,1 0 1,-1 0-1,0 0 0,1 0 0,0 0 1,1 3-1,-2-5-5,1 0 1,0 0-1,-1-1 1,1 1-1,0 0 0,0-1 1,-1 1-1,1 0 1,0-1-1,0 1 1,0-1-1,0 0 0,0 1 1,0-1-1,0 0 1,0 1-1,0-1 0,0 0 1,0 0-1,0 0 1,0 0-1,0 0 0,0 0 1,0 0-1,0 0 1,0-1-1,0 1 0,0 0 1,1-1-1,43-9 30,1-1 0,64-26 0,-84 26-44,-1-2 0,1 0 0,-2-1 0,0-2 0,29-24 0,-49 36 4,1 0 0,0 0 0,-1-1 0,0 0 0,0 0 0,0 0 0,-1 0 0,0-1 0,0 1 0,0-1 0,0 0 0,-1 1 0,0-1 0,0-1 0,-1 1 0,0 0 0,0 0 0,0 0 0,-1-1 0,0 1 0,-1-12 0,-2-89-1365,3 67-5461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0:50.58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0 24575,'2'0'0,"2"0"0,3 0 0,5 0 0,5 0 0,8 0 0,10 0 0,12 0 0,13 4 0,8 3 0,-2 3 0,-8 1 0,-10-1 0,-10-2 0,-6-1 0,-5 1 0,-8-1-8191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7T12:46:33.5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1,'662'12,"-608"-8,-9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6:49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488 118 24575,'-1'0'0,"-1"0"0,0 0 0,0 0 0,0 1 0,0-1 0,1 1 0,-1-1 0,0 1 0,0 0 0,1 0 0,-1 0 0,1 0 0,-1 0 0,1 0 0,-1 0 0,1 0 0,0 1 0,-1-1 0,1 0 0,0 1 0,0-1 0,0 1 0,-1 1 0,-2 5 0,0 1 0,1-1 0,-4 16 0,4-17 0,-11 47 0,3 0 0,-8 83 0,7 112 0,12-180 0,14 104 0,-9-136 0,2-1 0,2 1 0,1-2 0,23 53 0,-27-75 0,0 0 0,1-1 0,1 1 0,0-1 0,1-1 0,0 0 0,11 11 0,-15-17 0,0-1 0,0 0 0,0 0 0,1-1 0,-1 1 0,1-1 0,0-1 0,0 1 0,0-1 0,0 0 0,0 0 0,1 0 0,-1-1 0,1 0 0,-1-1 0,1 1 0,11-2 0,-3-1 0,-1-1 0,1 0 0,-1-1 0,0 0 0,0-2 0,24-12 0,77-53 0,-102 62 0,44-29 0,-2-4 0,-2-1 0,-2-3 0,-1-2 0,69-88 0,-105 117 0,-1-1 0,-1 0 0,0-1 0,-2 0 0,13-37 0,-19 45 0,0-1 0,-2 0 0,1 1 0,-2-1 0,1 0 0,-2 0 0,0 0 0,-1 0 0,0 0 0,-6-25 0,0 17 0,-1 1 0,-1-1 0,0 1 0,-2 1 0,-1 0 0,0 0 0,-1 1 0,-1 1 0,-28-28 0,13 17 0,-2 1 0,-1 1 0,-2 2 0,-54-31 0,55 38 0,-1 2 0,-1 1 0,0 1 0,-1 2 0,-67-13 0,73 20 0,0 2 0,0 1 0,0 1 0,0 1 0,0 2 0,0 1 0,-53 12 0,37-1-151,1 1-1,0 3 0,1 1 0,1 2 1,1 2-1,0 2 0,2 2 1,-38 33-1,53-37-6674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6:50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1309 1 24575,'-3'-1'0,"-1"2"0,0-1 0,1 0 0,-1 1 0,1-1 0,-1 1 0,1 0 0,-1 1 0,1-1 0,-1 0 0,-3 3 0,2 0 0,-1 1 0,0-1 0,1 1 0,-9 11 0,-128 175 0,75-96 0,-481 688 0,509-726 0,32-48 0,1 1 0,0 0 0,1 0 0,-5 13 0,10-23 0,0 0 0,0 0 0,0 0 0,0 1 0,0-1 0,0 0 0,0 0 0,0 0 0,0 0 0,0 0 0,0 0 0,0 0 0,0 0 0,0 1 0,-1-1 0,1 0 0,0 0 0,0 0 0,0 0 0,0 0 0,0 0 0,0 0 0,0 0 0,0 0 0,0 1 0,0-1 0,0 0 0,-1 0 0,1 0 0,0 0 0,0 0 0,0 0 0,0 0 0,0 0 0,0 0 0,0 0 0,0 0 0,-1 0 0,1 0 0,0 0 0,0 0 0,0 0 0,0 0 0,0 0 0,0 0 0,0 0 0,-1 0 0,1 0 0,0 0 0,0 0 0,0 0 0,0 0 0,0 0 0,0-1 0,-5-7 0,-3-20 0,7 22 0,-3-7 0,-12-38 0,15 48 0,-1 0 0,0-1 0,0 1 0,0 0 0,0 0 0,0 0 0,-1 0 0,1 1 0,-1-1 0,0 1 0,-5-5 0,-26-11 0,-1 1 0,0 1 0,-59-17 0,92 32 0,-1 0 0,1 0 0,0 1 0,-1-1 0,1 1 0,-1 0 0,1-1 0,-1 1 0,1 0 0,-1 0 0,1 1 0,-1-1 0,1 0 0,-1 1 0,1 0 0,0-1 0,-1 1 0,-1 1 0,1 1 0,0-1 0,0 1 0,0 0 0,0 0 0,1 0 0,-1 0 0,1 0 0,0 0 0,0 1 0,-3 6 0,-4 11 0,1 1 0,0 0 0,2 1 0,0 0 0,2 0 0,-3 41 0,5-26 0,2-1 0,2 1 0,10 56 0,-9-74 0,2 0 0,0-1 0,1 1 0,1-1 0,1-1 0,1 1 0,0-1 0,16 22 0,-16-29 0,-1 0 0,2-1 0,-1 0 0,1 0 0,1-1 0,0-1 0,0 0 0,1 0 0,-1-1 0,2-1 0,-1 0 0,1 0 0,14 3 0,-15-5 0,0 0 0,1-1 0,-1-1 0,1 0 0,12 0 0,-22-2 0,-1 0 0,1 0 0,-1 0 0,1 0 0,-1-1 0,1 1 0,-1-1 0,0 0 0,1 1 0,-1-1 0,0 0 0,1 0 0,-1 0 0,0-1 0,0 1 0,0 0 0,0-1 0,0 0 0,0 1 0,-1-1 0,1 0 0,0 0 0,-1 0 0,1 0 0,-1 0 0,0 0 0,0 0 0,0 0 0,0-1 0,0 1 0,0-1 0,0-3 0,3-30 0,-2 0 0,-1 0 0,-9-72 0,7 89 0,0 10 0,-1-16 0,-1 0 0,-9-37 0,10 55 0,-1-1 0,1 1 0,-1 0 0,-1 0 0,1 0 0,-1 1 0,0-1 0,-1 1 0,0 0 0,0 0 0,0 0 0,-10-8 0,-13-9-1365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6:51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24575,'1'0'0,"1"1"0,-1-1 0,1 1 0,-1 0 0,0-1 0,1 1 0,-1 0 0,0 0 0,0 0 0,1 0 0,-1 0 0,0 0 0,0 0 0,0 0 0,0 0 0,0 1 0,-1-1 0,1 0 0,0 1 0,-1-1 0,1 1 0,0-1 0,-1 2 0,3 3 0,143 290 0,10 19 0,7-10 0,18-14 0,-175-282 28,32 39 277,-36-45-435,1 0-1,0-1 0,0 1 1,0-1-1,0 0 0,1 1 1,-1-2-1,0 1 1,1 0-1,0-1 0,-1 1 1,8 0-1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6:51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188 147 24575,'-2'-2'0,"0"0"0,0 0 0,0 0 0,-1 1 0,1-1 0,-1 1 0,1-1 0,-1 1 0,1 0 0,-1 0 0,0 0 0,1 0 0,-1 1 0,0-1 0,0 1 0,0-1 0,0 1 0,1 0 0,-1 0 0,0 1 0,0-1 0,0 0 0,0 1 0,1 0 0,-1 0 0,0-1 0,1 2 0,-1-1 0,0 0 0,1 0 0,0 1 0,-1 0 0,1-1 0,0 1 0,0 0 0,0 0 0,0 0 0,0 0 0,-2 3 0,-5 9 0,0 0 0,1 0 0,0 1 0,1 0 0,1 0 0,1 0 0,-6 24 0,3-1 0,2 0 0,-1 40 0,6-65 0,0 0 0,1 0 0,1 0 0,0 0 0,1 0 0,0-1 0,1 1 0,0-1 0,1 1 0,1-1 0,0 0 0,0 0 0,1-1 0,1 0 0,0 0 0,0 0 0,17 18 0,-3-10 0,0-1 0,0 0 0,2-2 0,0 0 0,1-2 0,47 21 0,-15-12 0,0-3 0,66 15 0,-115-33 0,18 4 0,0-1 0,33 3 0,-52-7 0,-1-1 0,0 0 0,0 0 0,1 0 0,-1-1 0,0 0 0,0 0 0,0 0 0,0 0 0,0-1 0,0 0 0,0 0 0,0 0 0,0-1 0,-1 1 0,0-1 0,7-6 0,-8 6 0,0-1 0,0-1 0,-1 1 0,1 0 0,-1-1 0,0 1 0,-1-1 0,1 1 0,-1-1 0,0 0 0,0 0 0,0 0 0,-1 0 0,1-6 0,-2-10 0,0 0 0,-4-20 0,-1 6 29,-2 0-1,-2 1 1,-1 0-1,-2 1 0,-1 0 1,-1 1-1,-2 1 1,-1 0-1,-2 2 1,0 0-1,-46-48 1,26 36-273,-2 2 0,-2 1 0,-1 3 0,-1 2 1,-2 1-1,-84-39 0,103 57-6582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6:53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1196 1 24575,'-5'4'0,"1"1"0,-1 0 0,1 0 0,0 0 0,0 0 0,1 1 0,-1 0 0,1 0 0,1 0 0,-1 0 0,1 0 0,0 0 0,-2 8 0,-65 349 0,40-185 0,-5 15 0,-33 175 0,-23-8 0,89-355 0,-1-1 0,1 0 0,0 1 0,-1-1 0,0 0 0,-4 7 0,6-10 0,-1-1 0,1 0 0,0 1 0,-1-1 0,1 1 0,0-1 0,-1 0 0,1 0 0,-1 1 0,1-1 0,-1 0 0,1 1 0,-1-1 0,1 0 0,-1 0 0,1 0 0,-1 0 0,1 0 0,-1 0 0,1 1 0,-2-1 0,1-1 0,0 1 0,0 0 0,0-1 0,0 1 0,0-1 0,1 1 0,-1-1 0,0 1 0,0-1 0,0 0 0,0 1 0,1-1 0,-1 0 0,-1-1 0,-21-24 0,-2 2 0,-32-26 0,41 37 0,-1 1 0,-1 0 0,0 1 0,-38-15 0,44 22 0,-1 1 0,0 0 0,0 1 0,-1 0 0,1 1 0,-20 1 0,-78 10 0,87-6 0,1 0 0,0 2 0,0 0 0,0 1 0,1 2 0,0 0 0,1 2 0,-27 16 0,37-20 0,1 1 0,0 0 0,0 1 0,1-1 0,0 2 0,1 0 0,0 0 0,0 0 0,1 1 0,1 0 0,-1 0 0,2 1 0,0 0 0,0 0 0,1 0 0,-5 24 0,7-18 0,0-1 0,1 0 0,0 1 0,2-1 0,0 1 0,1-1 0,1 0 0,0 0 0,1 0 0,1 0 0,1-1 0,0 0 0,2 0 0,-1 0 0,2-1 0,0 0 0,12 14 0,14 14-43,2-1-1,2-2 0,2-1 0,1-3 1,48 32-1,242 140-443,-82-71 300,-167-97 206,91 31 0,-163-67-19,0 0 0,-1-1 0,1-1 0,0 0 0,13 1 0,-20-3 0,-1 0 0,1 0 0,-1 0 0,0-1 0,1 0 0,-1 1 0,0-1 0,0 0 0,1-1 0,-1 1 0,0 0 0,0-1 0,0 0 0,-1 0 0,1 0 0,0 0 0,-1 0 0,1-1 0,-1 1 0,4-5 0,1-3 32,-1 0 0,0 0 0,-1-1 0,1 0 0,-2 0 0,5-16 0,13-73 413,-19 81-366,18-106-41,-6-1-1,-5 0 1,-8-139-1,-3 252-37,1 0 0,-2 0 0,-5-24 0,6 33 0,0 0 0,-1 1 0,0-1 0,1 0 0,-1 1 0,0-1 0,-1 1 0,1-1 0,-1 1 0,1 0 0,-1 0 0,0 0 0,0 0 0,-1 1 0,1-1 0,-5-2 0,-288-141 0,247 128-455,-1 2 0,-54-10 0,28 11-6371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32.14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602 0 24575,'-9'1'0,"-1"0"0,0 1 0,1-1 0,0 2 0,-1 0 0,1 0 0,0 0 0,0 1 0,1 1 0,-1-1 0,1 1 0,0 1 0,-9 7 0,-5 6 0,0 2 0,1 0 0,-18 24 0,-6 16 0,2 1 0,3 3 0,3 1 0,3 2 0,-32 88 0,43-89 0,3 1 0,3 2 0,3-1 0,3 2 0,3 0 0,2 81 0,8-55 0,5 1 0,3-1 0,45 181 0,-51-262 0,29 96 0,-27-96 0,0 0 0,2-1 0,0 0 0,16 24 0,-22-36 0,0 0 0,1 0 0,-1-1 0,0 1 0,1-1 0,-1 1 0,1-1 0,0 0 0,0 0 0,0 0 0,0 0 0,0-1 0,1 1 0,-1-1 0,0 0 0,1 0 0,-1 0 0,1 0 0,-1-1 0,5 1 0,-2-2 0,-1 1 0,0-1 0,0 0 0,0-1 0,1 1 0,-1-1 0,-1 0 0,1-1 0,0 1 0,0-1 0,-1 0 0,9-6 0,27-27-1365,-2-3-5461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32.57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281 1 24575,'-1'7'0,"0"1"0,0 0 0,-1-1 0,0 0 0,-1 1 0,1-1 0,-8 12 0,-3 12 0,-50 144 0,8 2 0,-56 312 0,103-435 0,2 1 0,3-1 0,5 88 0,0-121 0,1 1 0,1-1 0,0 1 0,2-1 0,0 0 0,2-1 0,0 0 0,1 0 0,1 0 0,1-2 0,24 34 0,-27-44 31,-1 0 0,1 0 0,0-1 0,1 0 0,0-1 0,0 1 0,0-2 0,1 1 1,0-2-1,13 6 0,-17-8-126,1 0 0,-1 0 0,1-1 0,-1 0 1,1 0-1,-1 0 0,1-1 0,-1 0 0,1-1 0,0 1 1,-1-1-1,1 0 0,-1-1 0,1 0 0,-1 0 1,0 0-1,11-6 0,10-10-6731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32.94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254 1 24575,'-2'1'0,"0"0"0,-1 0 0,1 0 0,0 0 0,0 0 0,0 1 0,0-1 0,0 1 0,0-1 0,0 1 0,0 0 0,-2 3 0,0-1 0,-5 6 0,0 1 0,1 0 0,0 0 0,1 1 0,-7 14 0,-26 68 0,37-85 0,-27 72 0,-37 160 0,57-191 0,3 0 0,2 1 0,1 0 0,6 79 0,0-117 0,-1 1 0,2-1 0,-1 0 0,2 1 0,0-1 0,0-1 0,10 19 0,-9-23 0,0 0 0,0 0 0,1-1 0,0 0 0,0 0 0,1-1 0,0 1 0,0-1 0,0-1 0,1 1 0,13 6 0,-1-2 69,1-1-1,0-2 0,1 0 0,35 7 1,91 5-1776,-62-15-5119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33.53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8 1 24575,'-1'0'0,"1"0"0,0 0 0,-1 0 0,1 0 0,-1 1 0,1-1 0,0 0 0,-1 0 0,1 1 0,0-1 0,-1 0 0,1 0 0,0 1 0,0-1 0,-1 0 0,1 1 0,0-1 0,0 1 0,0-1 0,-1 0 0,1 1 0,0-1 0,0 1 0,0-1 0,0 0 0,0 1 0,0-1 0,0 1 0,0-1 0,0 1 0,0-1 0,0 0 0,0 1 0,0-1 0,0 1 0,0 0 0,4 21 0,-3-20 0,90 316 0,-12-51 0,-5 62 0,-61-250 0,-4 1 0,-1 95 0,-8-169 0,0 17 0,-4 32 0,3-50 0,0 0 0,0 0 0,0 0 0,-1 0 0,1 0 0,-1 0 0,0 0 0,-1-1 0,1 1 0,-1-1 0,-6 9 0,7-12 20,1 0-1,-1 0 1,1 0 0,-1 0-1,0 0 1,1 0-1,-1 0 1,0 0 0,0-1-1,1 1 1,-1-1-1,0 1 1,0-1-1,0 0 1,0 1 0,-2-1-1,-30-5-1053,27 4 370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33.93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24575,'39'66'0,"-3"0"0,-4 3 0,-2 1 0,41 145 0,17 185 0,-73-302 0,-5 1 0,-3 114 0,-8-176 0,-1-1 0,-2 0 0,-1 0 0,-2 0 0,-2-1 0,-20 54 0,29-88 1,-4 8 84,0 0 0,-1 0 0,-5 8 0,9-16-138,1 0 0,-1 0-1,0 0 1,1 0 0,-1 0-1,0 0 1,0 0 0,0 0-1,0 0 1,0 0 0,0 0-1,0-1 1,0 1 0,0 0 0,0-1-1,0 1 1,-1-1 0,1 1-1,0-1 1,0 0 0,-1 1-1,1-1 1,0 0 0,-1 0-1,1 0 1,0 0 0,0 0-1,-1 0 1,1 0 0,0-1-1,-3 1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34.22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24575,'2'0'0,"-1"0"0,0 0 0,0 0 0,1 0 0,-1 0 0,0 0 0,0 1 0,1-1 0,-1 0 0,0 1 0,0-1 0,0 1 0,0-1 0,0 1 0,0 0 0,2 1 0,14 10 0,-1 1 0,-1 1 0,0 1 0,0 0 0,11 17 0,-25-31 0,69 86-173,76 124-1,36 115-471,-131-222 573,-4 3 0,61 216 0,-93-263 75,-2 1-1,-4 1 0,-2-1 0,-2 1 0,-3 1 0,-3-1 1,-11 73-1,7-102 17,-1-1 1,-2 0-1,-1 0 0,-2-1 1,-1 0-1,-1-1 1,-2-1-1,-1 0 0,-1-1 1,-1 0-1,-2-2 1,0 0-1,-2-1 0,-33 29 1,-50 27-1236,1-14-4860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38.13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3165 399 24575,'2'109'0,"-4"122"0,0-207 0,-2 0 0,0-1 0,-2 0 0,0 0 0,-2 0 0,-18 38 0,-1-9 0,-52 77 0,62-105 0,-1-1 0,-1-1 0,-1-1 0,0 0 0,-2-1 0,-1-2 0,0 0 0,-1-1 0,-1-2 0,0 0 0,-1-2 0,-1-1 0,-42 14 0,-93 32 0,-18 5 0,-81 22 0,242-81 0,-1-1 0,1-1 0,-1 0 0,1-1 0,-1-2 0,-20-2 0,2 1 0,7-1 0,0-2 0,0-2 0,1 0 0,-35-14 0,20 6 0,-325-115 0,299 99 0,1-3 0,2-3 0,-69-50 0,-171-141 0,212 150 0,-94-100 0,154 134 0,1-1 0,2-2 0,-39-74 0,65 109 0,-14-25 0,2 0 0,2-1 0,-23-74 0,30 89 0,10 23 0,0 0 0,0 0 0,0-1 0,-1 1 0,1 0 0,0 0 0,0 0 0,0 0 0,0 0 0,0 0 0,0 0 0,0-1 0,0 1 0,-1 0 0,1 0 0,0 0 0,0 0 0,0 0 0,0 0 0,0 0 0,0 0 0,-1 0 0,1 0 0,0 0 0,0 0 0,0 0 0,0 0 0,0 0 0,-1 0 0,1 0 0,0 0 0,0 0 0,0 0 0,0 0 0,0 0 0,0 0 0,-1 0 0,1 0 0,0 0 0,0 0 0,0 0 0,0 1 0,0-1 0,-4 13 0,0 31 0,3 89 0,17 43 0,-15-166 0,-1-5 0,1 0 0,-1 0 0,1 0 0,0-1 0,0 1 0,0 0 0,1-1 0,2 7 0,-3-11 0,-1 0 0,0 0 0,0 0 0,0 0 0,0 0 0,0 0 0,0 0 0,0 0 0,1 0 0,-1 0 0,0 0 0,0 0 0,0 0 0,0 0 0,0 0 0,0 0 0,1 0 0,-1 0 0,0 0 0,0 0 0,0 0 0,0 0 0,0 0 0,0 0 0,1 0 0,-1 0 0,0 0 0,0 0 0,0 0 0,0 0 0,0 0 0,0 0 0,0 0 0,0 0 0,1-1 0,-1 1 0,0 0 0,0 0 0,0 0 0,0 0 0,0 0 0,0 0 0,0 0 0,0-1 0,0 1 0,0 0 0,0 0 0,0 0 0,0 0 0,0 0 0,0 0 0,0-1 0,0 1 0,0 0 0,0 0 0,0 0 0,0 0 0,0 0 0,0 0 0,0-1 0,2-10 0,29-260 0,-2 18 0,-28 240 0,0 5 0,-1 1 0,1 0 0,1-1 0,0 1 0,0 0 0,0 0 0,1 0 0,-1 0 0,8-11 0,-9 17 0,0 0 0,0 0 0,0 1 0,0-1 0,0 0 0,0 0 0,0 1 0,0-1 0,0 1 0,1-1 0,-1 1 0,0-1 0,0 1 0,0 0 0,1 0 0,-1-1 0,0 1 0,0 0 0,1 0 0,-1 0 0,0 0 0,1 1 0,-1-1 0,0 0 0,0 0 0,0 1 0,2 0 0,35 18 0,-32-16 0,185 95 341,9 5-2047,-176-88-5120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7T12:47:49.7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49,'1'-4,"8"1,12 1,119-1,693 4,365-5,-551-20,-455 15,-156 9,-22 1,-12-1,-4 0,-11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2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583 733 24575,'-1'1'0,"-1"0"0,0 1 0,0-1 0,0 0 0,0 0 0,-1 0 0,1-1 0,0 1 0,0 0 0,0-1 0,-1 1 0,-4-1 0,-32 1 0,24-2 0,-5 0 0,0 0 0,0-2 0,0 0 0,0-2 0,1 0 0,-1-1 0,1-1 0,1-1 0,-1 0 0,2-2 0,-1 0 0,-18-14 0,13 7 0,1-1 0,1-1 0,0-1 0,2-1 0,0-1 0,1 0 0,1-1 0,-13-26 0,22 33 0,2 1 0,0-1 0,1 0 0,1 0 0,0-1 0,1 1 0,1-1 0,0 0 0,1 1 0,1-1 0,1 0 0,0 0 0,2 0 0,-1 1 0,7-20 0,-6 27 0,1-1 0,0 1 0,0 1 0,1-1 0,0 1 0,0-1 0,1 1 0,0 1 0,0-1 0,1 1 0,0 0 0,1 1 0,-1 0 0,1 0 0,0 0 0,1 1 0,-1 1 0,1-1 0,0 1 0,0 1 0,0-1 0,1 2 0,-1-1 0,1 1 0,14-1 0,-9 2 0,0 0 0,0 1 0,0 1 0,0 0 0,0 2 0,20 4 0,-24-4 0,0 1 0,0 1 0,-1 0 0,0 0 0,0 1 0,0 0 0,0 1 0,15 15 0,-5-3 0,-1 0 0,-1 2 0,0 0 0,-2 1 0,25 45 0,-31-48 0,-2 0 0,0 1 0,-1 0 0,-1 0 0,-1 1 0,0 0 0,-2 0 0,1 25 0,-3-31 0,0 1 0,-1 0 0,-1 0 0,-1-1 0,0 1 0,-1-1 0,0 1 0,-1-1 0,-1 0 0,-1-1 0,-9 19 0,-1-6-273,-2-1 0,0 0 0,-2-1 0,-39 37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2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 1087 24575,'0'1'0,"-1"-1"0,0 1 0,1-1 0,-1 0 0,1 1 0,-1-1 0,0 0 0,1 1 0,-1-1 0,0 0 0,1 0 0,-1 1 0,0-1 0,1 0 0,-1 0 0,0 0 0,0 0 0,1 0 0,-1 0 0,0 0 0,1 0 0,-1-1 0,0 1 0,1 0 0,-1 0 0,0 0 0,1-1 0,-1 1 0,0 0 0,1-1 0,-1 1 0,1-1 0,-1 1 0,0-1 0,0 0 0,-18-21 0,8 4 0,0-1 0,2 0 0,0-1 0,1 0 0,0-1 0,-5-27 0,-15-131 0,21 115 0,4 0 0,5-86 0,0 124 0,1 0 0,1 0 0,1 0 0,2 1 0,1-1 0,0 2 0,2-1 0,19-35 0,-22 49 0,1 0 0,0 1 0,1-1 0,0 2 0,0-1 0,1 1 0,0 1 0,22-15 0,-15 13 0,0 2 0,1 0 0,0 0 0,0 2 0,28-7 0,11 4 0,0 2 0,1 2 0,62 4 0,-93 1 0,7-1 0,67 9 0,-88-5 0,-1 0 0,1 0 0,0 1 0,-1 0 0,0 1 0,0 1 0,0 0 0,13 10 0,-8-3 0,0 1 0,-1 1 0,-1 1 0,0 0 0,-2 0 0,1 2 0,17 31 0,-15-20 0,-2 0 0,0 1 0,-3 0 0,14 49 0,-21-58 0,0 1 0,-1 0 0,-1 0 0,-1 0 0,-1 0 0,-1 0 0,-1 0 0,-1 0 0,-12 43 0,4-32 0,-1 0 0,-2 0 0,-1-2 0,-2 1 0,-31 42 0,22-36 49,-3-1 0,-1-2 0,-1-1-1,-2-1 1,-1-2 0,-63 44 0,74-59-181,-1-2 1,-1 0 0,-1-2-1,0-1 1,0-1 0,-1-1 0,0-1-1,-1-1 1,0-2 0,0-1 0,0-1-1,-31-1 1,29-3-6695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3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424 0 24575,'-4'0'0,"-3"2"0,-3 7 0,-2 14 0,-4 16 0,-6 23 0,-4 22 0,-9 20 0,-4 20 0,-4 12 0,-2 8 0,1 1 0,5-11 0,8-22 0,9-26 0,6-28 0,4-23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3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24575,'2'34'0,"2"0"0,1-1 0,13 46 0,-8-37 0,34 143 0,97 259 0,-134-425 0,-4-10 0,0 0 0,0 0 0,1-1 0,0 1 0,1-1 0,0 0 0,0-1 0,1 1 0,10 11 0,-14-18 0,-1 0 0,1-1 0,-1 1 0,0 0 0,1-1 0,-1 1 0,1-1 0,0 1 0,-1-1 0,1 0 0,-1 0 0,1 1 0,0-1 0,-1 0 0,1-1 0,-1 1 0,1 0 0,0 0 0,-1-1 0,1 1 0,-1-1 0,1 1 0,-1-1 0,1 0 0,1-1 0,6-3 0,-1 0 0,0-1 0,9-7 0,-4 3 0,175-133-1365,-124 93-5461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4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557 0 24575,'-3'100'0,"-27"170"0,-45 87 0,22-132 0,44-201 0,-1-103 0,-4 1 0,-3 1 0,-4 0 0,-3 1 0,-42-91 0,60 155 0,3 4 0,0 0 0,-1 0 0,0 1 0,0-1 0,-1 1 0,0 0 0,0 0 0,-1 1 0,0 0 0,-8-8 0,13 14 0,0-1 0,0 1 0,1-1 0,-1 1 0,0-1 0,0 1 0,0 0 0,0 0 0,0-1 0,0 1 0,0 0 0,0 0 0,0 0 0,0 0 0,0 0 0,0 0 0,1 0 0,-1 1 0,0-1 0,0 0 0,0 0 0,0 1 0,0-1 0,0 1 0,0-1 0,1 0 0,-1 1 0,0 0 0,0-1 0,1 1 0,-1-1 0,0 1 0,1 0 0,-1 0 0,0-1 0,1 1 0,-1 1 0,-3 4 0,1 0 0,0 1 0,0-1 0,-2 8 0,3-8 0,-26 78 0,4 0 0,4 2 0,3 0 0,-9 163 0,25-240 0,0 2 0,1 0 0,0 0 0,1 0 0,1 12 0,-1-21 0,0 1 0,-1-1 0,1 1 0,0-1 0,0 1 0,0-1 0,1 1 0,-1-1 0,0 0 0,1 0 0,0 1 0,-1-1 0,1 0 0,0-1 0,0 1 0,0 0 0,0 0 0,0-1 0,1 0 0,-1 1 0,5 1 0,8 1-642,-1-1 1,2 0-1,-1-1 0,0-1 0,0 0 1,1-1-1,-1-1 0,23-3 0,-27 3 373,40-5-218,62-16 1,-40 3-687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5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28 483 24575,'62'1'0,"-32"1"0,1-2 0,0-1 0,51-9 0,-74 8 0,0-1 0,0 0 0,0-1 0,-1 0 0,0 0 0,1-1 0,-2 1 0,1-1 0,0-1 0,-1 0 0,0 0 0,-1 0 0,1 0 0,-1-1 0,0 0 0,6-12 0,2-5 0,-2 0 0,0-1 0,13-48 0,-16 44 0,7-45 0,-14 65 0,0 1 0,-1 0 0,0-1 0,0 1 0,0-1 0,-1 1 0,-1-1 0,1 1 0,-1 0 0,-4-10 0,5 16 0,0 0 0,0 1 0,0-1 0,0 1 0,0-1 0,0 1 0,0 0 0,0-1 0,0 1 0,-1 0 0,1 0 0,-1 0 0,1 0 0,-1 0 0,1 0 0,-1 0 0,1 0 0,-1 1 0,-3-2 0,2 1 0,-1 1 0,1 0 0,0 0 0,-1 0 0,1 0 0,0 0 0,-1 1 0,1-1 0,0 1 0,-4 1 0,-2 2 0,0 0 0,0 0 0,0 1 0,1 0 0,-1 0 0,-9 9 0,-11 13 0,1 0 0,2 2 0,1 1 0,-37 58 0,36-46 0,3 1 0,2 1 0,-23 66 0,37-93 0,2 1 0,0-1 0,1 1 0,0 0 0,2 0 0,0 0 0,1 35 0,2-50 0,-1 0 0,1-1 0,0 1 0,0 0 0,0-1 0,0 1 0,1 0 0,-1-1 0,1 1 0,-1-1 0,1 0 0,0 0 0,0 1 0,0-1 0,0 0 0,0-1 0,1 1 0,-1 0 0,5 2 0,5 2 0,-1-1 0,1-1 0,16 5 0,-22-7 0,51 12 0,1-2 0,0-2 0,75 2 0,-120-11-227,0 0-1,0-1 1,1-1-1,-1 0 1,19-4-1,-6-5-6598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5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 1 24575,'-3'80'0,"-24"158"0,-40 71 0,53-249 0,-139 533 0,139-549 0,9-36 0,2-12 0,1-19 0,7-33-1365,3-9-5461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5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 1 24575,'6'0'0,"1"0"0,0 0 0,0 0 0,-1 1 0,1 0 0,-1 0 0,1 1 0,-1 0 0,1 0 0,-1 0 0,0 1 0,0 0 0,0 0 0,0 0 0,-1 1 0,1 0 0,8 9 0,-8-9 0,-1 1 0,1 0 0,-1 1 0,-1-1 0,1 1 0,-1 0 0,4 7 0,-6-9 0,-1-1 0,0 1 0,0-1 0,0 1 0,0-1 0,-1 1 0,1 0 0,-1-1 0,0 1 0,0 0 0,0-1 0,-1 1 0,1 0 0,-1-1 0,0 1 0,-2 5 0,-2 5 0,-2 1 0,0-1 0,-1-1 0,0 1 0,-1-2 0,-1 1 0,0-1 0,-13 12 0,-99 83 0,122-106 0,-9 5 0,-12 12 0,0-1 0,-2 0 0,0-2 0,-1-1 0,-27 12 0,49-25 31,0-1 0,0 1 0,-1 0 0,1-1 0,0 0 0,-1 1 0,1-1 0,0 0 1,-1 0-1,-1 0 0,3-1-106,0 1 1,0 0 0,0-1 0,0 1 0,0 0-1,0-1 1,0 1 0,0-1 0,0 0 0,0 1-1,0-1 1,1 0 0,-1 1 0,0-1 0,1 0-1,-1 0 1,0 0 0,1 0 0,-1 1 0,1-1-1,-1 0 1,0-2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6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315 1 24575,'1'0'0,"0"0"0,0 0 0,0 1 0,-1-1 0,1 0 0,0 1 0,-1-1 0,1 0 0,0 1 0,-1-1 0,1 1 0,0-1 0,-1 1 0,1 0 0,-1-1 0,1 1 0,-1-1 0,1 1 0,-1 0 0,0-1 0,1 1 0,-1 0 0,0 0 0,1-1 0,-1 1 0,0 0 0,0 1 0,5 26 0,-5-25 0,2 38 0,-1 1 0,-3-1 0,-1 0 0,-2-1 0,-2 1 0,-12 41 0,-87 232 0,4-74 0,22-51 0,77-184 0,1 1 0,0-1 0,1 0 0,-1 1 0,1-1 0,-1 9 0,2-13 0,0 0 0,0 0 0,0 0 0,0 0 0,1 0 0,-1-1 0,0 1 0,0 0 0,1 0 0,-1 0 0,0-1 0,1 1 0,-1 0 0,1 0 0,-1-1 0,1 1 0,0 0 0,0 0 0,1 0 0,-1 0 0,0 0 0,1-1 0,-1 1 0,1-1 0,-1 1 0,1-1 0,-1 0 0,1 1 0,0-1 0,-1 0 0,1 0 0,2 0 0,-1 0 3,56-4 335,-54 3-528,1 0 1,-1 0-1,0 0 1,0-1-1,0 0 1,0 0-1,0 0 0,8-5 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6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24575,'0'-2'0,"6"-1"0,10 1 0,10-1 0,9 2 0,8 2 0,6 5 0,3 4 0,-3 0 0,-5-2 0,-8-2 0,-7-2 0,-6-2 0,1-1 0,-3-1-8191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7:57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0 24575,'-4'110'0,"-5"-1"0,-4-1 0,-52 196 0,37-203 0,-51 116 0,99-240 0,14-23 0,-17 22 0,32-43 0,-43 59 0,0 1 0,1 1 0,0-1 0,0 1 0,1 0 0,11-7 0,-18 13 0,0-1 0,0 0 0,1 1 0,-1-1 0,0 1 0,0 0 0,0-1 0,0 1 0,0 0 0,0 0 0,0 0 0,1-1 0,-1 1 0,0 0 0,0 0 0,3 1 0,-4-1 0,1 1 0,0-1 0,-1 1 0,1-1 0,0 0 0,-1 1 0,1-1 0,-1 1 0,1 0 0,-1-1 0,1 1 0,-1-1 0,1 1 0,-1 0 0,0-1 0,1 1 0,-1 0 0,0 0 0,1 0 0,0 5 0,0 0 0,0 0 0,-1 0 0,0 0 0,0 8 0,-1-5 0,-3 232-1365,4-222-5461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19.79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627 1 24575,'0'0'0,"0"0"0,0 0 0,0 0 0,0 0 0,0 0 0,0 0 0,0-1 0,0 1 0,0 0 0,0 0 0,0 0 0,1 0 0,-1 0 0,0 0 0,0 0 0,0 0 0,0 0 0,0 0 0,0 0 0,0 0 0,0 0 0,0 0 0,0 0 0,0 0 0,1 0 0,-1 0 0,0 0 0,0 0 0,0 1 0,0-1 0,0 0 0,0 0 0,0 0 0,0 0 0,0 0 0,0 0 0,0 0 0,0 0 0,0 0 0,0 0 0,0 0 0,1 0 0,-1 0 0,0 0 0,0 0 0,0 0 0,0 1 0,0-1 0,0 0 0,0 0 0,0 0 0,0 0 0,0 0 0,0 0 0,0 0 0,0 0 0,0 0 0,0 0 0,0 0 0,0 1 0,0 8 0,-1 11 0,-10 19 0,-2-1 0,-25 55 0,17-45 0,15-34 0,-264 646-366,41 14 11,193-517 355,36-156-25,0-1 0,0 0 0,0 0 0,0 0 0,0 0 0,0 0 0,0 1 0,0-1 1,0 0-1,0 0 0,0 0 0,0 0 0,0 1 0,0-1 0,0 0 0,0 0 0,0 0 0,0 0 1,0 0-1,0 1 0,0-1 0,-1 0 0,1 0 0,0 0 0,0 0 0,0 0 0,0 0 0,0 1 1,0-1-1,0 0 0,-1 0 0,1 0 0,0 0 0,0 0 0,0 0 0,0 0 0,0 0 0,0 0 1,-1 0-1,1 0 0,0 0 0,0 0 0,0 0 0,0 0 0,-1 0 0,1 0 0,0 0 0,0 0 1,0 0-1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20.36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24575,'3'59'0,"2"-1"0,3 0 0,3-1 0,2 0 0,2-1 0,29 70 0,-42-120 0,0 0 0,1 0 0,0 0 0,0 0 0,1-1 0,-1 1 0,7 6 0,-8-10 0,-1-1 0,1 0 0,0 1 0,-1-1 0,1 0 0,0 0 0,0 0 0,0 0 0,0-1 0,0 1 0,0-1 0,1 1 0,-1-1 0,0 1 0,0-1 0,0 0 0,0 0 0,1 0 0,-1 0 0,0-1 0,0 1 0,0 0 0,0-1 0,0 0 0,4-1 0,14-6 0,0-2 0,20-12 0,-23 12 0,0 1 0,0 1 0,25-9 0,78-25-1365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21.34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1259 1 24575,'-109'3'0,"-159"25"0,-101 44 0,345-67 0,3-1 0,0 2 0,-35 12 0,51-16 0,0 0 0,0 1 0,0 0 0,0 0 0,1 0 0,-1 0 0,1 1 0,0-1 0,0 1 0,0 0 0,0 1 0,1-1 0,-1 0 0,1 1 0,-4 9 0,-41 128 0,14-34 0,-106 335 0,104-299 0,-20 166 0,51-245 109,4 103-1,3-49-1690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21.76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24575,'1'15'0,"1"1"0,1 0 0,0-1 0,1 0 0,11 28 0,-3-9 0,46 149 0,44 130 0,-94-290 0,9 25 0,-15-45 0,0 1 0,-1 0 0,2-1 0,-1 0 0,0 0 0,0 0 0,1 0 0,0 0 0,4 4 0,-6-6 0,0-1 0,0 0 0,0 1 0,0-1 0,0 1 0,0-1 0,0 0 0,0 0 0,0 0 0,0 0 0,0 0 0,0 0 0,0 0 0,0 0 0,0 0 0,0 0 0,0 0 0,0 0 0,0-1 0,0 1 0,0-1 0,0 1 0,0 0 0,0-1 0,0 0 0,0 1 0,0-1 0,-1 1 0,1-1 0,0 0 0,0-1 0,26-31 0,-20 24 0,170-197 334,17 15-1388,-156 154 409,44-43-6181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22.42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24575,'51'2'0,"0"2"0,-1 2 0,0 2 0,-1 3 0,1 2 0,-2 1 0,0 3 0,-1 2 0,-1 2 0,57 36 0,-58-27 0,-1 2 0,-2 2 0,-1 2 0,57 65 0,118 182 0,-47-8 0,-147-232 0,-2 1 0,-2 1 0,-2 1 0,17 77 0,-31-114-1365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22.75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478 0 24575,'8'96'0,"0"-20"0,0 425 0,-8-497 0,0 0 0,0-1 0,-1 1 0,1 0 0,-1-1 0,0 1 0,0-1 0,0 1 0,-1-1 0,-1 4 0,2-5 0,0-1 0,0 0 0,0 0 0,0 0 0,0 0 0,0 0 0,-1 0 0,1-1 0,0 1 0,-1 0 0,1-1 0,0 1 0,-1 0 0,1-1 0,-1 0 0,1 1 0,-1-1 0,1 0 0,-1 0 0,1 0 0,-1 0 0,1 0 0,-1 0 0,1 0 0,-1-1 0,-1 1 0,-15-5 0,1 0 0,-1 0 0,1-2 0,-29-15 0,10 4 0,-162-79-1365,95 44-5461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25.30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3803 1735 24575,'-6'0'0,"1"1"0,-1 0 0,0 0 0,-9 3 0,-10 3 0,-351 58-201,-508 24 0,621-81 67,-1-12 0,-476-70 0,333-6 134,307 55 0,-190-78 0,273 96 59,0-1-1,1-1 1,-24-17 0,32 20-11,0-1 1,1 0-1,0 0 0,0-1 1,1 0-1,-1 0 0,2-1 1,-6-9-1,-206-413 86,212 420-134,-3-4 0,1-1 0,1 0 0,-8-30 0,13 41 0,0-1 0,1 1 0,-1-1 0,1 1 0,0-1 0,1 0 0,-1 1 0,1-1 0,0 1 0,1 0 0,-1-1 0,1 1 0,0 0 0,0 0 0,1 0 0,3-5 0,4-5 0,0 1 0,1 1 0,1 0 0,19-17 0,69-46 0,81-35-391,67-15-1172,-36 33 1421,3 10 0,234-58 1,-260 94 152,3 9 0,351-24 1,-454 59-112,0 3 1,0 4-1,-1 4 0,0 4 1,0 4-1,97 31 0,178 72 183,-105-32-535,-123-43-365,495 165-292,-16 27 1190,-352-111 247,-250-119-149,-2-2 18,-1 1 0,0 1 0,0 0 0,0 0 0,-1 0 0,0 1 0,11 11 0,-18-16-132,0 0 1,0 0-1,0 0 1,0 0-1,0 0 1,0 0-1,-1 0 1,1 0-1,-1 0 1,1 0-1,-1 1 1,0-1-1,0 0 1,0 0-1,0 0 1,-1 4-1,-11 37 1545,4-16-1159,-13 48-451,-3-1 0,-3-1 0,-3-2 0,-3 0 0,-3-3 0,-3-1 0,-3-1 0,-3-3 0,-65 71 0,80-103 0,-1-1 0,-1-1 0,-2-2 0,-1-2 0,0-1 0,-2-2 0,-1-1 0,-1-2 0,0-1 0,-79 22 0,37-21 0,-1-3 0,-142 8 0,-168-20 0,234-8-455,1-8 0,-251-50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8:29.26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1140 1 24575,'0'3'0,"0"0"0,0 0 0,-1 0 0,0 1 0,0-1 0,0 0 0,0 0 0,0 0 0,0 0 0,-1 0 0,1 0 0,-1-1 0,0 1 0,0 0 0,-3 2 0,-4 4 0,0-1 0,-19 13 0,8-6 0,-120 81 0,96-70 0,2 2 0,2 2 0,-65 61 0,86-68 0,0 0 0,1 1 0,-18 35 0,-37 85 0,43-82 0,6-8 0,2 1 0,2 0 0,-20 96 0,-13 177 0,42-250 0,-10 111 0,6 298 0,16-400 0,-2-79 0,0-12 0,-3-19 0,2 16 0,-90-408 0,60 307 0,-82-183 0,95 256 0,11 27 0,2 9 0,3 18 0,6 14 0,1-1 0,1 1 0,15 48 0,-6-29 0,123 504-6745,-134-545 6731,4 17 1,15 41 1,-22-68-3,1 0 0,-1 0 0,1 0 0,-1 1 0,1-1 0,-1 0 0,1 0 0,0 0-1,-1 0 1,1 0 0,0 0 0,0 0 0,0 0 0,0 0 0,0 0 0,0-1 0,0 1 0,0 0 0,2 0-1,-2-1 69,0 0-1,0 0 0,0 0 0,-1 0 0,1-1 0,0 1 1,0 0-1,-1 0 0,1-1 0,0 1 0,-1 0 0,1-1 1,0 1-1,-1-1 0,1 1 0,0-1 0,-1 0 1,1 1-1,-1-1 0,1 1 0,-1-1 0,1-1 0,4-6 1108,-1-1 1,0 1-1,6-18 0,-9 22-653,5-16-445,1 1-1,1 0 1,0 1-1,2-1 1,0 2-1,1-1 1,0 1-1,2 1 1,0 0-1,1 1 1,27-24-1,-25 27-1426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06.94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251 0 24575,'-4'1'0,"0"-1"0,0 1 0,1 0 0,-1 0 0,0 0 0,1 1 0,-1-1 0,1 1 0,-1 0 0,1 0 0,0 0 0,0 0 0,-5 5 0,-2 2 0,0 1 0,-13 17 0,10-8 0,0 1 0,1 0 0,2 1 0,0 0 0,-14 43 0,-20 120 0,33-124 0,3 0 0,2 0 0,4 0 0,8 113 0,-2-138 0,3 0 0,0-1 0,24 63 0,-22-73 0,2-1 0,1 0 0,0-1 0,2-1 0,0 0 0,19 21 0,-21-29 0,1 0 0,0-1 0,1-1 0,0 0 0,0-1 0,1 0 0,1-1 0,-1-1 0,2 0 0,-1-1 0,1-1 0,0-1 0,29 6 0,-26-8 0,-1-2 0,0 0 0,0-1 0,1 0 0,-1-2 0,0 0 0,0-1 0,0-1 0,0-1 0,-1-1 0,0-1 0,25-11 0,-16 3 0,0-1 0,-2-2 0,0 0 0,0-2 0,-2 0 0,-1-2 0,0 0 0,-2-2 0,0 0 0,17-29 0,-18 23 0,-1-2 0,-2 0 0,-1 0 0,-1-2 0,-2 0 0,-1 0 0,-2-1 0,7-52 0,-14 69 0,-1 0 0,-1 0 0,-1 0 0,0 0 0,-1 0 0,-1 1 0,0-1 0,-2 0 0,0 1 0,-1 0 0,-8-17 0,4 15 0,0 1 0,-2 1 0,0 0 0,0 0 0,-2 1 0,0 1 0,0 0 0,-2 1 0,-21-15 0,5 6 0,0 2 0,-1 1 0,-1 2 0,-1 1 0,-1 2 0,0 1 0,-68-15 0,93 27 37,0 1-1,0 1 1,0-1-1,-1 2 1,1 0 0,0 0-1,0 1 1,-15 4-1,-7 4-492,-40 20 0,48-19-326,-38 15-6044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0.38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0 24575,'2'2'0,"7"1"0,5 0 0,17-1 0,42 3 0,86 5 0,171 7 0,231 6-2154,254 11 2154,230 14-3277,157 11 484,43 0-484,-75-2 2494,-186-11-1932,-244-8 2715,-247-10 6808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1.41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745 0 24575,'-25'2'0,"0"2"0,0 0 0,0 1 0,-29 11 0,23-7 0,-80 23 0,2 5 0,-170 83 0,276-118 0,-32 19 0,34-20 0,-1 1 0,1-1 0,-1 1 0,1-1 0,0 1 0,0-1 0,-1 1 0,1 0 0,0 0 0,1-1 0,-1 1 0,0 0 0,0 0 0,1 0 0,-1 0 0,1 4 0,-2 12 0,1-12 0,0 1 0,0 0 0,1-1 0,0 1 0,0 0 0,1-1 0,-1 1 0,2 0 0,-1-1 0,1 1 0,0-1 0,0 1 0,0-1 0,1 0 0,4 6 0,8 9 0,1 0 0,0-1 0,2 0 0,33 27 0,89 61 0,-124-97 0,-4-2 53,2 2-408,2 0 1,0-1-1,17 7 1,-15-9-6472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2.20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647 0 24575,'-19'0'0,"0"1"0,0 0 0,1 2 0,-1 0 0,0 1 0,1 1 0,0 0 0,0 2 0,1 0 0,0 1 0,-23 13 0,-99 73 0,-46 25 0,165-109 0,12-7 0,0 1 0,1 0 0,0 0 0,-11 8 0,17-11 0,0 0 0,0 0 0,0 0 0,0 0 0,0 0 0,0 0 0,0 1 0,0-1 0,1 0 0,-1 0 0,0 1 0,1-1 0,-1 0 0,1 1 0,-1-1 0,1 1 0,0-1 0,0 1 0,-1-1 0,1 1 0,0-1 0,0 1 0,1-1 0,-1 0 0,0 1 0,0-1 0,1 1 0,-1-1 0,1 1 0,0 1 0,18 30 0,1 0 0,1-2 0,48 54 0,-7-10 0,5 15-1365,-53-72-5461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22.82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642 940 24575,'-140'7'-91,"136"-7"98,0 0-1,1-1 0,-1 1 1,1-1-1,-1 0 0,1 0 1,-1 0-1,1-1 0,0 1 0,-1-1 1,1 1-1,0-1 0,0 0 1,0-1-1,1 1 0,-1 0 1,-5-6-1,-2-4-14,0 0 1,-15-23-1,15 17 8,0 0 0,2 0 0,0-1 0,1-1 0,0 1 0,2-1 0,0 0 0,2 0 0,0 0 0,0-23 0,3 13 0,0 1 0,2 0 0,2 0 0,0 0 0,2 1 0,14-42 0,-10 45 0,0 0 0,2 1 0,1 1 0,1 0 0,1 1 0,0 0 0,2 1 0,35-34 0,-35 39 0,0 2 0,1 0 0,0 1 0,1 1 0,0 0 0,1 2 0,0 0 0,1 1 0,0 1 0,42-9 0,-56 16 0,0 0 0,1 0 0,-1 1 0,0 0 0,0 0 0,0 1 0,1 0 0,-1 0 0,0 1 0,0-1 0,12 6 0,-10-2 0,0 0 0,0 0 0,0 1 0,-1 0 0,0 0 0,0 1 0,11 11 0,-3 2 0,0 1 0,-2 1 0,0 0 0,-1 0 0,17 43 0,-19-35 0,-2 1 0,0 0 0,-2 0 0,-2 1 0,0 0 0,-3 0 0,0 0 0,-2 0 0,-5 39 0,4-60 0,-1 0 0,0 0 0,-1 0 0,0 0 0,0-1 0,-1 1 0,-1-1 0,0 0 0,0 0 0,-1 0 0,0-1 0,-11 12 0,11-14 0,-1 0 0,0-1 0,0 0 0,-1 0 0,0-1 0,0 0 0,0 0 0,-1-1 0,1 0 0,-1-1 0,0 1 0,0-2 0,0 1 0,-1-1 0,-10 0 0,-439 67 333,79-9-2031,328-54-5128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1.06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 86 24575,'-2'2'0,"1"0"0,17 1 0,38-1 0,76-5 0,147-7 0,219-9 0,266 0-3276,268 3-1,231 3 0,158 5 1787,62 4-1544,-43 2 3034,-154 1-2029,-255 4 2029,-288 0 2029,-264 2-2029,-215 1 6163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1.91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66 24575,'205'-5'0,"-3"-4"0,176-7-404,237 0-1213,269 2 667,268 8-1685,215 13-260,4212 140-3901,-4635-103 5927,-263-9 652,-237-10 555,-342-19 112,168 16 1296,-268-22-1514,1 0-1,-1 0 0,1 0 0,-1 1 1,0-1-1,1 1 0,-1 0 1,0-1-1,1 1 0,3 2 0,-21 2 2883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3.14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131 716 24575,'-3'-1'0,"0"1"0,0-1 0,0 0 0,0 0 0,0 0 0,0 0 0,0-1 0,0 1 0,0-1 0,0 0 0,1 0 0,-1 0 0,1 0 0,-1 0 0,1 0 0,0-1 0,0 1 0,0-1 0,0 0 0,-2-3 0,-4-9 0,-1-1 0,-8-22 0,15 33 0,-5-14 0,0 0 0,1-1 0,1 0 0,1 0 0,0 0 0,2-1 0,0 1 0,2 0 0,0-1 0,5-33 0,-2 38 0,0 1 0,1-1 0,1 1 0,1 1 0,0-1 0,0 1 0,2 0 0,0 0 0,0 1 0,1 0 0,1 0 0,0 1 0,1 0 0,17-14 0,-8 11 0,1 0 0,1 2 0,0 0 0,1 1 0,0 2 0,0 0 0,1 2 0,1 0 0,-1 2 0,1 0 0,0 2 0,1 1 0,50 0 0,-67 4 0,0 0 0,0 0 0,0 1 0,0 0 0,-1 1 0,1 0 0,-1 0 0,1 1 0,-1 0 0,0 1 0,8 5 0,-5-1 0,0 0 0,-1 0 0,0 1 0,0 0 0,-1 1 0,12 19 0,-5-2 0,-1 0 0,-1 1 0,-2 1 0,-1 0 0,12 50 0,-19-63 0,-1 0 0,0 0 0,-1 1 0,-1-1 0,0 1 0,-1 0 0,-4 19 0,3-28 0,-1-1 0,0 1 0,-1-1 0,0 0 0,0 0 0,-1 0 0,0 0 0,0-1 0,-1 0 0,0 0 0,0 0 0,0 0 0,-1-1 0,0 0 0,-1 0 0,-9 7 0,4-5 0,-1 0 0,1-2 0,-1 1 0,0-2 0,-1 1 0,1-2 0,-25 5 0,10-4 0,1-2 0,-1-1 0,-28-1 0,52-1-170,1 0-1,-1 0 0,1-1 1,-1 1-1,1-1 0,-1 0 1,-4-1-1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3.69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292 981 24575,'-33'1'-698,"14"0"732,1-1 0,-22-3 0,34 2-12,0 0 1,1 0-1,-1-1 0,1 1 1,0-1-1,0-1 1,0 1-1,0-1 0,0 1 1,0-1-1,-6-6 1,1-1-2,1 0 0,0 0 1,1-1-1,0 0 0,1-1 0,0 1 1,1-1-1,0-1 0,-7-23 1,5 11 6,1-2 1,2 1 0,-4-54-1,8 59-28,1 1 0,2-1 0,0 0 0,1 1 0,1 0 0,0-1 0,2 1 0,1 1 0,0-1 0,1 1 0,1 1 0,1-1 0,1 2 0,0-1 0,1 1 0,27-28 0,-12 19 0,2 0 0,0 2 0,1 1 0,2 1 0,0 2 0,1 1 0,1 1 0,47-16 0,-25 13 0,2 3 0,94-18 0,-122 31 0,0 1 0,0 2 0,0 1 0,0 1 0,1 2 0,-1 1 0,33 7 0,-51-7 0,0 1 0,-1 0 0,1 1 0,-1 0 0,0 1 0,0 0 0,-1 0 0,0 1 0,0 1 0,-1 0 0,10 9 0,-8-4 0,0 0 0,-1 1 0,0 0 0,-1 0 0,-1 1 0,0 1 0,7 20 0,-5-5 0,-1-1 0,-2 1 0,-1 1 0,-2-1 0,-1 1 0,-1 0 0,-2 0 0,-4 36 0,2-48 0,-2 1 0,-1-1 0,0 1 0,-1-2 0,-2 1 0,0-1 0,0 0 0,-2 0 0,-1-1 0,0 0 0,-1-1 0,-24 26 0,25-31 0,0-1 0,0 0 0,-2-1 0,1-1 0,-1 0 0,0 0 0,-1-1 0,0-1 0,0-1 0,-1 0 0,0 0 0,0-2 0,0 0 0,0 0 0,-1-2 0,0 0 0,-22 0 0,6-6-1365,9-3-5461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4.21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231 677 24575,'-5'-1'0,"0"1"0,0-1 0,0 0 0,0 0 0,0-1 0,1 0 0,-1 1 0,0-2 0,-4-1 0,-38-27 0,47 31 0,-11-9 0,0 0 0,1 0 0,0-1 0,1-1 0,0 0 0,0 0 0,1 0 0,1-1 0,0 0 0,1-1 0,0 0 0,1 0 0,0 0 0,1 0 0,0-1 0,1 0 0,-1-19 0,3 21 0,0 0 0,1-1 0,0 1 0,1 0 0,1 0 0,0 0 0,0 0 0,2 0 0,-1 0 0,1 0 0,1 1 0,0 0 0,1 0 0,0 0 0,0 1 0,1 0 0,0 0 0,1 1 0,0-1 0,11-8 0,1 3 0,0 1 0,1 1 0,0 0 0,1 2 0,1 0 0,0 2 0,36-10 0,-5 5 0,1 2 0,67-5 0,-72 13 0,0 1 0,57 5 0,-87 0 0,0 0 0,0 1 0,-1 1 0,1 1 0,-1 1 0,0 1 0,0 0 0,20 12 0,-30-13 0,0 1 0,-1 0 0,1 0 0,-1 0 0,-1 1 0,0 1 0,0-1 0,-1 1 0,1 0 0,-2 0 0,0 1 0,0 0 0,0 0 0,-2 0 0,1 0 0,-1 1 0,0 0 0,-1-1 0,1 21 0,-2-16 0,0 1 0,-1-1 0,-1 0 0,0 1 0,-2-1 0,1 0 0,-2 0 0,0 0 0,-1 0 0,0 0 0,-1-1 0,-1 0 0,-12 21 0,1-13 0,0 0 0,-1-1 0,-1-1 0,0-1 0,-36 25 0,21-19 0,-1-3 0,-1 0 0,-41 15 0,69-33 49,0 0 0,0-1 0,-1 0-1,1 0 1,-1-1 0,-16 1 0,22-3-144,0 0 0,-1 0 0,1-1 0,0 1 1,0-1-1,0 0 0,-1-1 0,1 1 0,0-1 0,0 1 1,1-1-1,-1 0 0,0-1 0,1 1 0,-1-1 1,1 1-1,-4-5 0,-10-11-6731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4.89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161 716 24575,'-6'-1'0,"0"0"0,0 0 0,0 0 0,1-1 0,-1 0 0,0 0 0,1-1 0,-1 1 0,1-1 0,0 0 0,0-1 0,0 1 0,0-1 0,1 0 0,-1 0 0,-5-7 0,3 2 0,-1 0 0,1 0 0,1-1 0,0 1 0,0-1 0,1-1 0,-7-19 0,10 24 0,1 1 0,-1-1 0,1 0 0,0 0 0,1 0 0,-1 0 0,1 0 0,1 0 0,-1 0 0,1 0 0,0 0 0,2-8 0,0 7 0,0 1 0,0 0 0,0 0 0,1 0 0,0 0 0,0 0 0,1 1 0,0 0 0,-1 0 0,2 0 0,6-5 0,20-12 0,0 1 0,2 1 0,1 2 0,65-24 0,48-12-478,194-44-1,164 1-477,-397 80 943,193-4 1,-282 21-3,-1 1 0,1 1 0,-1 1 0,1 0 0,-1 1 0,22 8 0,-34-9 14,-1 0 0,1 0 0,-1 1 0,1 0 0,-1 0 1,0 0-1,-1 1 0,1 0 0,-1 0 0,0 0 0,0 1 1,0 0-1,-1 0 0,0 0 0,0 0 0,0 1 0,-1-1 0,4 13 1,-3-4-3,0 0 0,-1 0 1,-1 0-1,-1 1 0,0-1 1,-1 1-1,0-1 0,-4 24 1,-4 3 172,-22 75 0,10-55 384,-50 106 1,58-144-476,-1-1 1,-1-1-1,0 0 0,-2-1 0,-1 0 1,0-2-1,-28 24 0,34-34-79,0-1 0,-1 0 0,0-1 0,0-1 0,-1 1 0,0-2 0,0 0 0,-26 6 0,19-7 0,-1-2 0,1 0 0,-1-1 0,1-1 0,-30-3 0,4-4 0,1-3 0,0-1 0,0-3 0,-68-30 0,-62-41-1365,106 47-5461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5.40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534 762 24575,'0'0'0,"0"1"0,0-1 0,0 1 0,0-1 0,0 0 0,0 1 0,-1-1 0,1 1 0,0-1 0,0 0 0,0 1 0,-1-1 0,1 1 0,0-1 0,0 0 0,-1 1 0,1-1 0,0 0 0,-1 0 0,1 1 0,0-1 0,-1 0 0,1 0 0,0 1 0,-1-1 0,1 0 0,-1 0 0,1 0 0,0 0 0,-1 0 0,1 1 0,-1-1 0,1 0 0,0 0 0,-1 0 0,1 0 0,-1 0 0,1 0 0,-1-1 0,1 1 0,0 0 0,-1 0 0,1 0 0,-1 0 0,1 0 0,0-1 0,-1 1 0,1 0 0,-1 0 0,1-1 0,-22-11 0,18 7 0,-1 0 0,1 0 0,0-1 0,0 0 0,1 0 0,-1 0 0,1 0 0,1 0 0,-1 0 0,1-1 0,-2-7 0,1 1 0,1-1 0,0 0 0,1 1 0,1-25 0,2 18 0,1 1 0,1-1 0,1 1 0,1 0 0,0 1 0,1 0 0,2 0 0,-1 0 0,2 1 0,0 0 0,1 1 0,1 0 0,14-15 0,1 2 0,1 2 0,0 1 0,2 1 0,1 1 0,56-31 0,-42 30 0,1 2 0,1 3 0,54-17 0,-76 30 0,1 0 0,1 2 0,-1 0 0,1 2 0,0 1 0,0 1 0,44 5 0,-62-3 0,1 1 0,-1 0 0,0 0 0,0 1 0,0 1 0,0-1 0,0 1 0,-1 1 0,1 0 0,-1 0 0,-1 1 0,1-1 0,6 8 0,-5-3 0,0 0 0,-1 1 0,0-1 0,-1 1 0,0 1 0,-1-1 0,-1 1 0,7 19 0,-1 7 0,-3 0 0,-1 0 0,-1 1 0,-3 0 0,-1 54 0,-2-55 0,-2 0 0,-2 0 0,-1 0 0,-2-1 0,-20 62 0,19-75 0,-2-1 0,0-1 0,-1 0 0,-2 0 0,0-1 0,-1-1 0,-1 0 0,-1-1 0,-33 30 0,26-30 0,0 0 0,-2-2 0,0-1 0,-1-1 0,-44 18 0,31-18 0,-1-2 0,-1-1 0,-60 9 0,29-12 0,0-4 0,-1-2 0,1-4 0,-93-13 0,110 7 171,-86-24 0,110 22-598,0-1 0,1-2 1,-57-32-1,8-9-6399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47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45 205 24575,'-1'2'0,"0"0"0,0 0 0,0 0 0,0 0 0,0 1 0,0-1 0,1 0 0,-1 0 0,1 1 0,0-1 0,-1 0 0,1 0 0,0 3 0,-1 10 0,-30 329 0,27 4 0,6-221 0,29 210 0,-30-330 0,1 0 0,-1 0 0,1 0 0,4 8 0,0-11 0,0-12 0,1-11 0,0 0 0,-2 0 0,5-31 0,-1 8 0,63-272-484,177-478 1,-246 784 483,8-22 0,1 1 0,27-45 0,-36 70-1,0 0 1,0 0-1,0 0 1,0 1 0,1 0-1,0 0 1,-1 0-1,1 0 1,0 0 0,1 1-1,-1 0 1,0 0 0,1 0-1,-1 0 1,1 1-1,-1 0 1,1-1 0,8 1-1,6-1 19,0 2-1,0 0 1,28 5 0,-14-2 80,513 47 440,-6 27-1079,-469-64 541,117 37 0,-176-46 0,0 1 0,0 0 0,0 1 0,-1 0 0,0 1 0,12 9 0,-19-12 0,0 0 0,0 0 0,0 0 0,0 1 0,-1 0 0,0-1 0,0 1 0,0 0 0,0 1 0,-1-1 0,0 0 0,0 1 0,0-1 0,-1 1 0,2 8 0,-2 0-1,0 1-1,-2 0 1,1-1 0,-2 1-1,1-1 1,-7 22 0,-32 86 133,39-119-120,-120 289 426,84-217-320,-83 124 0,57-117-118,56-74 0,-1 0 0,0 0 0,0-1 0,0-1 0,-1 1 0,0-1 0,-13 6 0,20-11 13,-1 0-1,1 0 1,0-1-1,-1 1 1,1 0 0,-1-1-1,1 0 1,-1 1-1,1-1 1,-1 0-1,1 0 1,-1 0-1,1-1 1,-1 1 0,1-1-1,0 1 1,-1-1-1,1 0 1,-1 0-1,1 0 1,0 0-1,0 0 1,0-1-1,0 1 1,0-1 0,-3-2-1,-2-3-233,0-1 1,1 0-1,0 0 0,0-1 1,-5-9-1,8 12-159,-23-40-6446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47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577 3 24575,'0'-2'0,"0"2"0,0 4 0,0 9 0,-2 13 0,-7 20 0,-11 18 0,-15 19 0,-17 18 0,-15 14 0,-11 6 0,-3 1 0,4-10 0,8-19 0,17-23 0,17-23-8191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48.2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 24575,'4'-2'0,"3"-1"0,5 3 0,4 6 0,1 7 0,2 11 0,7 15 0,12 19 0,7 14 0,3 7 0,-2-2 0,-4-10 0,-9-15 0,-9-21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50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286 133 24575,'0'0'0,"-1"0"0,1 0 0,-1 1 0,1-1 0,-1 0 0,1 1 0,0-1 0,-1 1 0,1-1 0,0 0 0,-1 1 0,1-1 0,0 1 0,-1-1 0,1 1 0,0-1 0,0 1 0,0-1 0,0 1 0,-1-1 0,1 1 0,0-1 0,0 1 0,0 0 0,0 0 0,-1 19 0,0-16 0,-2 455 0,4-420 0,-1-29 0,0 1 0,0 1 0,1-1 0,4 22 0,-5-33 0,0 1 0,0-1 0,0 0 0,0 0 0,0 0 0,0 0 0,0 0 0,0 0 0,0 1 0,0-1 0,0 0 0,0 0 0,0 0 0,0 0 0,0 0 0,0 0 0,0 1 0,0-1 0,0 0 0,0 0 0,1 0 0,-1 0 0,0 0 0,0 0 0,0 0 0,0 1 0,0-1 0,0 0 0,0 0 0,0 0 0,0 0 0,1 0 0,-1 0 0,0 0 0,0 0 0,0 0 0,0 0 0,0 0 0,0 0 0,1 0 0,-1 0 0,0 0 0,0 0 0,0 0 0,0 0 0,0 0 0,0 0 0,1 0 0,-1 0 0,0 0 0,0 0 0,0 0 0,0 0 0,4-9 0,1-16 0,6-107 0,19-158 0,-24 256 0,-5 19 0,1 0 0,1 0 0,0 1 0,1-1 0,1 1 0,0 0 0,7-14 0,-9 24 0,1 0 0,-1 0 0,1 1 0,0-1 0,0 1 0,0 0 0,0 0 0,1 0 0,-1 0 0,1 1 0,0 0 0,-1 0 0,1 0 0,0 1 0,9-2 0,43-11 0,0 3 0,66-4 0,443-19-700,2 27-1,-527 7 701,-4-1 0,0 2 0,0 1 0,47 9 0,-81-10 0,0-1 0,1 1 0,-1 0 0,0 0 0,0 0 0,0 1 0,0-1 0,0 1 0,0 0 0,0-1 0,-1 1 0,1 1 0,0-1 0,-1 0 0,0 0 0,0 1 0,4 4 0,-5-4 0,0 0 0,0 0 0,0 1 0,0-1 0,0 0 0,-1 0 0,1 1 0,-1-1 0,0 0 0,0 0 0,0 1 0,0-1 0,-1 0 0,-1 6 0,-4 9 0,0-1 0,-1-1 0,-2 1 0,1-1 0,-14 18 0,18-27 0,-32 49 175,-2-2 0,-2-2 0,-80 81 1,97-111-106,-2-1 0,0-1 0,-1-1 0,0-1 0,-2-1 0,0-2 0,-1-1 0,0-1 0,-56 16 0,54-22-70,-1 0 0,1-2 0,-1-2 0,0-1 0,-61-3 0,79 0 0,0-1 0,0 0 0,0-1 0,1-1 0,-1 0 0,1-1 0,0 0 0,0-1 0,1-1 0,0 0 0,0 0 0,0-1 0,1-1 0,0 0 0,-17-18 0,18 13 0,0 0 0,1 0 0,0 0 0,1-1 0,1-1 0,0 1 0,2-1 0,-1 0 0,2-1 0,0 1 0,-2-25 0,3 31 0,-1 15 0,-4 21 0,8-23 0,-9 34 0,-2 4 0,-6 50 0,18-81 0,4-9 0,10-17 0,-15 16 0,54-63 0,-12 12 0,1 2 0,80-68 0,-189 173 0,-27 11 0,-103 55 0,-112 43 0,4-2 0,283-151 0,-38 28 0,59-39 0,-1-1 0,0 1 0,0 0 0,0-1 0,0 1 0,1 0 0,-1 0 0,0 0 0,1 0 0,-1 0 0,1 0 0,-1 0 0,1 0 0,-1 0 0,1 1 0,0-2 0,0 1 0,0-1 0,0 0 0,0 1 0,0-1 0,0 1 0,0-1 0,0 1 0,1-1 0,-1 0 0,0 1 0,0-1 0,0 0 0,1 1 0,-1-1 0,0 0 0,1 1 0,-1-1 0,0 0 0,1 1 0,-1-1 0,0 0 0,1 0 0,-1 1 0,1-1 0,4 2 0,1 0 0,-1-1 0,1 0 0,-1 0 0,7 0 0,434 12-718,-307-14 400,-36 2 172,455-3 85,-542 2 61,14 0 0,51-7 0,-80 7 12,1 0 0,-1-1 0,1 1 0,-1 0 1,1-1-1,-1 1 0,1-1 0,-1 1 0,1-1 0,-1 0 0,1 1 1,-1-1-1,0 0 0,0 0 0,2-2 0,-3 3 2,1-1 1,-1 1-1,0-1 0,0 1 0,0-1 1,0 1-1,0-1 0,0 1 0,0-1 1,0 1-1,0-1 0,0 1 0,0-1 1,0 1-1,0-1 0,0 1 0,-1-1 1,1 1-1,0-1 0,0 1 0,-1-1 1,1 1-1,0-1 0,-1 1 0,1 0 1,0-1-1,-1 1 0,1 0 0,-1-1 1,-3-3 73,-1 1 1,0-1 0,1 1 0,-1 0 0,-1 1-1,-7-4 1,-9-2-89,-1 0 0,0 2 0,0 1 0,-1 1 0,-37-2 0,43 5 0,1 1 0,0 1 0,0 1 0,0 0 0,0 1 0,0 1 0,1 1 0,-29 11 0,18-2 0,0 1 0,0 2 0,-35 28 0,-66 69 0,106-93 0,-611 620 0,608-614 0,-12 11 0,1 2 0,-55 81 0,85-111 0,1 1 0,0 0 0,0-1 0,1 2 0,1-1 0,0 0 0,0 1 0,1-1 0,0 14 0,1 9 0,5 61 0,0-38 0,17 703 0,-17-802-1365,1-10-5461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50.8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24575,'19'1'0,"0"2"0,-1 0 0,0 1 0,1 1 0,25 10 0,-7-3 0,4 1 0,144 49 0,-153-49 0,-1 1 0,-1 1 0,49 33 0,-75-44 0,1 0 0,-1 1 0,0-1 0,0 1 0,0 0 0,-1 0 0,1 0 0,-1 0 0,0 1 0,-1-1 0,0 1 0,1 0 0,-2-1 0,1 1 0,-1 0 0,0 0 0,0 0 0,0 8 0,0 11 0,-2 0 0,-1-1 0,-5 30 0,-4 3 0,-2 0 0,-3-1 0,-27 64 0,-83 155 0,-175 277 0,298-545 27,-1 0-226,0 0 1,-1-1-1,0 1 0,0-1 0,0 0 0,-9 8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51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 24575,'0'-3'0,"0"-1"0,4-1 0,5 0 0,7 2 0,9 1 0,12 0 0,13 2 0,7 1 0,1 4 0,-6 0 0,-8 2 0,-13-1-8191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51.3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24575,'0'2'0,"0"3"0,0 2 0,0 2 0,2 2 0,5 0 0,4 1 0,10 0 0,4 0 0,4 0 0,7 0 0,5 0 0,4 0 0,-2 0 0,-6-3 0,-10-2-8191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51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24575,'6'0'0,"14"0"0,19 0 0,10 0 0,13 0 0,36 2 0,157 14 0,142 19 0,104 13 0,36 8-3276,-34 1 1136,-78-6 2140,-101-10-1973,-100-12 1973,-87-10 0,-70-8 0,-47-7-802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5.4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317 884 24575,'-9'7'0,"1"1"0,-1-1 0,-1-1 0,1 1 0,-1-2 0,0 1 0,0-1 0,-1-1 0,0 0 0,-11 2 0,18-4 0,-2-1 0,1 0 0,0 0 0,0 0 0,0-1 0,0 0 0,0 0 0,-1 0 0,1-1 0,0 1 0,0-1 0,0-1 0,0 1 0,0-1 0,0 1 0,0-1 0,1-1 0,-1 1 0,1-1 0,-1 0 0,1 0 0,0 0 0,-7-7 0,3-1 0,0-1 0,0 0 0,1 0 0,1 0 0,0-1 0,1 0 0,0 0 0,1-1 0,-4-21 0,4 13 0,1-1 0,1-1 0,1 1 0,1 0 0,4-24 0,-2 27 0,2 0 0,1-1 0,0 1 0,2 1 0,0-1 0,1 1 0,1 0 0,14-22 0,-8 19 0,0 1 0,2 1 0,0 0 0,2 2 0,39-33 0,-19 23 0,2 2 0,1 2 0,1 1 0,0 3 0,2 1 0,84-22 0,-37 18-224,1 4 0,1 4 0,172-4-1,-216 18 225,66 9 0,-101-7 0,-1 2 0,1 0 0,-1 1 0,0 0 0,0 1 0,0 1 0,0 0 0,22 15 0,-31-17 11,1 0-1,-1 0 0,0 1 0,0 0 0,0 0 0,-1 0 0,0 1 0,0 0 0,0-1 0,0 1 0,-1 0 0,0 1 0,3 11 0,-3-8 24,-1 0 0,-1 0 0,1 0 1,-2 1-1,1-1 0,-2 0 0,1 0 1,-4 16-1,-1-2 30,-2 0 0,0 0 0,-2-1 0,-1 1 0,0-2 0,-25 38 0,17-32-64,-2 0 0,-1-2 0,-1-1 0,-1 0 0,-1-2 0,-45 34 0,49-43 0,0-1 0,-1-1 0,-1-1 0,1-1 0,-2 0 0,1-2 0,-1-1 0,-1 0 0,1-2 0,-25 2 0,-28-2-455,1-4 0,-113-12 0,159 8-6371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6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642 0 24575,'-6'3'-68,"0"0"0,0 0 0,0 0 0,-1-1 0,1 0 0,-1 0 0,-11 1 0,-7 2 41,-199 60 337,182-50-244,1 2-1,0 2 0,-45 30 0,74-42-65,0 2 0,0 0 0,1 0 0,0 1 0,1 0 0,-10 13 0,16-17 0,0-1 0,1 0 0,0 1 0,0 0 0,0-1 0,1 1 0,-1 0 0,2 0 0,-1 1 0,1-1 0,-1 0 0,2 1 0,-1-1 0,1 1 0,0-1 0,1 7 0,1-2 0,1 0 0,0 0 0,1 0 0,0-1 0,0 1 0,1-1 0,1 0 0,0-1 0,0 1 0,1-1 0,0 0 0,14 13 0,-1-3 0,2-1 0,-1-1 0,2 0 0,27 13 0,-14-10 0,1-2 0,0-1 0,1-3 0,49 13 0,-61-20 0,0-2 0,1-1 0,-1-1 0,1-1 0,0-1 0,0-2 0,38-5 0,-56 5 0,-1-1 0,1 0 0,-1-1 0,0 0 0,0 0 0,0-1 0,0 0 0,-1 0 0,15-11 0,-17 11 0,0-1 0,-1 1 0,1-1 0,-1 0 0,0-1 0,-1 1 0,1-1 0,-1 0 0,0 0 0,0 0 0,-1 0 0,0 0 0,2-10 0,0 1 0,-2 0 0,0-1 0,0 1 0,-2 0 0,0-1 0,0 1 0,-2 0 0,0 0 0,0-1 0,-2 1 0,0 1 0,0-1 0,-1 1 0,-1-1 0,-1 1 0,0 1 0,0 0 0,-2 0 0,0 0 0,0 1 0,-1 0 0,-13-12 0,-82-65-1365,77 66-5461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6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0 24575,'0'0'0,"1"0"0,-1 1 0,0-1 0,1 0 0,-1 0 0,0 1 0,1-1 0,-1 0 0,0 0 0,1 1 0,-1-1 0,0 0 0,0 1 0,1-1 0,-1 0 0,0 1 0,0-1 0,0 1 0,0-1 0,0 0 0,1 1 0,-1-1 0,0 1 0,0-1 0,0 0 0,0 1 0,0-1 0,0 1 0,0-1 0,0 0 0,0 1 0,-1-1 0,1 1 0,0-1 0,0 0 0,0 1 0,0-1 0,-1 1 0,-5 20 0,5-19 0,-95 299 0,79-233 0,2 2 0,-7 104 0,21-165 0,1-1 0,0 0 0,0 1 0,1-1 0,0 0 0,3 13 0,-3-19 0,0 1 0,0-1 0,0 1 0,0-1 0,1 0 0,-1 1 0,1-1 0,-1 0 0,1 0 0,0 0 0,0 0 0,0-1 0,0 1 0,0 0 0,1-1 0,-1 1 0,0-1 0,1 0 0,-1 0 0,1 0 0,-1 0 0,1 0 0,4 0 0,4 1 0,1-1 0,0 0 0,0-1 0,0 0 0,0-1 0,0 0 0,0-1 0,18-5 0,4-3 0,55-26 0,-41 14 0,-2-2 0,72-50 0,-90 53 0,-2 0 0,0-2 0,-1-1 0,-1-1 0,22-30 0,-39 46 0,-1 0 0,0-1 0,-1 1 0,0-1 0,0 0 0,-1-1 0,0 1 0,-1-1 0,4-21 0,-7 25 0,1 0 0,-1-1 0,-1 1 0,1 0 0,-1-1 0,0 1 0,-1 0 0,0 0 0,0 0 0,-1 0 0,1 0 0,-1 1 0,-1-1 0,1 1 0,-1 0 0,-6-7 0,-9-8-227,-1 0-1,-1 1 1,0 2-1,-2 0 1,-43-27-1,26 22-6598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7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 53 24575,'-6'0'0,"0"0"0,-1 1 0,1-1 0,0 1 0,0 0 0,0 1 0,0-1 0,0 1 0,-6 3 0,8-2 0,0 0 0,0 0 0,0 0 0,0 0 0,0 0 0,1 1 0,0 0 0,-1-1 0,2 1 0,-1 1 0,0-1 0,-2 5 0,-3 10 0,0 0 0,0 0 0,2 1 0,1 0 0,-5 34 0,-4 106 0,13-122 0,1 0 0,1 0 0,3 0 0,12 60 0,-13-85 0,1 0 0,0 0 0,1 0 0,0-1 0,1 0 0,1 0 0,0 0 0,0-1 0,1 0 0,1 0 0,-1-1 0,2 0 0,0 0 0,0-1 0,0-1 0,16 10 0,-10-9 0,0-2 0,1 0 0,0 0 0,0-2 0,0 0 0,1-1 0,-1-1 0,1-1 0,0 0 0,0-1 0,0-1 0,0-1 0,30-5 0,-34 4 0,0 0 0,0-2 0,0 0 0,-1 0 0,0-1 0,0-1 0,0 0 0,0-1 0,-1 0 0,0-1 0,-1 0 0,0-1 0,0-1 0,-1 1 0,0-2 0,-1 1 0,15-22 0,-14 13 0,-1 1 0,-2-1 0,0 0 0,0-1 0,-2 0 0,-1 0 0,0 0 0,-2 0 0,1-23 0,-2 4 0,-2 0 0,-2-1 0,-14-67 0,12 83 0,-1 0 0,-1 0 0,-1 0 0,-1 1 0,-1 0 0,-14-22 0,18 36 0,0-1 0,-1 1 0,-1 0 0,1 1 0,-2 0 0,1 0 0,-1 0 0,0 1 0,0 1 0,-1-1 0,0 2 0,0-1 0,0 1 0,-1 1 0,-15-5 0,-10 1-455,0 2 0,-53-3 0,5 4-6371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8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1960 0 24575,'-46'3'0,"0"2"0,0 2 0,-65 19 0,20-5 0,-824 124 0,706-115-2207,-130 14-2331,227-43 4437,92-2-71,-5 0-1001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8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712 1 24575,'-51'29'0,"0"2"0,-48 41 0,23-17 0,-31 20 0,-154 111 0,251-179 0,2-2 0,1 1 0,0 0 0,0 0 0,-7 9 0,12-13 0,1 0 0,0 0 0,-1 0 0,1 0 0,0 1 0,0-1 0,0 0 0,0 1 0,1-1 0,-1 1 0,1-1 0,-1 0 0,1 1 0,0 0 0,0-1 0,0 1 0,0-1 0,0 1 0,2 3 0,1 7 0,-2-6 0,0 1 0,1-1 0,0 0 0,0 0 0,1-1 0,-1 1 0,2 0 0,-1-1 0,1 0 0,0 0 0,0 0 0,0 0 0,8 7 0,17 11 0,2 0 0,0-2 0,2-1 0,0-2 0,38 16 0,-7-13-1365,-48-16-5461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9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1650 1 24575,'-817'30'0,"112"40"-2094,578-53-4003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19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626 0 24575,'-8'2'0,"-1"-1"0,1 1 0,-1 0 0,1 1 0,0 0 0,0 0 0,0 1 0,1 0 0,-11 7 0,-2 1 0,-434 265 0,447-272 0,0 0 0,1 0 0,-1 0 0,1 1 0,0 0 0,-6 7 0,11-11 0,0 0 0,0 0 0,0 0 0,0 0 0,0 0 0,0 0 0,1 1 0,-1-1 0,1 0 0,-1 0 0,1 1 0,0-1 0,0 0 0,0 1 0,0-1 0,0 0 0,1 0 0,-1 1 0,1-1 0,-1 0 0,1 0 0,0 0 0,0 1 0,0-1 0,0 0 0,2 3 0,6 8 0,1 0 0,0 0 0,1 0 0,0-2 0,14 12 0,69 50 0,-59-47 0,72 51-1365,-66-49-5461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26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24575,'0'-1'0,"0"1"0,0 0 0,0-1 0,1 1 0,-1-1 0,0 1 0,0 0 0,0-1 0,1 1 0,-1 0 0,0-1 0,0 1 0,1 0 0,-1 0 0,0-1 0,1 1 0,-1 0 0,0 0 0,1-1 0,-1 1 0,0 0 0,1 0 0,-1 0 0,1 0 0,-1 0 0,0 0 0,1-1 0,-1 1 0,1 0 0,15-1 0,-12 0 0,277 1 0,-2 21 0,-157-10 0,1218 67 0,-1265-77 178,-17 0-950,96 12 1,-133-9-6055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26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24575,'3'1'0,"0"1"0,0-1 0,0 0 0,0 1 0,-1 0 0,1-1 0,0 1 0,2 3 0,1-1 0,166 113 0,-90-64 0,144 122 0,-218-169 0,-2-1 0,-1 0 0,1 1 0,-1-1 0,1 1 0,-1 0 0,-1 0 0,0 1 0,1-1 0,-2 1 0,4 8 0,-7-14 0,1-1 0,-1 1 0,0 0 0,0 0 0,0 0 0,0-1 0,0 1 0,0 0 0,0 0 0,0 0 0,0 0 0,0-1 0,0 1 0,0 0 0,-1 0 0,1 0 0,0-1 0,0 1 0,-1 0 0,1-1 0,-1 1 0,1 0 0,-1 0 0,1-1 0,-1 1 0,1-1 0,-1 1 0,0-1 0,1 1 0,-1-1 0,0 1 0,1-1 0,-2 1 0,-2 1 0,0-1 0,0 0 0,0 1 0,0-1 0,-7 0 0,-283 29 5,197-22-1375,-48 4-5456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7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573 1338 24575,'-56'-27'0,"-49"-26"0,52 21 0,1-2 0,-84-73 0,119 91 0,0 0 0,1-1 0,1-1 0,1-1 0,0 0 0,1-1 0,2 0 0,0-1 0,1 0 0,-12-37 0,19 47 0,0 0 0,2 0 0,-1 0 0,1 0 0,1-1 0,0 1 0,0 0 0,1 0 0,1 0 0,0-1 0,7-20 0,-3 16 0,1 1 0,0 0 0,1 0 0,1 0 0,1 1 0,0 1 0,17-19 0,12-7 0,1 2 0,1 1 0,66-41 0,148-74 0,-143 91 0,187-71 0,-298 131 0,10-4 0,-1 0 0,1 1 0,0 0 0,18-1 0,-26 4 0,0 0 0,1 0 0,-1 0 0,0 0 0,0 1 0,1 0 0,-1 0 0,0 0 0,0 0 0,0 0 0,0 0 0,0 1 0,0 0 0,0-1 0,0 1 0,-1 0 0,1 1 0,-1-1 0,4 3 0,13 18 0,-1 1 0,-1 0 0,-1 1 0,15 33 0,-8-9 0,24 75 0,-38-93 0,0 1 0,-2 0 0,-2 0 0,-1 0 0,-1 1 0,-2 38 0,-3-44 0,-1 0 0,-1-1 0,-1 1 0,-2-1 0,0 0 0,-2 0 0,-21 44 0,14-41 0,0-2 0,-1 0 0,-2-1 0,-1 0 0,-1-2 0,-1-1 0,-1 0 0,-1-2 0,-1 0 0,0-2 0,-51 29 0,55-37 0,-1-1 0,0 0 0,-1-2 0,1-1 0,-1 0 0,-1-2 0,1-1 0,-1 0 0,0-2 0,0-1 0,0-1 0,0 0 0,0-2 0,1-1 0,-1-1 0,-35-11 0,21 1-455,0-1 0,-37-22 0,7-1-6371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38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462 1083 24575,'-11'-10'0,"8"7"0,0 0 0,0 0 0,0 0 0,0-1 0,0 1 0,1-1 0,-1 0 0,1 1 0,-3-8 0,0-8 0,0 0 0,1 0 0,1 0 0,1 0 0,1-1 0,1-30 0,0 19 0,1-17 0,1-1 0,2 1 0,2 0 0,3 0 0,1 0 0,3 1 0,27-66 0,-30 89 0,2 0 0,0 1 0,2 0 0,0 1 0,1 0 0,2 2 0,0 0 0,1 0 0,1 2 0,1 0 0,0 1 0,1 1 0,1 2 0,1 0 0,33-16 0,-28 18 0,1 1 0,1 2 0,0 1 0,0 1 0,0 1 0,1 2 0,-1 1 0,46 2 0,-60 1 0,0 1 0,0 1 0,0 1 0,0 1 0,0 0 0,0 0 0,-1 2 0,0 0 0,0 1 0,-1 0 0,1 1 0,-2 1 0,1 0 0,-1 1 0,-1 0 0,0 1 0,19 21 0,-16-10 0,0 1 0,-1 0 0,-1 1 0,-2 0 0,0 1 0,-1 0 0,-2 1 0,-1 0 0,6 36 0,-6-14 0,-2 0 0,-2 1 0,-2 0 0,-7 63 0,1-70 0,-2-1 0,-1 1 0,-24 68 0,25-93 0,1 0 0,-2 0 0,-1 0 0,0-1 0,-1-1 0,0 1 0,-1-1 0,-1-1 0,0 0 0,-28 23 0,28-29 0,-1 0 0,0-2 0,0 1 0,0-1 0,0-1 0,-1-1 0,0 0 0,0 0 0,-28 2 0,-4-2 0,-83-5 0,11-8 165,-157-32 0,-113-46-1099,295 64 173,-29-6-6065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1.3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515 33 24575,'13'-7'-1130,"0"2"0,0 0 0,18-4 1,-21 7 1278,0 0 0,0 1 0,0 0 0,1 1 0,-1 0 0,0 0 1,0 1-1,1 1 0,-1 0 0,0 0 0,0 1 0,-1 0 1,19 9-1,-4 0 14,-1 1 0,-1 2 0,0 0 0,-1 1 0,-1 1 0,-1 1 0,29 34 0,-9-3 213,-1 2 0,32 61-1,-66-106-375,-1 0 0,0 0 0,0 0 0,0 0 0,-1 1 0,0 0 0,0-1 0,-1 1 0,1 0 0,-2-1 0,1 1 0,-1 0 0,0 0 0,0 0 0,-1 0 0,0 0 0,0-1 0,0 1 0,-1 0 0,0-1 0,0 1 0,-1-1 0,-7 12 0,-4 5 0,-1 0 0,-2-1 0,-34 36 0,-68 49 0,106-96 0,-1-1 0,-1 0 0,0-1 0,0-1 0,-1 0 0,0-1 0,0-1 0,-24 6 0,27-9 0,0-1 0,0-1 0,1 0 0,-1 0 0,0-1 0,0-1 0,0-1 0,0 1 0,0-2 0,1 0 0,-1 0 0,-12-6 0,-28-15 0,1-1 0,0-3 0,3-3 0,-84-65 0,114 81 0,1-2 0,-30-34 0,40 40 0,0 0 0,1-1 0,0 1 0,0-2 0,2 1 0,-8-22 0,-3-17 0,4-1 0,1 0 0,2 0 0,3-1 0,1-88 0,5 139 0,1 0 0,-1 0 0,0 0 0,1 0 0,-1 0 0,1 0 0,-1 0 0,1 0 0,0 0 0,0 0 0,0 1 0,0-1 0,0 0 0,0 1 0,1-1 0,-1 0 0,1 1 0,-1 0 0,1-1 0,-1 1 0,1 0 0,0 0 0,-1 0 0,1 0 0,0 0 0,0 0 0,3-1 0,4 0 0,0 0 0,1 0 0,-1 1 0,17-1 0,-5 1 0,12-2 0,7-1 0,80 2 0,-116 3 26,0-1-1,1 1 1,-1 0-1,0 0 1,0 1-1,0-1 1,0 1-1,0 0 1,0 0-1,6 5 1,30 30-251,-11-9-1196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2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3981 24575,'2'-2'0,"-1"0"0,1 0 0,-1-1 0,0 1 0,0 0 0,0 0 0,0-1 0,0 1 0,-1 0 0,1-1 0,-1 1 0,0-1 0,1 1 0,-1-5 0,-4-39 0,3 38 0,-7-54 0,1-80 0,8 109 0,2-1 0,1 0 0,1 1 0,11-35 0,-5 30-33,3 2 0,1 0 0,1 0 0,25-38 0,-10 26-106,2 1 0,48-51 1,14 0-410,166-132 1,502-344-1200,-254 201 1597,-283 199-155,458-334-324,46 52-107,-490 328 370,297-113-1,-283 146 1503,301-72-1,-522 159-708,65-8 0,-79 16-5767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3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16 249 24575,'-1'0'0,"1"0"0,-1 0 0,1 0 0,-1 0 0,0 0 0,1 0 0,-1 0 0,1 0 0,-1 0 0,1 0 0,-1 0 0,1 0 0,-1 0 0,1 0 0,-1-1 0,1 1 0,-1 0 0,1 0 0,-1-1 0,1 1 0,-1 0 0,1-1 0,-1 1 0,1 0 0,0-1 0,-1 1 0,1-1 0,-1 1 0,1-1 0,0 0 0,0 0 0,0 0 0,1 1 0,-1-1 0,0 0 0,1 0 0,-1 0 0,0 1 0,1-1 0,-1 0 0,1 1 0,-1-1 0,1 0 0,0 1 0,-1-1 0,2 0 0,35-25 0,13-1 0,1 2 0,96-32 0,114-14 0,-230 64 0,-18 2 0,1 2 0,0 0 0,0 1 0,0 0 0,28 1 0,-41 1 0,0 0 0,0 0 0,0 0 0,0 1 0,0-1 0,0 0 0,0 1 0,0-1 0,0 1 0,0-1 0,0 1 0,-1-1 0,1 1 0,0 0 0,0-1 0,0 1 0,-1 0 0,1 0 0,0 0 0,-1 0 0,1-1 0,0 1 0,-1 0 0,0 0 0,1 0 0,-1 0 0,1 0 0,-1 0 0,0 0 0,0 0 0,1 2 0,-1 3 0,0 0 0,0 1 0,0-1 0,-2 9 0,0-3 0,-13 205 282,-18 158-1929,28-345-5179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3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1 362 24575,'0'0'0,"0"0"0,0 0 0,0 0 0,0-1 0,0 1 0,0 0 0,0 0 0,0 0 0,0 0 0,0 0 0,0 0 0,0 0 0,0 0 0,0 0 0,0 0 0,0 0 0,0 0 0,0 0 0,0 0 0,0 0 0,0-1 0,0 1 0,0 0 0,0 0 0,0 0 0,0 0 0,0 0 0,0 0 0,0 0 0,0 0 0,0 0 0,0 0 0,0 0 0,0 0 0,0 0 0,0 0 0,0 0 0,0 0 0,0 0 0,0 0 0,0-1 0,0 1 0,0 0 0,0 0 0,-1 0 0,14-5 0,19-6 0,512-151 0,-411 125 0,399-96 0,-519 130 0,-4 1 0,1 0 0,-1 0 0,1 1 0,0 1 0,15 0 0,-24 0 0,0 0 0,0 0 0,0 0 0,-1 1 0,1-1 0,0 0 0,0 1 0,0-1 0,-1 0 0,1 1 0,0-1 0,0 1 0,-1-1 0,1 1 0,0 0 0,-1-1 0,1 1 0,-1-1 0,1 1 0,-1 0 0,1 0 0,-1-1 0,1 1 0,-1 0 0,0 0 0,1 0 0,-1 0 0,0-1 0,0 1 0,1 0 0,-1 0 0,0 0 0,0 0 0,0 1 0,-6 33 0,3-22 0,-2 34-455,1 0 0,3 48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6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4860 24575,'2'-3'0,"-1"-1"0,0 1 0,0 0 0,1 0 0,0 0 0,0 0 0,0 0 0,0 1 0,0-1 0,0 0 0,1 1 0,2-3 0,-1 2 0,339-365 0,-179 188-184,432-483-1159,-503 555 1286,139-207-1,-207 274 47,-2-1-1,-1-1 1,-2-1-1,-3 0 1,-1-1 0,-2-1-1,-3-1 1,-1 0-1,4-52 1,-12 30 161,-3-1 1,-3 0 0,-2 1 0,-18-72 0,-82-269 603,-159-376-1050,146 452 301,115 321-5,1 4 0,0 1 0,0-1 0,-9-14 0,12 23 4,0-1 1,0 1-1,-1 0 1,1-1-1,0 1 0,0-1 1,-1 1-1,1 0 1,0-1-1,-1 1 0,1 0 1,0-1-1,-1 1 1,1 0-1,-1 0 0,1 0 1,0-1-1,-1 1 1,1 0-1,-1 0 0,1 0 1,-1 0-1,1 0 1,-1-1-1,1 1 0,-1 0 1,1 0-1,-1 0 1,1 0-1,-1 1 1,1-1-1,0 0 0,-1 0 1,1 0-1,-1 0 1,1 0-1,-1 1 0,1-1 1,-1 0-1,1 0 1,0 1-1,-1-1 0,1 0 1,0 0-1,-1 1 1,1-1-1,0 1 0,-1-1 1,1 0-1,0 1 1,0-1-1,-1 1 0,1-1 1,0 1-1,-15 28 286,14-26-283,-20 59-7,-25 123 0,36-137 0,-3 8 0,0-6 0,3 0 0,2 0 0,-2 63 0,12-97 0,-2-16 0,0 0 0,0 0 0,0 1 0,0-1 0,1 0 0,-1 0 0,0 0 0,0 0 0,0 1 0,0-1 0,0 0 0,0 0 0,1 0 0,-1 0 0,0 0 0,0 1 0,0-1 0,0 0 0,1 0 0,-1 0 0,0 0 0,0 0 0,0 0 0,1 0 0,-1 0 0,0 0 0,0 0 0,0 0 0,1 0 0,-1 0 0,0 0 0,0 0 0,0 0 0,1 0 0,1-1 0,0 0 0,0-1 0,-1 1 0,1-1 0,0 1 0,-1-1 0,1 0 0,-1 0 0,3-3 0,31-49 0,-3-1 0,40-95 0,-47 96 0,148-331-412,53-114-193,-222 492 605,5-13 0,0 1 0,2 0 0,15-20 0,-25 37 0,0 1 0,0 0 0,0-1-1,0 1 1,0 0 0,0 0-1,1 0 1,-1 0 0,0 0-1,1 0 1,-1 0 0,0 0 0,1 0-1,-1 1 1,1-1 0,-1 0-1,1 1 1,0 0 0,-1-1-1,1 1 1,0 0 0,-1 0 0,1 0-1,-1 0 1,1 0 0,0 0-1,-1 0 1,4 1 0,0 2 20,-1-1-1,1 1 1,-1 0 0,1 0 0,-1 0-1,0 1 1,0-1 0,4 6 0,27 32 163,-1 1 1,33 55 0,49 101 112,-43-53-296,96 273 0,-158-385-1365,-5-11-5461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7.7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4525 4768 24575,'-69'-2'0,"-132"-21"0,-67-33 0,245 51 0,-204-51-396,-893-285-1759,42-122 2329,709 257-363,298 159 127,1-2-1,-119-112 0,157 127 407,1-2 0,2 0 1,-41-69-1,-53-129 1033,27 25-1463,-115-370 0,19-244-235,166 641 267,-4-234 1,43-182 61,-5 514-1274,-5 62-5067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8.3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42 24575,'0'6'0,"-1"1"0,0-1 0,-1 1 0,1-1 0,-1 0 0,0 0 0,-6 11 0,-1 3 0,-79 240 0,-15 35 0,99-285 0,3-6 0,-1 0 0,1 0 0,-1 0 0,0 0 0,0 0 0,-1 0 0,-2 3 0,5-7 0,0 0 0,0 0 0,0 0 0,0 0 0,0 0 0,0 0 0,0 1 0,0-1 0,-1 0 0,1 0 0,0 0 0,0 0 0,0 0 0,0 0 0,0 0 0,0 0 0,0 0 0,0 0 0,0 0 0,0 0 0,-1 0 0,1 0 0,0 0 0,0 0 0,0 0 0,0 0 0,0 0 0,0 0 0,0 0 0,0 0 0,0 0 0,-1 0 0,1 0 0,0 0 0,0 0 0,0 0 0,0 0 0,0 0 0,0 0 0,0 0 0,0 0 0,0-1 0,0 1 0,0 0 0,0 0 0,-1 0 0,1 0 0,0 0 0,0 0 0,0 0 0,0 0 0,0 0 0,0 0 0,0 0 0,0-1 0,0 1 0,0 0 0,0 0 0,0 0 0,0 0 0,0 0 0,0 0 0,-1-12 0,4-11 0,49-184 0,-25 112 0,-19 64 0,36-127 0,-32 122 0,2 1 0,23-44 0,-35 76 0,0 0 0,0 0 0,0 0 0,0 0 0,0 0 0,1 0 0,-1 1 0,1-1 0,0 1 0,0 0 0,0 0 0,0 0 0,0 0 0,0 1 0,1-1 0,-1 1 0,1-1 0,-1 1 0,1 1 0,6-2 0,3 1 0,0 1 0,-1 0 0,1 1 0,23 5 0,15 5 0,0 2 0,-1 2 0,0 2 0,-2 3 0,0 1 0,-1 3 0,-1 1 0,-2 3 0,0 1 0,-2 3 0,39 37 0,-55-43 69,-1 1-1,-1 2 0,-2 0 0,19 33 1,-27-40-313,-2 2 0,-1-1 0,0 1 0,-2 1 1,-1 0-1,7 36 0,-11-33-6582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8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4586 2431 24575,'-10'-15'0,"-1"0"0,0 1 0,0 0 0,-2 1 0,1 0 0,-2 1 0,-18-13 0,12 8 0,-692-548-1677,-105-24-1620,-50 69 296,237 216 1608,-21 69 558,558 210 1358,-126-18 1,173 37 240,0 2 0,0 3 0,0 1 0,-83 12 0,107-8-739,-67 9 4462,51-11-5048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7:49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1314 10 24575,'0'0'0,"-1"-1"0,1 1 0,-1-1 0,1 1 0,0-1 0,-1 1 0,1-1 0,-1 1 0,1 0 0,-1-1 0,1 1 0,-1 0 0,1-1 0,-1 1 0,0 0 0,1 0 0,-1-1 0,1 1 0,-1 0 0,0 0 0,1 0 0,-1 0 0,1 0 0,-2 0 0,-21-2 0,19 2 0,-542 1 0,364 11 0,-238 46 0,401-55 0,9-2 0,1 1 0,0 0 0,1 0 0,-1 0 0,0 1 0,1 1 0,-1-1 0,-12 9 0,19-11 0,1 0 0,0 1 0,0-1 0,0 1 0,0-1 0,0 1 0,0-1 0,0 1 0,1-1 0,-1 1 0,0 0 0,1-1 0,-1 1 0,1 0 0,0-1 0,-1 1 0,1 0 0,0 0 0,0-1 0,0 1 0,1 0 0,-1 0 0,0 0 0,1-1 0,-1 1 0,1 0 0,1 2 0,6 21 0,1-1 0,1 0 0,19 32 0,-23-46 0,223 359-571,29-19-86,-234-317 499,164 197-1083,-155-197-4323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7T12:38:10.4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86,'0'-2,"0"1,0-1,1 1,-1-1,1 1,-1-1,1 1,0 0,-1-1,1 1,0 0,0-1,0 1,0 0,0 0,0 0,0 0,0 0,1 0,-1 0,0 0,1 0,-1 1,0-1,1 1,-1-1,1 1,-1-1,1 1,-1 0,3-1,7 0,1-1,-1 2,15 0,-13 0,163 0,154-6,14 4,0 28,-314-23,50 4,820 66,2-42,-229-62,-518 13,201-17,-273 31,-1 4,113 15,138 10,4-24,-134-2,549 16,-7 0,1-33,-32-35,423-20,305 53,-1305 21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9:48.4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4 190 24575,'0'-1'0,"-1"1"0,1-1 0,-1 0 0,1 1 0,0-1 0,-1 0 0,1 0 0,0 1 0,0-1 0,0 0 0,-1 0 0,1 1 0,0-1 0,0 0 0,0 0 0,0 1 0,0-1 0,1 0 0,-1 0 0,0 0 0,0 1 0,0-1 0,1 0 0,-1 1 0,0-1 0,1 0 0,-1 0 0,0 1 0,1-1 0,-1 1 0,1-1 0,-1 0 0,1 1 0,0-1 0,-1 1 0,1-1 0,-1 1 0,1 0 0,0-1 0,0 1 0,0-1 0,36-19 0,-32 18 0,30-13 0,1 2 0,0 1 0,72-12 0,119-6 0,-203 28 0,633-37-1193,4 35-373,-498 4 1471,2419 21-806,-1179-15 519,543 14-247,-1337 5-206,125 5-690,1-22 3668,-677-10 142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0:07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0 227 24575,'146'-8'0,"216"-11"0,-3 2-546,138-7-1931,125-3 213,98-4-520,4524-68-3483,-4688 102 8163,728-3 8463,-699 0-8276,-497-2-3448,-59 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4:48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721 712 24575,'1'8'0,"0"0"0,0-1 0,1 0 0,0 1 0,1-1 0,-1 0 0,1 0 0,1 0 0,-1 0 0,1-1 0,0 1 0,1-1 0,0 0 0,0 0 0,0-1 0,0 1 0,11 7 0,6 3 0,0 0 0,0-1 0,43 20 0,-28-17 0,1-2 0,0-1 0,64 14 0,-86-25 0,0-1 0,0-1 0,0 0 0,0-1 0,1-1 0,-1-1 0,0 0 0,1-1 0,-1 0 0,0-2 0,-1 0 0,17-6 0,-21 5 0,-1-1 0,1-1 0,-1 0 0,0 0 0,-1 0 0,0-2 0,0 1 0,0-1 0,-1 0 0,13-21 0,2-6 0,31-71 0,-35 68 0,64-147 0,-73 158 0,-1-1 0,-1 0 0,-1-1 0,5-53 0,-12 77 0,0-1 0,0 1 0,0-1 0,-1 1 0,0-1 0,0 1 0,-1-1 0,1 1 0,-1 0 0,-1 0 0,1 0 0,-1 0 0,0 0 0,-6-7 0,3 5 0,0 1 0,-1 0 0,0 1 0,0 0 0,-1 0 0,0 0 0,0 1 0,0 0 0,-12-5 0,-12-3 0,0 1 0,0 1 0,-40-8 0,-106-12 0,163 29 0,-214-28 0,-1 9 0,-235 11 0,444 10 0,1 1 0,-1 1 0,-23 6 0,37-6 0,1 0 0,-1 0 0,1 0 0,0 1 0,0 0 0,0 0 0,0 1 0,0 0 0,1 0 0,0 0 0,-1 1 0,2-1 0,-9 10 0,3 1 0,0 1 0,1 0 0,1 0 0,0 1 0,-8 28 0,-18 93 0,28-110 0,2 1 0,0 1 0,2-1 0,2 0 0,5 56 0,-4-73 0,1-1 0,1 0 0,0 1 0,1-1 0,0 0 0,0-1 0,1 1 0,1-1 0,0 0 0,0 0 0,1 0 0,0-1 0,1 0 0,-1-1 0,2 0 0,-1 0 0,18 12 0,-11-12 49,-1 0 0,1 0-1,1-2 1,-1 0 0,1-1 0,23 5-1,99 10-1632,-134-20 1462,37 4-6704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46:00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22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5155 2068 24575,'0'0'0,"0"0"0,1 1 0,-1-1 0,0 0 0,1 0 0,-1 0 0,0 1 0,0-1 0,1 0 0,-1 0 0,0 1 0,0-1 0,0 0 0,1 1 0,-1-1 0,0 0 0,0 1 0,0-1 0,0 0 0,0 1 0,1-1 0,-1 0 0,0 1 0,0-1 0,0 0 0,0 1 0,0-1 0,0 0 0,0 1 0,0-1 0,0 0 0,-1 1 0,1-1 0,0 0 0,0 1 0,0-1 0,0 0 0,0 1 0,-1-1 0,1 0 0,0 1 0,0-1 0,0 0 0,-1 0 0,1 1 0,0-1 0,0 0 0,-1 0 0,1 1 0,0-1 0,-1 0 0,1 0 0,0 0 0,-1 0 0,1 0 0,0 1 0,-1-1 0,1 0 0,-1 0 0,-22 11 0,-30 5 0,-1-2 0,-61 7 0,52-10 0,-1182 167-3165,-5-55-604,1075-107 3682,16-1 39,-350 29-434,1-25 324,451-19 1020,0-2 0,-88-15-1,125 13-447,2-1-1,-1 0 1,0-1-1,1-2 1,0 1 0,1-2-1,0 0 1,0-1-1,1-1 1,0-1-1,-16-15 1,5-1-385,1-1 1,-31-47-1,-36-71 37,59 90-59,-5-4-7,-21-35 0,-86-184 0,140 267 0,1 0 0,0-1 0,2 1 0,-1-1 0,2 0 0,0 0 0,0 0 0,1 0 0,1 0 0,0 0 0,1 0 0,1 0 0,0 0 0,1 0 0,1 0 0,0 0 0,0 1 0,1 0 0,1 0 0,1 0 0,10-16 0,-2 8 0,2 1 0,0 1 0,23-21 0,-1 5 0,3 3 0,45-29 0,197-94-546,136-21-1876,129-7 927,95 6-983,1229-171 0,-1419 301 1934,-109 31-477,-98 27 721,-215-8 257,1 2 1,-1 1-1,0 2 1,35 13-1,-52-15 244,-1 1 1,0 0-1,0 1 0,0 0 0,-1 1 1,-1 1-1,1 0 0,-2 1 1,1 0-1,9 13 0,-7-5 234,0 1 0,-2 0 0,0 1 0,12 30 0,27 93 2963,-43-121-2998,40 122 907,79 252 696,-123-386-2003,4 15 0,9 52 0,-16-70 0,0 1 0,-1 0 0,0-1 0,0 1 0,-1-1 0,0 1 0,-1-1 0,0 1 0,0-1 0,-5 11 0,-6 9 0,-1-2 0,-2 0 0,-31 42 0,-69 67 0,107-125 0,-92 96-153,-4-5-1,-225 166 1,158-150-77,-269 136-1,288-180-980,104-53-4848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38.19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1779 1051 24575,'0'-2'0,"-1"0"0,1 0 0,-1 0 0,1 0 0,-1 0 0,0 0 0,0 0 0,0 0 0,0 0 0,0 1 0,0-1 0,0 0 0,0 1 0,-1-1 0,1 1 0,-1-1 0,1 1 0,-3-2 0,-33-20 0,33 21 0,-16-8 0,1 1 0,-1 1 0,-1 0 0,0 2 0,0 0 0,0 2 0,0 0 0,-1 2 0,0 0 0,1 1 0,-38 4 0,33 0 0,1 1 0,0 2 0,0 0 0,0 2 0,1 0 0,0 2 0,1 0 0,0 2 0,-37 25 0,14-1-546,2 2 0,1 1 0,2 3 0,3 1 0,-37 53 0,-88 141-2223,-7 58 1662,79-111 578,9 3 0,7 4 0,-69 277 0,101-282-17,8 2 0,8 1 0,-5 345 0,35-404 457,6 0-1,6 0 0,5-2 1,69 239-1,-55-267-111,4-2-1,4-2 1,4-2-1,4-2 1,4-2-1,102 128 1,-88-138 206,3-4 1,3-3-1,4-3 1,2-3-1,3-5 1,3-2 0,2-5-1,3-4 1,2-3-1,2-5 1,1-4-1,3-4 1,102 23-1,-138-45 274,-1-2 0,1-3 1,1-3-1,-1-3 0,91-7 0,-105-1-263,-1-2-1,1-2 1,-2-2-1,0-2 0,0-2 1,-1-3-1,69-37 1,-55 19-16,-2-2 0,-1-2 0,56-55 0,-21 7-36,114-142 0,106-200-253,4-103 41,-137 183-234,-15-6 0,-16-8-1,136-511 1,-154 243 84,-110 475 22,-1-256 0,-22 306 321,-5 2 0,-36-175 0,26 206 78,-3 2 0,-4 0 0,-53-112 0,48 129 78,-3 1 0,-2 1 0,-2 2 0,-3 2 0,-1 1 1,-3 2-1,-2 2 0,-1 3 0,-3 1 0,-1 3 0,-59-34 1,51 38 5,-2 3 0,-2 3 0,0 2 1,-1 4-1,-2 2 0,0 3 0,-1 3 1,0 2-1,-1 4 0,-85 0 0,61 11 158,0 4-1,0 3 0,-154 40 1,-263 117 1065,-277 173-202,429-171-33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39.15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1 24575,'1'10'0,"0"0"0,0 0 0,2 0 0,-1-1 0,1 1 0,0-1 0,7 13 0,1 6 0,343 799-2218,-216-519 1715,-43-91 543,283 605 437,-374-815-449,15 33 10,27 36 0,-45-74 16,0 0 1,0 0-1,0-1 1,0 1-1,1 0 1,-1-1 0,0 1-1,1-1 1,0 1-1,-1-1 1,1 0-1,0 0 1,0 0-1,-1 0 1,1 0-1,0 0 1,0 0-1,3 0 1,-2-1 6,-1 0 1,0-1-1,0 1 0,0-1 0,0 0 1,0 1-1,0-1 0,0 0 1,0 0-1,0 0 0,0 0 1,-1-1-1,1 1 0,0 0 1,-1-1-1,3-2 0,2-2-229,-1 0 1,0 0-1,-1 0 0,1-1 0,-1 1 0,0-1 0,2-7 0,5-12-6658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39.38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2707 1 24575,'-10'0'0,"-6"0"0,-15 2 0,-33 19 0,-50 31 0,-62 48 0,-63 50 0,-42 43-3276,-31 36 3106,-22 22 170,-6 7 0,23-21 0,46-38 0,69-54-4745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51.17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29 179 24575,'-27'-3'-3657,"27"3"3659,0 0 0,0 0 0,0 0-1,0 0 1,0 0 0,0 0 0,-1 0 0,1 0-1,0-1 1,0 1 0,0 0 0,0 0 0,0 0-1,0 0 1,0 0 0,0 0 0,0-1 0,0 1-1,0 0 1,0 0 0,0 0 0,0 0 0,0 0-1,0 0 1,0-1 0,0 1 0,0 0 0,0 0-1,0 0 1,0 0 0,0 0 0,0-1 0,0 1-1,0 0 1,0 0 0,0 0 0,0 0 0,0 0-1,0 0 1,0 0 0,0-1 0,0 1 0,0 0-1,1 0 1,-1 0 0,0 0 0,0 0 0,0 0-1,0 0 1,0 0 0,0 0 0,0 0 0,1-1-1,-1 1 1,0 0 0,0 0 0,0 0 0,0 0-1,0 0 1,1 0 0,-1 0 0,0 0 0,0 0-1,0 0 1,0 0 0,0 0 0,1 0 0,48-16 2209,-36 12-2878,125-32 860,1 6 1,190-16-1,287 11-55,153 33-1291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51.44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1154 17 24575,'-2'-2'0,"-3"-2"0,-2-2 0,-2 2 0,-6 6 0,-30 38 0,-29 37 0,-27 32 0,-21 28 0,-17 16 0,-4 6 0,4-10 0,16-18 0,20-28 0,27-27 0,25-26-8191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52.14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67 1 24575,'2'0'0,"-1"0"0,0 0 0,1 1 0,-1-1 0,0 1 0,1-1 0,-1 1 0,0-1 0,0 1 0,1 0 0,-1 0 0,0 0 0,0 0 0,0 0 0,0 0 0,0 0 0,0 0 0,0 0 0,-1 0 0,1 0 0,1 3 0,13 30 0,-13-27 0,9 26 0,-2 0 0,-2 1 0,6 56 0,-2 106 0,-10-181 0,-1 228 0,-1-48 0,8-626 0,-7 428 0,2-19 0,0 0 0,2-1 0,9-32 0,-12 50 0,1 0 0,-1 0 0,1 0 0,1 1 0,-1-1 0,1 0 0,0 1 0,0 0 0,0 0 0,0 0 0,1 0 0,0 0 0,0 0 0,0 1 0,0 0 0,0 0 0,1 0 0,-1 1 0,1-1 0,0 1 0,5-2 0,0 2 0,1 0 0,-1 1 0,1 0 0,-1 1 0,1 0 0,0 0 0,-1 1 0,1 1 0,-1 0 0,12 3 0,15 7 0,47 21 0,-82-33 0,69 32 0,-2 2 0,97 64 0,-161-94 0,1 0 0,-1 0 0,0 0 0,0 1 0,0 0 0,7 10 0,-11-14 0,0 0 0,-1 1 0,1-1 0,0 0 0,-1 1 0,1-1 0,-1 1 0,1-1 0,-1 1 0,0-1 0,0 1 0,0-1 0,0 1 0,0 0 0,0-1 0,0 1 0,0-1 0,0 1 0,-1-1 0,1 1 0,-1-1 0,1 1 0,-1-1 0,1 0 0,-1 1 0,0-1 0,0 0 0,0 1 0,0-1 0,0 0 0,0 0 0,0 0 0,0 0 0,-2 2 0,-16 10 0,1-1 0,-2-1 0,0-1 0,0 0 0,-39 12 0,50-19 0,-371 103 0,136-43 0,239-62 0,-3 1 0,1 0 0,-1 1 0,1 0 0,-1 0 0,-12 8 0,19-11 0,1 0 0,0 1 0,-1-1 0,1 0 0,0 0 0,0 0 0,-1 1 0,1-1 0,0 0 0,0 0 0,-1 1 0,1-1 0,0 0 0,0 1 0,0-1 0,-1 0 0,1 1 0,0-1 0,0 0 0,0 1 0,0-1 0,0 0 0,0 1 0,0-1 0,0 0 0,0 1 0,0-1 0,0 1 0,0-1 0,0 0 0,0 1 0,0-1 0,0 0 0,0 1 0,13 7 0,22 1 0,266 13 0,-211-19 0,186 8-1365,-167-8-5461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52.78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6136 42 24575,'0'-1'0,"0"0"0,-1 0 0,1 0 0,0 0 0,-1 0 0,1 0 0,-1-1 0,1 1 0,-1 0 0,1 1 0,-1-1 0,0 0 0,1 0 0,-1 0 0,0 0 0,0 0 0,0 1 0,1-1 0,-1 0 0,0 1 0,0-1 0,0 1 0,0-1 0,0 1 0,0-1 0,-2 1 0,-32-9 0,34 9 0,-43-6 0,1 3 0,-45 2 0,-78 9 0,-62 22-380,-60 32-1142,-49 39 596,136-27-475,-315 164 1,-149 172 925,43 70 880,34 44-568,-164 188-1006,-618 567-1600,1345-1257 3015,-80 69 1081,99-86-994,5-4-257,0 0 0,0 0 0,0 0 0,-1 0 0,1 0 1,0 0-1,0 0 0,-1 0 0,1 0 0,0-1 1,-1 1-1,1 0 0,-1-1 0,1 1 0,-1-1 0,1 0 1,-1 1-1,0-1 0,1 0 0,-1 0 0,-1 0 0,-1-7-2048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53.20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5 24575,'0'0'0,"0"0"0,0 0 0,0-1 0,0 1 0,0 0 0,0 0 0,0 0 0,0 0 0,0 0 0,0 0 0,0-1 0,0 1 0,0 0 0,0 0 0,0 0 0,0 0 0,0 0 0,0 0 0,0-1 0,0 1 0,0 0 0,0 0 0,0 0 0,0 0 0,0 0 0,0 0 0,0 0 0,1 0 0,-1-1 0,0 1 0,0 0 0,0 0 0,0 0 0,0 0 0,0 0 0,0 0 0,0 0 0,1 0 0,-1 0 0,0 0 0,0 0 0,0 0 0,0 0 0,0 0 0,0 0 0,0 0 0,1 0 0,-1 0 0,0 0 0,0 0 0,0 0 0,0 0 0,0 0 0,0 0 0,1 0 0,4 9 0,0 6 0,-1 1 0,2 24 0,-3-21 0,42 563 0,-38-440 0,10 221 0,-16-352 0,-1 0 0,1 0 0,0 0 0,1 0 0,0 0 0,6 16 0,-7-24 0,0 0 0,1-1 0,-1 1 0,1-1 0,0 0 0,-1 1 0,1-1 0,0 0 0,1 0 0,-1 0 0,0 0 0,0 0 0,1-1 0,-1 1 0,1-1 0,-1 1 0,1-1 0,0 0 0,0 0 0,-1 0 0,1-1 0,0 1 0,0-1 0,0 1 0,3-1 0,33 1 0,68-6 0,-29-1 0,713-8 0,-603 20-1365,-138-1-5461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53.82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19 24575,'24'-7'-2207,"-20"5"2276,0 0 1,1 0-1,-1 1 0,0 0 1,1 0-1,-1 0 0,1 0 1,-1 1-1,1-1 0,0 1 1,-1 1-1,1-1 0,-1 1 0,1-1 1,8 4-1,-6 0-59,0 1-1,0 1 0,-1 0 1,0-1-1,0 2 1,0-1-1,7 12 1,-5-9-4,318 444-800,-260-357 232,113 167-50,37 57-749,42 55 474,44 42-1397,728 848-1879,114-105 3805,-887-934 331,-56-66-81,-140-115 419,109 61 1,-133-87 371,1-2 1,0-2 0,2-1 0,57 12 0,65 1-358,188 6 0,-260-26 95,601 26 5798,-688-33-6181,0 1 0,0-1 0,0 0 0,0-1 0,0 1 0,0 0 1,0-1-1,0 0 0,-1 0 0,7-2 0,-8 2-21,0 0 1,-1 0-1,1-1 1,0 1-1,-1 0 1,1 0-1,-1-1 1,1 1-1,-1-1 1,0 1-1,0 0 1,1-1-1,-1 1 1,0-1-1,0 1 0,0-1 1,-1 1-1,1 0 1,0-1-1,0 1 1,-1-1-1,1 1 1,-2-3-1,-4-19-1382,0 0-5461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54.19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2506 1 24575,'8'13'0,"0"1"0,1-1 0,1 0 0,17 17 0,-4-3 0,646 697-585,-431-474 467,-221-233 118,-12-13 0,0 1 0,-1-1 0,0 1 0,0-1 0,0 1 0,0 0 0,-1 1 0,5 9 0,-8-14 0,0-1 0,1 1 0,-1 0 0,0-1 0,0 1 0,0-1 0,-1 1 0,1 0 0,0-1 0,0 1 0,0-1 0,0 1 0,0-1 0,-1 1 0,1 0 0,0-1 0,-1 1 0,1-1 0,0 1 0,-1-1 0,1 0 0,0 1 0,-1-1 0,1 1 0,-1-1 0,1 0 0,-1 1 0,1-1 0,-1 0 0,1 1 0,-1-1 0,1 0 0,-1 0 0,1 0 0,-2 1 0,-25 3 0,-73-2 349,46-3-112,-448 16-983,-14 21-931,437-30 1614,-422 32-2370,-78 6 347,-36 1-29,43-4 3161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4:50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5:09.65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1100 11 24575,'-1'-1'0,"0"0"0,-1 0 0,1 0 0,-1 0 0,1 0 0,-1 0 0,1 0 0,-1 1 0,1-1 0,-1 1 0,0-1 0,0 1 0,1 0 0,-1 0 0,0 0 0,1-1 0,-1 2 0,0-1 0,0 0 0,-2 1 0,-37 11 0,-2 8 0,1 1 0,-54 37 0,-76 67 0,88-56-175,-140 150 0,170-157 88,2 3-1,4 1 1,-46 82-1,70-102 88,-28 70 0,43-93 0,2 1 0,1 0 0,0 0 0,2 0 0,-1 28 0,4-43 0,1 1-1,1 0 0,0 0 1,0 0-1,1-1 0,0 1 1,0-1-1,1 1 0,1-1 1,-1 0-1,2 0 0,-1 0 1,1-1-1,8 11 0,-5-9 14,2 0 0,-1 0-1,1-1 1,0-1 0,1 1-1,0-2 1,0 1 0,1-2-1,22 11 1,-10-8 34,-1-1 1,2-1-1,-1-1 1,1-1-1,0-1 0,0-1 1,28-1-1,-31-2-24,0-1 0,0-1-1,-1-1 1,1-1 0,-1-1-1,0-1 1,0 0 0,29-15-1,-41 17-22,-1 0 0,1-1 0,-1 0 0,0-1 0,-1 0 0,1 0 0,-1-1 0,0 1 0,-1-2 0,0 1 0,0-1 0,0 1 0,-1-2 0,0 1 0,-1 0 0,0-1 0,0 0 0,-1 0 0,0 0 0,0-1 0,-1 1 0,-1-1 0,1 1 0,-2-1 0,1 1 0,-1-1 0,-1 0 0,0 1 0,-3-16 0,-1 6 29,0 1-1,-2 0 1,0 0-1,-1 0 0,-1 1 1,0 1-1,-2-1 1,1 1-1,-2 1 1,0 0-1,-15-13 1,11 13-200,1 1 0,-2 1 1,0 0-1,0 1 0,-1 1 1,-1 1-1,0 1 0,0 0 1,-39-11-1,32 14-6655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5:19.84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1198 1100 24575,'-1'2'0,"1"0"0,0 0 0,-1 0 0,0 0 0,1 0 0,-1 0 0,0 0 0,0 0 0,0 0 0,0 0 0,-1 0 0,1 0 0,0-1 0,-1 1 0,1 0 0,-1-1 0,-3 3 0,-35 22 0,38-25 0,-51 27 0,-109 40 0,-64 4 0,210-68 0,0 1 0,-25 8 0,0-2 0,-43 5 0,71-15 0,1 0 0,-1 0 0,1-1 0,-1-1 0,0 0 0,1-1 0,0 0 0,-1-1 0,1 0 0,0-1 0,-16-7 0,5-2 0,1 0 0,0-2 0,1 0 0,0-2 0,2 0 0,0-1 0,1-1 0,0-1 0,2 0 0,0-1 0,2-1 0,-16-31 0,18 30 0,1-1 0,2 0 0,0 0 0,2-1 0,0 0 0,2 0 0,1-1 0,1 0 0,1 1 0,1-1 0,1 0 0,6-40 0,-1 38 0,2 0 0,1 0 0,1 1 0,1 0 0,1 0 0,1 2 0,2-1 0,28-38 0,-19 34 0,2 0 0,1 2 0,2 1 0,0 1 0,61-42 0,-35 34 0,1 3 0,2 2 0,1 2 0,1 3 0,1 3 0,0 2 0,105-17 0,-125 29 0,0 2 0,1 1 0,0 3 0,58 4 0,-83-1 0,1 0 0,-1 1 0,0 1 0,0 1 0,-1 0 0,1 1 0,-1 1 0,0 0 0,-1 1 0,0 0 0,0 1 0,-1 1 0,22 20 0,-16-9 0,-1 0 0,-2 2 0,0 0 0,-1 0 0,-1 2 0,13 30 0,-3 5 0,26 97 0,-37-106 0,-1 0 0,-3 1 0,-2 0 0,-2 1 0,-3 76 0,-4-104 0,-1 0 0,-1 0 0,-2 0 0,0 0 0,-15 36 0,13-43 0,-1 0 0,0-1 0,-1 0 0,-1-1 0,-1 0 0,-1-1 0,-27 27 0,22-26 0,0-1 0,-1-2 0,0 0 0,-1 0 0,-1-2 0,0-1 0,0 0 0,-37 10 0,24-11 0,0-2 0,-1-1 0,0-2 0,-1-2 0,-35-1 0,-144-8-1365,193 7-5461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7T12:35:52.3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436 0,'0'0,"-1"0,1 0,-1 0,1 1,-1-1,1 0,-1 0,1 0,-1 1,1-1,-1 0,1 0,-1 1,1-1,-1 0,1 1,0-1,-1 1,1-1,0 1,-1-1,1 0,0 1,0-1,-1 1,1-1,0 2,-4 18,3-16,-8 129,1-11,-65 378,-28-8,81-398,1-4,-67 299,-17-9,160-537,235-662,-35-15,-256 831,9-30,-10 33,0 0,0-1,0 1,0 0,0 0,0 0,0 0,0 0,0 0,0 0,0 0,0-1,0 1,0 0,0 0,0 0,0 0,0 0,0 0,0 0,0 0,0-1,0 1,0 0,0 0,0 0,0 0,0 0,0 0,0 0,1 0,-1 0,0 0,0 0,0 0,0 0,0-1,0 1,0 0,0 0,0 0,1 0,-1 0,0 0,0 0,0 0,0 0,0 0,0 0,0 0,0 0,1 0,-1 0,0 0,0 0,0 0,0 0,0 1,0-1,0 0,0 0,0 0,1 0,-1 18,-54 454,31-320,-1 19,-35 265,19-3,40-399,3-28,3-20,32-144,-30 120,231-1494,-228 1381,-24 206,-64 295,6-36,-123 565,-66 292,234-1060,25-106,0-1,0 0,0 1,0-1,-1 0,-4 7,3-18,1-18,7-305,-1 241,2-85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5:58.02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2393 1470 24575,'-7'6'0,"-1"1"0,0-1 0,0-1 0,-1 0 0,1 0 0,-1 0 0,-17 5 0,-70 17 0,67-20 0,7-2 0,-357 84 0,316-81 0,0-3 0,-122-5 0,75-2 0,-405-24 0,431 15 0,1-3 0,0-4 0,2-4 0,-86-35 0,150 50 0,0-1 0,1 0 0,0-1 0,0-1 0,1-1 0,1 0 0,0 0 0,0-2 0,1 0 0,1 0 0,-18-25 0,-76-127 0,98 149 0,1 1 0,0-1 0,2-1 0,-1 1 0,2-1 0,0 0 0,1 0 0,0-19 0,0-22 0,7-62 0,-2 68 0,-1 30 0,1 1 0,2 0 0,0 1 0,0-1 0,2 1 0,1 0 0,0 0 0,2 0 0,12-20 0,-5 14 0,0 1 0,3 1 0,0 1 0,1 0 0,40-34 0,-19 23 0,2 3 0,71-41 0,95-30 0,-130 71 0,2 3 0,1 4 0,163-26 0,-140 37 0,0 5 0,190 10 0,-234 4 0,-1 3 0,0 2 0,0 2 0,-1 4 0,64 26 0,-56-15 0,-2 4 0,-1 2 0,-1 3 0,57 46 0,-104-72 0,-2 1 0,1 1 0,-2 0 0,1 1 0,-2 1 0,0 0 0,-1 0 0,0 1 0,-2 1 0,0 0 0,8 20 0,64 141 0,-74-160 0,-1 0 0,-1 0 0,0 1 0,-2 0 0,0 0 0,-1 0 0,0 24 0,-3 1 0,-2-1 0,-9 47 0,6-58 0,-1 0 0,-2 0 0,-1-1 0,-18 37 0,18-47 0,-1 0 0,-1-1 0,-1-1 0,-1 0 0,0 0 0,-30 28 0,30-36-341,0 0 0,0-1-1,-19 9 1,17-10-6485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03.90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4897 1847 24575,'-2'-2'0,"-1"1"0,1 0 0,-1 0 0,1 0 0,-1 0 0,0 0 0,1 0 0,-1 1 0,0 0 0,0-1 0,1 1 0,-1 0 0,-4 1 0,-5-1 0,-497 15-55,397-7-174,-962 75-1286,-45 3-850,-2-53 1139,1089-33 1299,-7 0 670,-61-7 1,88 5-577,1 0 1,0-1 0,0 0 0,0-1 0,0 0 0,0-1 0,1 0-1,0-1 1,-16-11 0,-31-32 773,-60-66 0,55 52-671,38 38-270,-157-165 0,156 160 0,1-1 0,2 0 0,2-2 0,-30-61 0,44 80 0,1 0 0,0 0 0,1-1 0,0 1 0,1-1 0,1 0 0,0 1 0,2-1 0,-1 0 0,2 0 0,0 0 0,0 0 0,2 0 0,0 1 0,0-1 0,1 1 0,1-1 0,1 2 0,0-1 0,0 0 0,2 1 0,-1 1 0,2-1 0,12-15 0,9-6 0,2 0 0,1 3 0,1 0 0,76-50 0,-25 28 0,118-54 0,-39 34-921,263-78 1,187-4-1097,183 9 343,7 71 998,-713 72 1343,132 13-1,-189-6-66,0 2-1,-1 1 1,0 1 0,0 2 0,-1 2-1,0 0 1,30 18 0,-50-23-593,0 1 1,-1 0-1,0 0 1,0 1-1,-1 0 0,0 1 1,-1 0-1,0 1 1,0 0-1,-1 0 1,-1 1-1,11 23 1,-9-12-11,-1 0 0,0 0 0,-2 1 1,-1 0-1,-1 0 0,1 35 0,-2-22 3,-3 0 0,0 0 0,-3 0 0,0 0 0,-3-1 0,-1 0 0,-2 0 0,-1 0 0,-2-1 0,-1-1 0,-30 56 0,4-28 0,-2-1 0,-2-2 0,-85 88 0,-179 133 0,237-221-631,-3-4-1,-3-2 1,-100 52-1,141-89 216,0 0 0,-1-3-1,-1-1 1,-44 9-1,55-17 178,-1 0 1,1-2-1,0 0 0,-1-2 0,0-2 0,-50-8 0,33 0-1672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06.68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1869 1 24575,'-1'1'0,"0"0"0,0 0 0,1 1 0,-1-1 0,0 0 0,0 0 0,0 0 0,0 0 0,0-1 0,0 1 0,-1 0 0,1 0 0,0-1 0,0 1 0,-1 0 0,-1 0 0,-4 2 0,-73 49 0,-120 100 0,141-105 0,-20 17-20,-526 424-952,16 18 147,410-334 825,168-160 0,-17 19 0,27-29 0,0-1 0,-1 1 0,1 0 0,0 0 0,0 0 0,0 0 0,0 0 0,1 0 0,-1 0 0,1 0 0,-1 0 0,1 0 0,0 0 0,-1 3 0,2-4-4,-1 1 1,0-1-1,1 0 0,-1 0 1,1 1-1,-1-1 0,1 0 0,0 0 1,-1 0-1,1 0 0,0 0 1,0 0-1,0 0 0,0 0 0,0 0 1,0 0-1,0 0 0,2 0 1,25 14 151,-17-11 77,153 74 532,279 179 0,-219-96-757,-26-19 0,-176-129 45,0-1 0,1-1 0,0-1 1,48 14-1,16 6-1636,-64-21-5235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07.59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0 1 24575,'10'0'0,"8"0"0,14 0 0,33 0 0,51 0 0,65 0 0,83 0 0,72 0-2883,54 2 2883,13 5-3277,-23 4 3178,-43 4 99,-55-2 0,-60 2-901,-61-3 901,-56-2 0,-46-4-1031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14.96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3 144 24575,'-1'-1'0,"1"0"0,0-1 0,-1 1 0,1 0 0,0 0 0,0 0 0,0 0 0,0-1 0,0 1 0,0 0 0,0 0 0,0 0 0,0-1 0,1 1 0,-1 0 0,0 0 0,1 0 0,-1 0 0,1 0 0,-1 0 0,1 0 0,0 0 0,0 0 0,-1 0 0,1 0 0,0 0 0,0 0 0,0 0 0,0 1 0,0-1 0,1-1 0,5-3 0,0 1 0,1-1 0,9-3 0,-14 6 0,12-4 0,0 0 0,0 1 0,1 1 0,0 0 0,28-2 0,85 0 0,-91 6 0,448-24-4030,-109 3 1276,-351 20 2841,14-1 41,-20 6 6338,-39 2-6401,-558 113-27,566-116-38,-24 4 0,-67 23 0,101-29 0,0-1 0,0 0 0,-1 1 0,1-1 0,0 1 0,0-1 0,0 1 0,0-1 0,0 1 0,0 0 0,0-1 0,1 1 0,-1 0 0,0 0 0,0 0 0,0 0 0,-1 1 0,3-1 0,0 0 0,0 0 0,-1-1 0,1 1 0,0 0 0,0-1 0,0 1 0,0-1 0,-1 1 0,1-1 0,0 0 0,0 1 0,0-1 0,0 0 0,0 0 0,0 1 0,0-1 0,0 0 0,0 0 0,0 0 0,0 0 0,2-1 0,113 4 0,-93-3 0,1201-72-1787,-1147 61 1787,-52 5 7,-25 6-7,0 0 0,0 0-1,0 0 1,0 0 0,0 0 0,0 0-1,0 0 1,0 0 0,0 0-1,0 0 1,0-1 0,-1 1 0,1 0-1,0 0 1,0 0 0,0 0 0,0 0-1,0 0 1,0 0 0,0 0 0,0-1-1,0 1 1,0 0 0,0 0-1,0 0 1,0 0 0,0 0 0,0 0-1,0 0 1,0 0 0,0-1 0,0 1-1,0 0 1,0 0 0,0 0-1,0 0 1,0 0 0,0 0 0,1 0-1,-1 0 1,0-1 0,0 1 0,0 0-1,0 0 1,0 0 0,0 0 0,0 0-1,0 0 1,0 0 0,0 0-1,1 0 1,-1 0 0,0 0 0,0 0-1,0 0 1,0 0 0,0 0 0,0 0-1,0 0 1,0 0 0,1 0-1,-1 0 1,0 0 0,0 0 0,0 0-1,0 0 1,0 0 0,0 0 0,1 0-1,-39-4 247,-510 46 1306,535-41-1551,-452 71-1,459-71 118,8-3 66,14-6-616,-9 5-803,18-9-5591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28.0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1195 0 24575,'-1'0'0,"0"0"0,-1 0 0,1 1 0,0-1 0,0 0 0,0 0 0,0 1 0,0-1 0,0 1 0,0-1 0,0 1 0,0-1 0,0 1 0,0-1 0,1 1 0,-1 0 0,0 0 0,0-1 0,1 1 0,-1 0 0,0 0 0,0 1 0,-11 26 0,11-24 0,-35 122 0,25-85 0,-429 1820-4928,338-1320 4598,0 60 330,-151 1291-4333,73 9-286,161-1654 4778,8-80 1926,5-59 1690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28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785 45 24575,'0'-11'0,"1"9"0,-1-1 0,0 0 0,0 1 0,0-1 0,0 0 0,-1 1 0,1-1 0,-2-2 0,2 4 0,-1 1 0,1-1 0,-1 1 0,1-1 0,-1 0 0,1 1 0,-1 0 0,1-1 0,-1 1 0,0-1 0,1 1 0,-1 0 0,1-1 0,-1 1 0,0 0 0,0 0 0,1-1 0,-1 1 0,0 0 0,1 0 0,-1 0 0,0 0 0,0 0 0,1 0 0,-1 0 0,0 0 0,0 0 0,1 1 0,-1-1 0,0 0 0,1 0 0,-1 1 0,0-1 0,0 1 0,-10 4 0,2 0 0,-1 0 0,1 1 0,0 0 0,0 1 0,0 0 0,1 0 0,0 1 0,-7 9 0,11-13 0,-42 47-132,2 2-1,3 1 0,-63 110 1,-68 197-853,119-228 867,7 2 0,5 2 0,7 2 0,-28 231 0,52-258 4,4 0-1,6 1 0,5-1 1,4 0-1,5 0 0,40 151 1,-54-262 107,46 149 837,-40-135-707,1 1 1,0-1-1,2 0 1,-1 0 0,2-1-1,20 24 1,-29-36-97,0-1 0,1 1 0,-1-1 0,0 1 0,1-1 1,-1 0-1,1 0 0,0 0 0,-1 0 0,1 0 1,0 0-1,0-1 0,-1 1 0,1 0 0,0-1 0,0 1 1,0-1-1,0 0 0,0 0 0,0 1 0,0-1 0,0-1 1,-1 1-1,1 0 0,0 0 0,0-1 0,0 1 1,0-1-1,0 1 0,-1-1 0,1 0 0,0 0 0,0 0 1,-1 0-1,1 0 0,1-2 0,4-3-191,1-1-1,-2-1 1,1 1 0,-1-1-1,8-14 1,-12 20-27,34-57-6609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29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922 19 24575,'-6'-3'0,"-1"-1"0,0 2 0,0-1 0,0 1 0,-11-2 0,15 4 0,0 0 0,0 0 0,0 0 0,0 0 0,0 1 0,0-1 0,0 1 0,0 0 0,0-1 0,1 1 0,-1 1 0,0-1 0,1 0 0,-1 1 0,0-1 0,1 1 0,-3 3 0,-13 12 0,1 1 0,1 1 0,0 0 0,-12 23 0,26-39 0,-80 123-295,5 4 1,7 3-1,5 4 0,-69 211 0,58-96-442,-75 443 0,103-359 737,38-232 0,4 123 0,6-215-6,0-1 129,0 0 1,1-1 0,0 1 0,1 0-1,0-1 1,5 17 0,-7-27-85,1 1 0,-1 0 0,0 0 0,0 0 0,1 0 0,-1 0 0,1-1 0,-1 1 0,1 0 0,-1 0 0,1-1 0,0 1 0,-1 0 0,1-1 0,0 1 1,-1 0-1,1-1 0,0 1 0,0-1 0,0 1 0,0-1 0,-1 0 0,1 1 0,0-1 0,0 0 0,0 0 0,0 0 0,0 1 0,0-1 0,0 0 0,0 0 1,0 0-1,0-1 0,-1 1 0,1 0 0,0 0 0,0 0 0,0-1 0,0 1 0,0 0 0,0-1 0,-1 1 0,1-1 0,0 1 0,0-1 0,0 1 1,1-2-1,3-3-198,1 0 0,-1 0 0,1-1 1,5-9-1,-9 13-199,21-28-6468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29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703 10 24575,'0'0'0,"0"-1"0,0 0 0,-1 1 0,1-1 0,-1 1 0,1-1 0,-1 1 0,1-1 0,-1 1 0,1-1 0,-1 1 0,1 0 0,-1-1 0,1 1 0,-1 0 0,0-1 0,1 1 0,-1 0 0,1 0 0,-1-1 0,0 1 0,1 0 0,-1 0 0,0 0 0,1 0 0,-2 0 0,-20-1 0,17 2 0,-1-1 0,1 1 0,1 1 0,-1-1 0,0 1 0,0 0 0,0 0 0,1 0 0,-1 1 0,1-1 0,0 1 0,0 0 0,-6 5 0,-4 6 0,1-1 0,-16 23 0,-8 15 22,3 1 0,-50 99 0,-33 132-353,54-101 67,9 4-1,7 1 0,9 2 0,-19 257 0,51-355 265,4 0 0,4 1 0,16 106 0,-11-156 0,2 1 0,3-2 0,22 58 0,-22-72 0,1 0 0,1-1 0,2 0 0,0-1 0,34 39 0,-42-54-110,0-2 0,1 1 0,0-1 0,0 0 0,0 0 0,1-1 0,1-1 0,-1 0 0,12 5 0,-2-5-5392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30.2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892 25 24575,'-10'-5'0,"0"1"0,0 1 0,-1 0 0,1 0 0,-1 1 0,-16-1 0,-69 1 0,54 2 0,16 0 0,1 2 0,-1 0 0,0 1 0,-30 8 0,38-5 0,1 0 0,-1 0 0,1 2 0,0 0 0,1 1 0,-25 18 0,13-5 3,2 2 0,0 0 1,2 2-1,0 0 0,2 2 0,1 0 0,2 2 0,1 0 0,1 1 0,-26 65 0,22-36-31,3 1 0,2 1-1,3 0 1,3 1-1,-3 80 1,11-57-78,4 0 0,3 0 0,5 0 0,3-1 1,3-1-1,34 99 0,-20-95 116,4-1 0,4-1 0,3-2-1,4-2 1,84 114 0,-110-170-419,0-2-1,33 32 0,-25-34-5734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2:30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836 32 24575,'0'-1'0,"0"-1"0,0 1 0,-1 0 0,1-1 0,-1 1 0,1 0 0,-1 0 0,1-1 0,-1 1 0,0 0 0,0 0 0,0 0 0,1 0 0,-1 0 0,0 0 0,0 0 0,-1 0 0,1 0 0,0 0 0,0 1 0,0-1 0,0 0 0,-1 1 0,1-1 0,0 1 0,-1-1 0,1 1 0,0 0 0,-1 0 0,-1-1 0,-6 0 0,1 0 0,-1 0 0,-14 1 0,10 1 0,1 1 0,0 0 0,0 1 0,0 1 0,1 0 0,-1 0 0,1 1 0,0 1 0,0-1 0,1 2 0,-1 0 0,-9 8 0,-8 9 0,0 0 0,-44 53 0,27-19-124,2 2-1,2 1 1,4 3 0,-46 102-1,35-48-335,-60 221-1,88-262 418,4 2-1,3 0 1,4 1 0,1 127-1,11-165 50,1 1 0,2 0 0,2-1 0,14 45-1,-12-58-6,1 1-1,1-2 0,2 0 1,1-1-1,1 0 0,26 34 1,-24-40-183,1-1 1,0 0 0,31 23 0,-9-13-5533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08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827 293 24575,'-10'0'0,"1"1"0,0 0 0,0 1 0,0 0 0,0 0 0,0 1 0,-13 6 0,-4 4 0,-27 18 0,6 1 0,1 1 0,2 3 0,2 1 0,1 3 0,-53 65 0,25-15 0,-100 171 0,161-247 0,-57 106 0,58-104 0,1-1 0,1 1 0,0 1 0,0-1 0,-2 31 0,6-42 0,1 0 0,0 0 0,0 0 0,0-1 0,1 1 0,0 0 0,-1 0 0,2-1 0,-1 1 0,1 0 0,-1-1 0,1 1 0,1-1 0,-1 0 0,0 0 0,1 0 0,0 0 0,0 0 0,0 0 0,1-1 0,-1 1 0,8 4 0,0-1 0,0-1 0,1 0 0,0 0 0,0-2 0,0 1 0,1-1 0,24 4 0,5-2 0,0-1 0,52-2 0,165-19-368,-79-9-677,-1-7 0,-1-9 1,270-99-1,-173 17 577,-223 97 374,-1-3 1,-2-2-1,-1-2 0,-2-3 0,65-62 0,-95 81 71,-1-1 1,0 0-1,-2-1 0,0-1 1,-1 0-1,-1 0 0,-1-1 1,8-24-1,-13 30 145,-1 0 0,0 0-1,-2 0 1,0-1 0,0 0-1,-1 1 1,-1-1 0,-1 1-1,0-1 1,-1 1 0,-1-1-1,-7-23 1,4 20 72,-2 1-1,0 0 1,0 0-1,-2 1 1,0 0 0,-1 1-1,-1 0 1,-1 0 0,0 2-1,0 0 1,-28-22 0,20 20 14,-1 1 1,-1 2-1,0 0 1,0 1-1,-1 1 1,-1 2-1,0 0 1,-34-6-1,3 3-208,-1 3 0,0 3 0,0 2 0,0 2 0,-1 3 0,-95 14 0,136-12-151,1 0-1,0 1 0,-1 0 0,1 2 1,1 0-1,-1 0 0,1 2 1,-18 11-1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08.3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0 24575,'1'0'0,"0"0"0,0 0 0,0 0 0,-1 0 0,1 0 0,0 1 0,0-1 0,-1 0 0,1 0 0,0 1 0,-1-1 0,1 0 0,0 1 0,-1-1 0,1 1 0,0-1 0,-1 1 0,1-1 0,-1 1 0,1-1 0,-1 1 0,1-1 0,-1 1 0,1 1 0,0-1 0,0 1 0,-1 0 0,1 0 0,-1 0 0,1 0 0,-1 0 0,0 0 0,0 0 0,0 3 0,-1 4 0,0 0 0,0-1 0,-4 12 0,-24 74 0,-13 52 0,24-64 0,4 2 0,3-1 0,5 2 0,4 119 0,4-181 0,0 1 0,1-1 0,1 1 0,9 26 0,-11-44 0,0 0 0,0 0 0,1 0 0,0 0 0,0 0 0,1 0 0,-1-1 0,1 0 0,0 0 0,1 0 0,-1 0 0,1 0 0,0-1 0,0 0 0,1 0 0,-1-1 0,1 1 0,-1-1 0,12 4 0,-6-4 0,0-1 0,0-1 0,1 1 0,-1-2 0,0 0 0,1 0 0,-1-1 0,0 0 0,0-1 0,0 0 0,0-1 0,0 0 0,14-7 0,6-3 0,-1-1 0,0-2 0,34-24 0,-31 16-341,0-2 0,-2-1-1,34-38 1,-4-6-6485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08.6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0 24575,'-2'4'0,"-1"10"0,1 11 0,0 11 0,-2 12 0,1 11 0,0 7 0,1 8 0,-2 9 0,1 4 0,0-6 0,1-11 0,0-15 0,1-20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11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24575,'9'0'0,"-1"1"0,1 1 0,-1-1 0,0 1 0,0 1 0,0 0 0,0 0 0,0 0 0,-1 1 0,1 0 0,-1 0 0,0 1 0,0 0 0,-1 0 0,10 10 0,3 5 0,-1 1 0,-1 0 0,22 36 0,-14-15-369,-2 1 0,-3 1 0,-1 1-1,-2 0 1,-2 1 0,18 96 0,-23-74-323,-3 0-1,-2 0 1,-4 1 0,-10 94 0,3-113 454,-2 1 0,-3-1 0,-17 53 0,21-82 235,-1 0 0,-1 0 1,-1 0-1,-1-2 0,-1 1 0,0-1 1,-2-1-1,0 0 0,-23 22 1,28-31 86,-1-2 0,0 1 1,0-2-1,-21 11 0,22-13 530,-1 0 1,1-1-1,0 0 0,-1 0 0,0-1 0,-12 1 0,-1-3-6501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12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937 1 24575,'-1'0'0,"0"1"0,0-1 0,0 1 0,0 0 0,1 0 0,-1 0 0,0-1 0,0 1 0,1 0 0,-1 0 0,0 0 0,1 0 0,-1 0 0,0 3 0,-1 0 0,-83 151 0,28-48 0,-348 591-968,110-197 370,277-469 598,8-13 0,-1-1 0,-17 23 0,28-41-2,0 0 1,0 1 0,-1-1 0,1 1 0,0-1 0,0 0 0,-1 1 0,1-1 0,0 0 0,-1 0 0,1 1 0,0-1 0,-1 0 0,1 0 0,0 1 0,-1-1 0,1 0 0,-1 0-1,1 0 1,0 0 0,-1 1 0,1-1 0,-1 0 0,1 0 0,-1 0 0,1 0 0,-1 0 0,-3-10 65,6-22-814,-2 30 361,4-35-5131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12.5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10 24575,'0'-1'0,"0"1"0,0-1 0,0 1 0,0-1 0,0 1 0,-1 0 0,1-1 0,0 1 0,0-1 0,-1 1 0,1-1 0,0 1 0,0 0 0,-1-1 0,1 1 0,-1 0 0,1-1 0,0 1 0,-1 0 0,1 0 0,-1-1 0,1 1 0,-1 0 0,1 0 0,0 0 0,-1-1 0,1 1 0,-1 0 0,1 0 0,-1 0 0,1 0 0,-1 0 0,0 0 0,0 1 0,0 0 0,0 0 0,1 0 0,-1 0 0,0 0 0,0 0 0,1 0 0,-1 0 0,1 0 0,-1 0 0,1 0 0,-1 0 0,1 0 0,0 1 0,-1 0 0,-13 66 0,-11 120 0,14 73 0,11-249 0,-1-6 0,1 0 0,0-1 0,0 1 0,3 11 0,-3-16 0,0 0 0,1 0 0,-1 0 0,1 0 0,-1 1 0,1-1 0,-1 0 0,1 0 0,0 0 0,-1 0 0,1 0 0,0 0 0,0-1 0,0 1 0,0 0 0,0 0 0,0 0 0,0-1 0,0 1 0,0-1 0,0 1 0,0-1 0,1 1 0,-1-1 0,0 0 0,0 1 0,2-1 0,16 1 0,-1-1 0,1 0 0,0-2 0,26-5 0,9 0 0,190-10-1365,-174 15-5461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17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24575,'6'4'0,"16"5"0,29 6 0,41 1 0,52-1 0,61-4 0,45-3 0,16-3-2020,-17-3 2020,-43-1 0,-52-1 0,-51-3 0,-45-5 0,-32 0-6171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3:18.4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24575,'4'0'0,"13"0"0,28 0 0,16 0 0,22 0 0,37 0 0,47 4 0,51 10 0,26 7 0,-2 8 0,-30 1-1725,-44-1 1725,-49-4 0,-45-6-6466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4:48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503 107 24575,'-2'-4'0,"-1"0"0,1 1 0,-1-1 0,0 1 0,0-1 0,-1 1 0,1 0 0,-1 0 0,-7-4 0,-40-21 0,37 21 0,3 1 0,-1 1 0,1 0 0,-1 1 0,-1 1 0,1 0 0,0 0 0,-1 1 0,1 1 0,-16-1 0,20 3 0,-1-1 0,1 1 0,-1 0 0,1 1 0,0 0 0,-1 0 0,1 1 0,0 0 0,0 0 0,1 1 0,-1 0 0,1 1 0,0-1 0,-10 9 0,3 1 0,1 0 0,1 1 0,0 1 0,1 0 0,0 0 0,2 1 0,0 1 0,0-1 0,2 1 0,0 1 0,2-1 0,0 1 0,-5 37 0,10-46 0,0 1 0,0-1 0,2 1 0,-1-1 0,1 0 0,1 1 0,0-1 0,0 0 0,1 0 0,0-1 0,1 1 0,0-1 0,0 0 0,1 0 0,8 9 0,12 12 0,1 0 0,51 41 0,-42-40 0,-7-5 0,-14-14 0,0 1 0,-1 0 0,-1 1 0,0 0 0,18 27 0,-29-37 0,0 0 0,0 0 0,0 0 0,-1 0 0,1 0 0,-1 0 0,0 1 0,0-1 0,-1 1 0,1-1 0,-1 1 0,0-1 0,0 0 0,-1 1 0,-1 7 0,1-6 0,-1-1 0,0 1 0,-1-1 0,1 0 0,-1 0 0,0 0 0,-1 0 0,1 0 0,-1-1 0,-7 8 0,1-3 0,-1-1 0,1 0 0,-2 0 0,1-1 0,-1-1 0,0 0 0,0-1 0,0 0 0,-22 5 0,19-6 69,-1-1-1,1-1 0,-1 0 0,-22-2 1,33 0-107,1 0 0,-1-1 0,1 0 0,-1 0 0,1 0 0,-1-1 0,1 1 0,-7-5 0,9 5-38,0 0 1,0-1-1,0 1 0,0-1 0,1 0 0,-1 1 0,0-1 0,1 0 1,0 0-1,-1 0 0,1 0 0,0 0 0,0 0 0,0-1 1,0 1-1,0 0 0,0-4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4:48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24575,'79'1'0,"80"12"0,55 6-1365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4:49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24575,'4'0'0,"6"0"0,6 0 0,5 0 0,5 0 0,8 2 0,10 3 0,12 2 0,8 4 0,3 3 0,-5 0 0,-10 0 0,-12 0 0,-10-3 0,-10-1 0,-9-1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24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10286 2024 24575,'6'98'0,"0"127"0,-14 171-546,-38 168-2184,-57 132-547,-157 429-1121,-116-32 1940,106-511 2244,-4-122-10,204-360-224,-127 138 0,145-185 432,-2-1 0,-99 71 0,115-96 71,-1-2 0,-1-2 0,-1-2 0,-1-2 0,-1-1 0,0-3 0,-1-1 0,-1-2 0,0-2 0,0-2-1,-1-2 1,0-2 0,0-2 0,0-2 0,-84-12 0,39-2-55,-150-45 0,-172-89 135,-93-77 406,-90-75-406,-73-74-135,-1359-994-1239,1446 901 686,-664-690-1,836 716 451,88 57 338,84 57 704,75 51-704,133 217-219,3-1 0,3-1 0,-21-76 0,38 106 218,1-1 1,1 1-1,2-1 0,1 0 0,1 0 1,2 0-1,1 0 0,9-47 1,-3 47-163,1 0 0,2 1 1,1 0-1,1 0 1,19-31-1,-4 16-72,3 0 0,1 2 0,65-68 0,-29 46-1,2 2 1,121-83-1,-59 60 1,240-116 0,331-77 0,206 36 0,174 64-331,122 93-995,-546 82 492,975 118-1,-1057-30 144,1084 304-1,-917-127 624,-209-7 351,-459-209-179,-1 3 1,122 102 0,-168-124 45,-2 1 0,-2 1 0,0 2 0,-2 0 0,35 57 0,-46-63-118,-1 0-1,-1 1 1,-1-1 0,-1 2 0,-2-1 0,0 1 0,-1 1 0,-2-1 0,1 29 0,-5-9-32,-1 1 0,-2-1 0,-3 0 0,-23 83 0,-3-22 0,-76 166 0,-123 166 0,-78 41 0,95-187 69,-12-10 1,-12-10-1,-339 299 1,339-366-50,-8-10 0,-9-11-1,-7-11 1,-289 139 0,109-112 99,69-69-100,78-57-64,76-41 471,173-30 717,-57-3 0,3-11 1981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25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1079 168 24575,'-3'-2'0,"1"-1"0,-1 1 0,0 1 0,0-1 0,0 0 0,0 1 0,0-1 0,0 1 0,0 0 0,0 0 0,-6-1 0,-38-1 0,25 3 0,0 2 0,0 1 0,1 1 0,-1 1 0,1 0 0,0 2 0,-35 16 0,13-2 0,1 1 0,-63 47 0,55-30-68,2 2 0,2 1 0,1 3 1,3 1-1,2 3 0,-66 103 0,72-94 0,2 1 0,4 2 0,2 0 0,2 2 0,4 1 0,-18 92 0,32-126 68,2 1 0,1 0 0,2 0 0,1 0 0,6 51 0,-4-69 0,1 1 0,1-1 0,0 0 0,0 0 0,1-1 0,10 19 0,-10-24 0,0 1 0,1-1 0,-1 0 0,1 0 0,1 0 0,-1-1 0,1 0 0,0 0 0,1-1 0,12 8 0,-9-8 0,0-1 0,0 1 0,0-2 0,1 0 0,-1 0 0,1-1 0,0 0 0,0-1 0,0 0 0,0-1 0,0-1 0,0 0 0,15-3 0,1-2 0,0-1 0,0-2 0,0 0 0,37-20 0,-11 1 4,-2-3 0,0-2-1,-2-2 1,-2-2-1,-2-3 1,50-53 0,-46 39 1,-2-3 0,-3-2 0,-3-2 0,62-117 0,-75 116-816,-3 0 0,-2-2 0,17-76 1,-30 89 161,-1 0 1,-3-1-1,-2 0 1,-4-85-1,-2 109 649,-2 1 0,-8-37 0,9 55 0,-1 0 0,0 0 0,0 0 0,-1 0 0,0 0 0,-1 0 0,1 1 0,-2 0 0,1 0 0,-8-7 0,10 12 116,0 0 0,-1 0 1,1 1-1,-1-1 0,0 1 0,0 0 0,0-1 0,0 2 1,0-1-1,0 0 0,-1 1 0,1 0 0,-1 0 1,1 0-1,0 1 0,-1 0 0,1-1 0,-1 1 1,1 1-1,-1-1 0,1 1 0,-8 1 0,-5 3 641,-1 1-1,1 1 1,1 0-1,-19 11 1,26-14-564,-43 25-507,-65 48 1,71-43-6513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25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612 0 24575,'-18'18'0,"2"1"0,0 0 0,-14 24 0,-42 74 0,48-75 0,-212 413-466,185-336 233,-69 246-1,112-334 234,1 1 0,2-1 0,1 2 0,0 37 0,4-61 0,0 1 0,1-1 0,0 0 0,1 0 0,0 0 0,0 0 0,1 0 0,0 0 0,0-1 0,1 1 0,1-1 0,-1 0 0,1 0 0,0 0 0,1-1 0,0 0 0,0 0 0,13 11 0,-4-8 43,-1-1-1,1-1 1,1 0-1,0-1 0,0-1 1,0 0-1,1-1 1,-1-1-1,1 0 0,23 1 1,2-1 73,-1-3 1,1-1 0,45-6-1,-52 2-457,1-2 0,-1-2-1,54-19 1,-19-2-6485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25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 24575,'0'2'0,"0"4"0,0 10 0,0 14 0,0 15 0,-2 17 0,-5 16 0,-3 6 0,-1-1 0,-2-5 0,2-11 0,3-16 0,2-15-8191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25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405 1 24575,'1'0'0,"1"0"0,-1 0 0,0 1 0,1-1 0,-1 1 0,1-1 0,-1 1 0,0 0 0,0 0 0,1-1 0,-1 1 0,0 0 0,0 0 0,0 0 0,0 0 0,0 0 0,1 2 0,16 23 0,-14-19 0,12 21 0,-1 1 0,-2 0 0,15 45 0,19 95 0,-31-99-416,-3-1 0,-2 2 0,-4-1 0,-3 1 0,-3 0 0,-3 0 0,-19 115 0,12-141 27,-2-1 1,-1-1-1,-3 0 1,-2-1 0,-31 59-1,29-70 246,-1 0-1,-1-1 1,-2-1-1,-1-1 1,-1-1-1,-1-1 1,-41 31-1,29-29-85,-57 30 1,-33 6-699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30.9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2740 0 24575,'-36'0'0,"-1"2"0,0 1 0,1 2 0,0 1 0,0 2 0,-63 23 0,32-4-217,2 2-1,-106 67 1,-111 105-995,-357 357-572,60 66-20,435-450 849,-217 341 0,324-452 2585,-40 100 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31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122 1 24575,'-4'78'0,"-19"98"0,10-88 0,3-10 0,-60 619 0,69-689 0,1-4 0,0 0 0,0 0 0,0 0 0,0 0 0,1 0 0,1 7 0,-1-10 0,-1 0 0,1 0 0,-1 0 0,1 0 0,0 0 0,0 0 0,-1 0 0,1 0 0,0 0 0,0-1 0,0 1 0,0 0 0,0-1 0,0 1 0,0 0 0,0-1 0,0 1 0,1-1 0,-1 0 0,0 1 0,0-1 0,0 0 0,0 0 0,1 0 0,-1 1 0,0-1 0,2-1 0,17 1 0,1-2 0,0 0 0,26-7 0,-29 5 0,661-163-204,-520 124-957,-68 19-5665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32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24575,'16'9'0,"0"0"0,0 2 0,-1 0 0,16 16 0,-4-5 0,129 111 0,115 95-546,119 99-2176,112 81 25,84 49 2160,1661 1090-3952,-1917-1347 4331,-114-81 158,-195-109 0,1 0 0,0-1 0,34 9 0,-53-17 25,0 0 1,0-1 0,0 0 0,0 0-1,1 0 1,-1 0 0,0 0 0,0 0 0,4-1-1,-6 0 11,0 1 0,0-1 0,0 1 0,0-1 0,0 1-1,0-1 1,0 0 0,0 1 0,0-1 0,0 0 0,0 0-1,0 0 1,0 0 0,-1 0 0,1 0 0,0 0 0,0-1-1,0-2 105,0 1 0,0-1 0,0 0-1,-1 0 1,1 0 0,-1 0-1,0 0 1,0 0 0,-1 0 0,1 0-1,-2-7 1,-4-13 107,-13-38-1,-16-30-360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36:33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2626 0 24575,'0'0'0,"0"0"0,0 0 0,0 1 0,0-1 0,0 0 0,0 0 0,0 0 0,0 0 0,0 0 0,0 0 0,0 0 0,0 0 0,0 1 0,0-1 0,0 0 0,0 0 0,0 0 0,0 0 0,0 0 0,0 0 0,0 0 0,0 0 0,0 1 0,0-1 0,0 0 0,0 0 0,0 0 0,0 0 0,0 0 0,-1 0 0,1 0 0,0 0 0,0 0 0,0 0 0,0 0 0,0 0 0,0 0 0,0 0 0,0 0 0,0 0 0,-1 0 0,1 0 0,0 0 0,0 1 0,0-1 0,0 0 0,0-1 0,0 1 0,0 0 0,0 0 0,-1 0 0,1 0 0,0 0 0,0 0 0,0 0 0,0 0 0,0 0 0,0 0 0,0 0 0,0 0 0,0 0 0,-1 0 0,4 13 0,6 13 0,18 34 0,-20-45 0,237 445-559,-24-49 81,-213-397 478,9 17 0,-1 0 0,-2 1 0,-1 0 0,14 58 0,-25-85 0,-1 0 0,1 0 0,-1 0 0,0 0 0,0 0 0,0 0 0,-1 0 0,1 0 0,-1 0 0,0 0 0,-1 0 0,0 0 0,1-1 0,-5 8 0,3-7 0,-1-1 0,0 1 0,0-1 0,-1 0 0,1 0 0,-1-1 0,1 1 0,-1-1 0,0 0 0,-1 0 0,1-1 0,0 1 0,-10 2 0,-15 3 0,0-1 0,-1-2 0,0-1 0,-42 1 0,-318-11-546,-269-49-1976,-259-52 318,-50-16 322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3:09:11.93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 2 24575,'0'-2'0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2:17:26.8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9058-35BB-4D8A-70F1-D4DB4771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71EE69-AD12-5DCD-2F92-8804FFB053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72B05B-5DEF-447A-429D-926DCB9469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20D9A8E-4117-C52F-564B-561D6E484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045138A-B97C-56AF-1584-BC3AF0C60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F64E9-1401-D890-F05F-516F67F344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2B8DB-17D2-4948-987E-B07F08E78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70373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A5877-E641-4718-2496-FAAD8053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B2E1AE-1A6D-C438-94E7-F4978779EA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E7E0B-6E6A-80DA-700D-929A063F8D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3816D86-5902-3EBA-1FA6-9B1D21C0D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20E1B42-9906-7B3C-853F-D790608B5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B2AA6-49B9-09A8-A022-EBCE427378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DF520-BCBC-2F20-FF21-29AD83348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09435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"/>
          </p:nvPr>
        </p:nvSpPr>
        <p:spPr>
          <a:xfrm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xxxxxx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774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125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xxx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4228793" y="1075629"/>
            <a:ext cx="7301144" cy="393700"/>
          </a:xfrm>
          <a:prstGeom prst="rect">
            <a:avLst/>
          </a:prstGeom>
          <a:solidFill>
            <a:srgbClr val="E7E7E7">
              <a:alpha val="100000"/>
            </a:srgbClr>
          </a:solidFill>
          <a:ln w="12700" cap="flat" cmpd="sng">
            <a:noFill/>
            <a:prstDash val="solid"/>
            <a:round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[expression for item in iterable if condition]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" hasCustomPrompt="1"/>
          </p:nvPr>
        </p:nvSpPr>
        <p:spPr>
          <a:xfrm>
            <a:off x="171307" y="1905000"/>
            <a:ext cx="11358631" cy="2438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 anchorCtr="1">
            <a:noAutofit/>
          </a:bodyPr>
          <a:lstStyle>
            <a:lvl1pPr algn="l">
              <a:lnSpc>
                <a:spcPct val="125000"/>
              </a:lnSpc>
              <a:defRPr sz="3200" b="0" i="0" u="none" strike="noStrike" spc="0">
                <a:solidFill>
                  <a:srgbClr val="1F2329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Times New Roman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0" i="0" u="none" strike="noStrike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列表推导器（List Comprehension）是Python中一种简洁且高效的方式，用于创建列表。</a:t>
            </a:r>
          </a:p>
          <a:p>
            <a:pPr indent="0" algn="l">
              <a:lnSpc>
                <a:spcPct val="125000"/>
              </a:lnSpc>
            </a:pPr>
            <a:r>
              <a:rPr lang="en-US" sz="3200" b="0" i="0" u="none" strike="noStrike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它的语法比传统的 for 循环更简洁，代码可读性更高，特别适合在算法竞赛中快速生成数据或进行数据转换。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xxxxxx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71307" y="76136"/>
            <a:ext cx="7810500" cy="774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125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xxx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228793" y="1075629"/>
            <a:ext cx="7301144" cy="393700"/>
          </a:xfrm>
          <a:prstGeom prst="rect">
            <a:avLst/>
          </a:prstGeom>
          <a:solidFill>
            <a:srgbClr val="E7E7E7">
              <a:alpha val="100000"/>
            </a:srgbClr>
          </a:solidFill>
          <a:ln w="12700" cap="flat" cmpd="sng">
            <a:noFill/>
            <a:prstDash val="solid"/>
            <a:round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[expression for item in iterable if condition]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"/>
          </p:nvPr>
        </p:nvSpPr>
        <p:spPr>
          <a:xfrm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" hasCustomPrompt="1"/>
          </p:nvPr>
        </p:nvSpPr>
        <p:spPr>
          <a:xfrm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" hasCustomPrompt="1"/>
          </p:nvPr>
        </p:nvSpPr>
        <p:spPr>
          <a:xfrm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" hasCustomPrompt="1"/>
          </p:nvPr>
        </p:nvSpPr>
        <p:spPr>
          <a:xfrm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3" hasCustomPrompt="1"/>
          </p:nvPr>
        </p:nvSpPr>
        <p:spPr>
          <a:xfrm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4"/>
          </p:nvPr>
        </p:nvSpPr>
        <p:spPr>
          <a:xfrm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5"/>
          </p:nvPr>
        </p:nvSpPr>
        <p:spPr>
          <a:xfrm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16"/>
          </p:nvPr>
        </p:nvSpPr>
        <p:spPr>
          <a:xfrm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17"/>
          </p:nvPr>
        </p:nvSpPr>
        <p:spPr>
          <a:xfrm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18"/>
          </p:nvPr>
        </p:nvSpPr>
        <p:spPr>
          <a:xfrm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19"/>
          </p:nvPr>
        </p:nvSpPr>
        <p:spPr>
          <a:xfrm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20"/>
          </p:nvPr>
        </p:nvSpPr>
        <p:spPr>
          <a:xfrm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21"/>
          </p:nvPr>
        </p:nvSpPr>
        <p:spPr>
          <a:xfrm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5399999" flipV="1">
            <a:off x="5672879" y="5482375"/>
            <a:ext cx="86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" name="AutoShape 3"/>
          <p:cNvSpPr>
            <a:spLocks noGrp="1"/>
          </p:cNvSpPr>
          <p:nvPr>
            <p:ph type="body" sz="quarter" idx="22"/>
          </p:nvPr>
        </p:nvSpPr>
        <p:spPr>
          <a:xfrm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/>
          </p:nvPr>
        </p:nvSpPr>
        <p:spPr>
          <a:xfrm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4"/>
          </p:nvPr>
        </p:nvSpPr>
        <p:spPr>
          <a:xfrm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5"/>
          </p:nvPr>
        </p:nvSpPr>
        <p:spPr>
          <a:xfrm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/>
          </p:nvPr>
        </p:nvSpPr>
        <p:spPr>
          <a:xfrm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7"/>
          </p:nvPr>
        </p:nvSpPr>
        <p:spPr>
          <a:xfrm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28"/>
          </p:nvPr>
        </p:nvSpPr>
        <p:spPr>
          <a:xfrm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29"/>
          </p:nvPr>
        </p:nvSpPr>
        <p:spPr>
          <a:xfrm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0"/>
          </p:nvPr>
        </p:nvSpPr>
        <p:spPr>
          <a:xfrm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1"/>
          </p:nvPr>
        </p:nvSpPr>
        <p:spPr>
          <a:xfrm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2"/>
          </p:nvPr>
        </p:nvSpPr>
        <p:spPr>
          <a:xfrm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3"/>
          </p:nvPr>
        </p:nvSpPr>
        <p:spPr>
          <a:xfrm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34"/>
          </p:nvPr>
        </p:nvSpPr>
        <p:spPr>
          <a:xfrm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35"/>
          </p:nvPr>
        </p:nvSpPr>
        <p:spPr>
          <a:xfrm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36"/>
          </p:nvPr>
        </p:nvSpPr>
        <p:spPr>
          <a:xfrm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7"/>
          </p:nvPr>
        </p:nvSpPr>
        <p:spPr>
          <a:xfrm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38"/>
          </p:nvPr>
        </p:nvSpPr>
        <p:spPr>
          <a:xfrm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39"/>
          </p:nvPr>
        </p:nvSpPr>
        <p:spPr>
          <a:xfrm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40"/>
          </p:nvPr>
        </p:nvSpPr>
        <p:spPr>
          <a:xfrm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41"/>
          </p:nvPr>
        </p:nvSpPr>
        <p:spPr>
          <a:xfrm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2"/>
          </p:nvPr>
        </p:nvSpPr>
        <p:spPr>
          <a:xfrm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body" sz="quarter" idx="43"/>
          </p:nvPr>
        </p:nvSpPr>
        <p:spPr>
          <a:xfrm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44"/>
          </p:nvPr>
        </p:nvSpPr>
        <p:spPr>
          <a:xfrm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45"/>
          </p:nvPr>
        </p:nvSpPr>
        <p:spPr>
          <a:xfrm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46"/>
          </p:nvPr>
        </p:nvSpPr>
        <p:spPr>
          <a:xfrm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47"/>
          </p:nvPr>
        </p:nvSpPr>
        <p:spPr>
          <a:xfrm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48"/>
          </p:nvPr>
        </p:nvSpPr>
        <p:spPr>
          <a:xfrm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49"/>
          </p:nvPr>
        </p:nvSpPr>
        <p:spPr>
          <a:xfrm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l">
              <a:lnSpc>
                <a:spcPct val="125000"/>
              </a:lnSpc>
              <a:defRPr sz="16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0"/>
          </p:nvPr>
        </p:nvSpPr>
        <p:spPr>
          <a:xfrm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32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pic" sz="quarter" idx="51"/>
          </p:nvPr>
        </p:nvSpPr>
        <p:spPr>
          <a:xfrm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pic" sz="quarter" idx="52"/>
          </p:nvPr>
        </p:nvSpPr>
        <p:spPr>
          <a:xfrm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pic" sz="quarter" idx="53"/>
          </p:nvPr>
        </p:nvSpPr>
        <p:spPr>
          <a:xfrm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pic" sz="quarter" idx="54"/>
          </p:nvPr>
        </p:nvSpPr>
        <p:spPr>
          <a:xfrm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7" name="AutoShape 7"/>
          <p:cNvSpPr>
            <a:spLocks noGrp="1"/>
          </p:cNvSpPr>
          <p:nvPr>
            <p:ph type="pic" sz="quarter" idx="55"/>
          </p:nvPr>
        </p:nvSpPr>
        <p:spPr>
          <a:xfrm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pic" sz="quarter" idx="56"/>
          </p:nvPr>
        </p:nvSpPr>
        <p:spPr>
          <a:xfrm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body" sz="quarter" idx="57"/>
          </p:nvPr>
        </p:nvSpPr>
        <p:spPr>
          <a:xfrm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" name="AutoShape 10"/>
          <p:cNvSpPr>
            <a:spLocks noGrp="1"/>
          </p:cNvSpPr>
          <p:nvPr>
            <p:ph type="body" sz="quarter" idx="58"/>
          </p:nvPr>
        </p:nvSpPr>
        <p:spPr>
          <a:xfrm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1" name="AutoShape 11"/>
          <p:cNvSpPr>
            <a:spLocks noGrp="1"/>
          </p:cNvSpPr>
          <p:nvPr>
            <p:ph type="body" sz="quarter" idx="59"/>
          </p:nvPr>
        </p:nvSpPr>
        <p:spPr>
          <a:xfrm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2" name="AutoShape 12"/>
          <p:cNvSpPr>
            <a:spLocks noGrp="1"/>
          </p:cNvSpPr>
          <p:nvPr>
            <p:ph type="body" sz="quarter" idx="60"/>
          </p:nvPr>
        </p:nvSpPr>
        <p:spPr>
          <a:xfrm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3" name="AutoShape 13"/>
          <p:cNvSpPr>
            <a:spLocks noGrp="1"/>
          </p:cNvSpPr>
          <p:nvPr>
            <p:ph type="body" sz="quarter" idx="61"/>
          </p:nvPr>
        </p:nvSpPr>
        <p:spPr>
          <a:xfrm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4" name="AutoShape 14"/>
          <p:cNvSpPr>
            <a:spLocks noGrp="1"/>
          </p:cNvSpPr>
          <p:nvPr>
            <p:ph type="body" sz="quarter" idx="62"/>
          </p:nvPr>
        </p:nvSpPr>
        <p:spPr>
          <a:xfrm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400" b="0" i="0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3"/>
          </p:nvPr>
        </p:nvSpPr>
        <p:spPr>
          <a:xfrm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16666"/>
              </a:lnSpc>
              <a:defRPr sz="5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4"/>
          </p:nvPr>
        </p:nvSpPr>
        <p:spPr>
          <a:xfrm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anchor="ctr">
            <a:noAutofit/>
          </a:bodyPr>
          <a:lstStyle>
            <a:lvl1pPr algn="ctr">
              <a:lnSpc>
                <a:spcPct val="125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.xml"/><Relationship Id="rId21" Type="http://schemas.openxmlformats.org/officeDocument/2006/relationships/image" Target="../media/image17.png"/><Relationship Id="rId42" Type="http://schemas.openxmlformats.org/officeDocument/2006/relationships/customXml" Target="../ink/ink26.xml"/><Relationship Id="rId47" Type="http://schemas.openxmlformats.org/officeDocument/2006/relationships/image" Target="../media/image30.png"/><Relationship Id="rId63" Type="http://schemas.openxmlformats.org/officeDocument/2006/relationships/image" Target="../media/image38.png"/><Relationship Id="rId68" Type="http://schemas.openxmlformats.org/officeDocument/2006/relationships/customXml" Target="../ink/ink39.xml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13.xml"/><Relationship Id="rId29" Type="http://schemas.openxmlformats.org/officeDocument/2006/relationships/image" Target="../media/image21.png"/><Relationship Id="rId11" Type="http://schemas.openxmlformats.org/officeDocument/2006/relationships/customXml" Target="../ink/ink10.xml"/><Relationship Id="rId24" Type="http://schemas.openxmlformats.org/officeDocument/2006/relationships/customXml" Target="../ink/ink17.xml"/><Relationship Id="rId32" Type="http://schemas.openxmlformats.org/officeDocument/2006/relationships/customXml" Target="../ink/ink21.xml"/><Relationship Id="rId37" Type="http://schemas.openxmlformats.org/officeDocument/2006/relationships/image" Target="../media/image25.png"/><Relationship Id="rId40" Type="http://schemas.openxmlformats.org/officeDocument/2006/relationships/customXml" Target="../ink/ink25.xml"/><Relationship Id="rId45" Type="http://schemas.openxmlformats.org/officeDocument/2006/relationships/image" Target="../media/image29.png"/><Relationship Id="rId53" Type="http://schemas.openxmlformats.org/officeDocument/2006/relationships/image" Target="../media/image33.png"/><Relationship Id="rId58" Type="http://schemas.openxmlformats.org/officeDocument/2006/relationships/customXml" Target="../ink/ink34.xml"/><Relationship Id="rId66" Type="http://schemas.openxmlformats.org/officeDocument/2006/relationships/customXml" Target="../ink/ink38.xml"/><Relationship Id="rId74" Type="http://schemas.openxmlformats.org/officeDocument/2006/relationships/customXml" Target="../ink/ink42.xml"/><Relationship Id="rId5" Type="http://schemas.openxmlformats.org/officeDocument/2006/relationships/customXml" Target="../ink/ink7.xml"/><Relationship Id="rId61" Type="http://schemas.openxmlformats.org/officeDocument/2006/relationships/image" Target="../media/image37.png"/><Relationship Id="rId19" Type="http://schemas.openxmlformats.org/officeDocument/2006/relationships/image" Target="../media/image16.png"/><Relationship Id="rId14" Type="http://schemas.openxmlformats.org/officeDocument/2006/relationships/image" Target="../media/image14.png"/><Relationship Id="rId22" Type="http://schemas.openxmlformats.org/officeDocument/2006/relationships/customXml" Target="../ink/ink16.xml"/><Relationship Id="rId27" Type="http://schemas.openxmlformats.org/officeDocument/2006/relationships/image" Target="../media/image20.png"/><Relationship Id="rId30" Type="http://schemas.openxmlformats.org/officeDocument/2006/relationships/customXml" Target="../ink/ink20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openxmlformats.org/officeDocument/2006/relationships/customXml" Target="../ink/ink29.xml"/><Relationship Id="rId56" Type="http://schemas.openxmlformats.org/officeDocument/2006/relationships/customXml" Target="../ink/ink33.xml"/><Relationship Id="rId64" Type="http://schemas.openxmlformats.org/officeDocument/2006/relationships/customXml" Target="../ink/ink37.xml"/><Relationship Id="rId69" Type="http://schemas.openxmlformats.org/officeDocument/2006/relationships/image" Target="../media/image41.png"/><Relationship Id="rId8" Type="http://schemas.openxmlformats.org/officeDocument/2006/relationships/image" Target="../media/image11.png"/><Relationship Id="rId51" Type="http://schemas.openxmlformats.org/officeDocument/2006/relationships/image" Target="../media/image32.png"/><Relationship Id="rId72" Type="http://schemas.openxmlformats.org/officeDocument/2006/relationships/customXml" Target="../ink/ink41.xml"/><Relationship Id="rId3" Type="http://schemas.openxmlformats.org/officeDocument/2006/relationships/customXml" Target="../ink/ink6.xml"/><Relationship Id="rId12" Type="http://schemas.openxmlformats.org/officeDocument/2006/relationships/image" Target="../media/image13.png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24.xml"/><Relationship Id="rId46" Type="http://schemas.openxmlformats.org/officeDocument/2006/relationships/customXml" Target="../ink/ink28.xml"/><Relationship Id="rId59" Type="http://schemas.openxmlformats.org/officeDocument/2006/relationships/image" Target="../media/image36.png"/><Relationship Id="rId67" Type="http://schemas.openxmlformats.org/officeDocument/2006/relationships/image" Target="../media/image40.png"/><Relationship Id="rId20" Type="http://schemas.openxmlformats.org/officeDocument/2006/relationships/customXml" Target="../ink/ink15.xml"/><Relationship Id="rId41" Type="http://schemas.openxmlformats.org/officeDocument/2006/relationships/image" Target="../media/image27.png"/><Relationship Id="rId54" Type="http://schemas.openxmlformats.org/officeDocument/2006/relationships/customXml" Target="../ink/ink32.xml"/><Relationship Id="rId62" Type="http://schemas.openxmlformats.org/officeDocument/2006/relationships/customXml" Target="../ink/ink36.xml"/><Relationship Id="rId70" Type="http://schemas.openxmlformats.org/officeDocument/2006/relationships/customXml" Target="../ink/ink40.xml"/><Relationship Id="rId75" Type="http://schemas.openxmlformats.org/officeDocument/2006/relationships/image" Target="../media/image4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15" Type="http://schemas.openxmlformats.org/officeDocument/2006/relationships/customXml" Target="../ink/ink12.xml"/><Relationship Id="rId23" Type="http://schemas.openxmlformats.org/officeDocument/2006/relationships/image" Target="../media/image18.png"/><Relationship Id="rId28" Type="http://schemas.openxmlformats.org/officeDocument/2006/relationships/customXml" Target="../ink/ink19.xml"/><Relationship Id="rId36" Type="http://schemas.openxmlformats.org/officeDocument/2006/relationships/customXml" Target="../ink/ink23.xml"/><Relationship Id="rId49" Type="http://schemas.openxmlformats.org/officeDocument/2006/relationships/image" Target="../media/image31.png"/><Relationship Id="rId57" Type="http://schemas.openxmlformats.org/officeDocument/2006/relationships/image" Target="../media/image35.png"/><Relationship Id="rId10" Type="http://schemas.openxmlformats.org/officeDocument/2006/relationships/image" Target="../media/image12.png"/><Relationship Id="rId31" Type="http://schemas.openxmlformats.org/officeDocument/2006/relationships/image" Target="../media/image22.png"/><Relationship Id="rId44" Type="http://schemas.openxmlformats.org/officeDocument/2006/relationships/customXml" Target="../ink/ink27.xml"/><Relationship Id="rId52" Type="http://schemas.openxmlformats.org/officeDocument/2006/relationships/customXml" Target="../ink/ink31.xml"/><Relationship Id="rId60" Type="http://schemas.openxmlformats.org/officeDocument/2006/relationships/customXml" Target="../ink/ink35.xml"/><Relationship Id="rId65" Type="http://schemas.openxmlformats.org/officeDocument/2006/relationships/image" Target="../media/image39.png"/><Relationship Id="rId73" Type="http://schemas.openxmlformats.org/officeDocument/2006/relationships/image" Target="../media/image43.png"/><Relationship Id="rId4" Type="http://schemas.openxmlformats.org/officeDocument/2006/relationships/image" Target="../media/image9.png"/><Relationship Id="rId9" Type="http://schemas.openxmlformats.org/officeDocument/2006/relationships/customXml" Target="../ink/ink9.xml"/><Relationship Id="rId13" Type="http://schemas.openxmlformats.org/officeDocument/2006/relationships/customXml" Target="../ink/ink11.xml"/><Relationship Id="rId18" Type="http://schemas.openxmlformats.org/officeDocument/2006/relationships/customXml" Target="../ink/ink14.xml"/><Relationship Id="rId39" Type="http://schemas.openxmlformats.org/officeDocument/2006/relationships/image" Target="../media/image26.png"/><Relationship Id="rId34" Type="http://schemas.openxmlformats.org/officeDocument/2006/relationships/customXml" Target="../ink/ink22.xml"/><Relationship Id="rId50" Type="http://schemas.openxmlformats.org/officeDocument/2006/relationships/customXml" Target="../ink/ink30.xml"/><Relationship Id="rId55" Type="http://schemas.openxmlformats.org/officeDocument/2006/relationships/image" Target="../media/image34.png"/><Relationship Id="rId7" Type="http://schemas.openxmlformats.org/officeDocument/2006/relationships/customXml" Target="../ink/ink8.xml"/><Relationship Id="rId71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customXml" Target="../ink/ink50.xml"/><Relationship Id="rId26" Type="http://schemas.openxmlformats.org/officeDocument/2006/relationships/customXml" Target="../ink/ink54.xml"/><Relationship Id="rId39" Type="http://schemas.openxmlformats.org/officeDocument/2006/relationships/image" Target="../media/image63.png"/><Relationship Id="rId21" Type="http://schemas.openxmlformats.org/officeDocument/2006/relationships/image" Target="../media/image54.png"/><Relationship Id="rId34" Type="http://schemas.openxmlformats.org/officeDocument/2006/relationships/customXml" Target="../ink/ink58.xml"/><Relationship Id="rId42" Type="http://schemas.openxmlformats.org/officeDocument/2006/relationships/customXml" Target="../ink/ink62.xml"/><Relationship Id="rId47" Type="http://schemas.openxmlformats.org/officeDocument/2006/relationships/image" Target="../media/image67.png"/><Relationship Id="rId50" Type="http://schemas.openxmlformats.org/officeDocument/2006/relationships/customXml" Target="../ink/ink66.xml"/><Relationship Id="rId55" Type="http://schemas.openxmlformats.org/officeDocument/2006/relationships/image" Target="../media/image7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49.xml"/><Relationship Id="rId29" Type="http://schemas.openxmlformats.org/officeDocument/2006/relationships/image" Target="../media/image58.png"/><Relationship Id="rId11" Type="http://schemas.openxmlformats.org/officeDocument/2006/relationships/image" Target="../media/image49.png"/><Relationship Id="rId24" Type="http://schemas.openxmlformats.org/officeDocument/2006/relationships/customXml" Target="../ink/ink53.xml"/><Relationship Id="rId32" Type="http://schemas.openxmlformats.org/officeDocument/2006/relationships/customXml" Target="../ink/ink57.xml"/><Relationship Id="rId37" Type="http://schemas.openxmlformats.org/officeDocument/2006/relationships/image" Target="../media/image62.png"/><Relationship Id="rId40" Type="http://schemas.openxmlformats.org/officeDocument/2006/relationships/customXml" Target="../ink/ink61.xml"/><Relationship Id="rId45" Type="http://schemas.openxmlformats.org/officeDocument/2006/relationships/image" Target="../media/image66.png"/><Relationship Id="rId53" Type="http://schemas.openxmlformats.org/officeDocument/2006/relationships/image" Target="../media/image70.png"/><Relationship Id="rId5" Type="http://schemas.openxmlformats.org/officeDocument/2006/relationships/image" Target="../media/image46.png"/><Relationship Id="rId19" Type="http://schemas.openxmlformats.org/officeDocument/2006/relationships/image" Target="../media/image53.png"/><Relationship Id="rId4" Type="http://schemas.openxmlformats.org/officeDocument/2006/relationships/customXml" Target="../ink/ink43.xml"/><Relationship Id="rId9" Type="http://schemas.openxmlformats.org/officeDocument/2006/relationships/image" Target="../media/image48.png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57.png"/><Relationship Id="rId30" Type="http://schemas.openxmlformats.org/officeDocument/2006/relationships/customXml" Target="../ink/ink56.xml"/><Relationship Id="rId35" Type="http://schemas.openxmlformats.org/officeDocument/2006/relationships/image" Target="../media/image61.png"/><Relationship Id="rId43" Type="http://schemas.openxmlformats.org/officeDocument/2006/relationships/image" Target="../media/image65.png"/><Relationship Id="rId48" Type="http://schemas.openxmlformats.org/officeDocument/2006/relationships/customXml" Target="../ink/ink65.xml"/><Relationship Id="rId56" Type="http://schemas.openxmlformats.org/officeDocument/2006/relationships/customXml" Target="../ink/ink69.xml"/><Relationship Id="rId8" Type="http://schemas.openxmlformats.org/officeDocument/2006/relationships/customXml" Target="../ink/ink45.xml"/><Relationship Id="rId51" Type="http://schemas.openxmlformats.org/officeDocument/2006/relationships/image" Target="../media/image69.png"/><Relationship Id="rId3" Type="http://schemas.openxmlformats.org/officeDocument/2006/relationships/image" Target="../media/image45.png"/><Relationship Id="rId12" Type="http://schemas.openxmlformats.org/officeDocument/2006/relationships/customXml" Target="../ink/ink47.xml"/><Relationship Id="rId17" Type="http://schemas.openxmlformats.org/officeDocument/2006/relationships/image" Target="../media/image52.png"/><Relationship Id="rId25" Type="http://schemas.openxmlformats.org/officeDocument/2006/relationships/image" Target="../media/image56.png"/><Relationship Id="rId33" Type="http://schemas.openxmlformats.org/officeDocument/2006/relationships/image" Target="../media/image60.png"/><Relationship Id="rId38" Type="http://schemas.openxmlformats.org/officeDocument/2006/relationships/customXml" Target="../ink/ink60.xml"/><Relationship Id="rId46" Type="http://schemas.openxmlformats.org/officeDocument/2006/relationships/customXml" Target="../ink/ink64.xml"/><Relationship Id="rId20" Type="http://schemas.openxmlformats.org/officeDocument/2006/relationships/customXml" Target="../ink/ink51.xml"/><Relationship Id="rId41" Type="http://schemas.openxmlformats.org/officeDocument/2006/relationships/image" Target="../media/image64.png"/><Relationship Id="rId54" Type="http://schemas.openxmlformats.org/officeDocument/2006/relationships/customXml" Target="../ink/ink68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44.xml"/><Relationship Id="rId15" Type="http://schemas.openxmlformats.org/officeDocument/2006/relationships/image" Target="../media/image51.png"/><Relationship Id="rId23" Type="http://schemas.openxmlformats.org/officeDocument/2006/relationships/image" Target="../media/image55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68.png"/><Relationship Id="rId57" Type="http://schemas.openxmlformats.org/officeDocument/2006/relationships/image" Target="../media/image72.png"/><Relationship Id="rId10" Type="http://schemas.openxmlformats.org/officeDocument/2006/relationships/customXml" Target="../ink/ink46.xml"/><Relationship Id="rId31" Type="http://schemas.openxmlformats.org/officeDocument/2006/relationships/image" Target="../media/image59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5.png"/><Relationship Id="rId4" Type="http://schemas.openxmlformats.org/officeDocument/2006/relationships/customXml" Target="../ink/ink70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2.xml"/><Relationship Id="rId21" Type="http://schemas.openxmlformats.org/officeDocument/2006/relationships/image" Target="../media/image83.png"/><Relationship Id="rId42" Type="http://schemas.openxmlformats.org/officeDocument/2006/relationships/customXml" Target="../ink/ink90.xml"/><Relationship Id="rId47" Type="http://schemas.openxmlformats.org/officeDocument/2006/relationships/image" Target="../media/image96.png"/><Relationship Id="rId63" Type="http://schemas.openxmlformats.org/officeDocument/2006/relationships/image" Target="../media/image104.png"/><Relationship Id="rId68" Type="http://schemas.openxmlformats.org/officeDocument/2006/relationships/customXml" Target="../ink/ink103.xml"/><Relationship Id="rId84" Type="http://schemas.openxmlformats.org/officeDocument/2006/relationships/customXml" Target="../ink/ink111.xml"/><Relationship Id="rId89" Type="http://schemas.openxmlformats.org/officeDocument/2006/relationships/image" Target="../media/image117.png"/><Relationship Id="rId16" Type="http://schemas.openxmlformats.org/officeDocument/2006/relationships/customXml" Target="../ink/ink77.xml"/><Relationship Id="rId107" Type="http://schemas.openxmlformats.org/officeDocument/2006/relationships/image" Target="../media/image126.png"/><Relationship Id="rId11" Type="http://schemas.openxmlformats.org/officeDocument/2006/relationships/image" Target="../media/image78.png"/><Relationship Id="rId32" Type="http://schemas.openxmlformats.org/officeDocument/2006/relationships/customXml" Target="../ink/ink85.xml"/><Relationship Id="rId37" Type="http://schemas.openxmlformats.org/officeDocument/2006/relationships/image" Target="../media/image91.png"/><Relationship Id="rId53" Type="http://schemas.openxmlformats.org/officeDocument/2006/relationships/image" Target="../media/image99.png"/><Relationship Id="rId58" Type="http://schemas.openxmlformats.org/officeDocument/2006/relationships/customXml" Target="../ink/ink98.xml"/><Relationship Id="rId74" Type="http://schemas.openxmlformats.org/officeDocument/2006/relationships/customXml" Target="../ink/ink106.xml"/><Relationship Id="rId79" Type="http://schemas.openxmlformats.org/officeDocument/2006/relationships/image" Target="../media/image112.png"/><Relationship Id="rId102" Type="http://schemas.openxmlformats.org/officeDocument/2006/relationships/customXml" Target="../ink/ink120.xml"/><Relationship Id="rId5" Type="http://schemas.openxmlformats.org/officeDocument/2006/relationships/customXml" Target="../ink/ink71.xml"/><Relationship Id="rId90" Type="http://schemas.openxmlformats.org/officeDocument/2006/relationships/customXml" Target="../ink/ink114.xml"/><Relationship Id="rId95" Type="http://schemas.openxmlformats.org/officeDocument/2006/relationships/image" Target="../media/image120.png"/><Relationship Id="rId22" Type="http://schemas.openxmlformats.org/officeDocument/2006/relationships/customXml" Target="../ink/ink80.xml"/><Relationship Id="rId27" Type="http://schemas.openxmlformats.org/officeDocument/2006/relationships/image" Target="../media/image86.png"/><Relationship Id="rId43" Type="http://schemas.openxmlformats.org/officeDocument/2006/relationships/image" Target="../media/image94.png"/><Relationship Id="rId48" Type="http://schemas.openxmlformats.org/officeDocument/2006/relationships/customXml" Target="../ink/ink93.xml"/><Relationship Id="rId64" Type="http://schemas.openxmlformats.org/officeDocument/2006/relationships/customXml" Target="../ink/ink101.xml"/><Relationship Id="rId69" Type="http://schemas.openxmlformats.org/officeDocument/2006/relationships/image" Target="../media/image107.png"/><Relationship Id="rId80" Type="http://schemas.openxmlformats.org/officeDocument/2006/relationships/customXml" Target="../ink/ink109.xml"/><Relationship Id="rId85" Type="http://schemas.openxmlformats.org/officeDocument/2006/relationships/image" Target="../media/image115.png"/><Relationship Id="rId12" Type="http://schemas.openxmlformats.org/officeDocument/2006/relationships/customXml" Target="../ink/ink75.xml"/><Relationship Id="rId17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customXml" Target="../ink/ink88.xml"/><Relationship Id="rId59" Type="http://schemas.openxmlformats.org/officeDocument/2006/relationships/image" Target="../media/image102.png"/><Relationship Id="rId103" Type="http://schemas.openxmlformats.org/officeDocument/2006/relationships/image" Target="../media/image124.png"/><Relationship Id="rId20" Type="http://schemas.openxmlformats.org/officeDocument/2006/relationships/customXml" Target="../ink/ink79.xml"/><Relationship Id="rId41" Type="http://schemas.openxmlformats.org/officeDocument/2006/relationships/image" Target="../media/image93.png"/><Relationship Id="rId54" Type="http://schemas.openxmlformats.org/officeDocument/2006/relationships/customXml" Target="../ink/ink96.xml"/><Relationship Id="rId62" Type="http://schemas.openxmlformats.org/officeDocument/2006/relationships/customXml" Target="../ink/ink100.xml"/><Relationship Id="rId70" Type="http://schemas.openxmlformats.org/officeDocument/2006/relationships/customXml" Target="../ink/ink104.xml"/><Relationship Id="rId75" Type="http://schemas.openxmlformats.org/officeDocument/2006/relationships/image" Target="../media/image110.png"/><Relationship Id="rId83" Type="http://schemas.openxmlformats.org/officeDocument/2006/relationships/image" Target="../media/image114.png"/><Relationship Id="rId88" Type="http://schemas.openxmlformats.org/officeDocument/2006/relationships/customXml" Target="../ink/ink113.xml"/><Relationship Id="rId91" Type="http://schemas.openxmlformats.org/officeDocument/2006/relationships/image" Target="../media/image118.png"/><Relationship Id="rId96" Type="http://schemas.openxmlformats.org/officeDocument/2006/relationships/customXml" Target="../ink/ink1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5.png"/><Relationship Id="rId15" Type="http://schemas.openxmlformats.org/officeDocument/2006/relationships/image" Target="../media/image80.png"/><Relationship Id="rId23" Type="http://schemas.openxmlformats.org/officeDocument/2006/relationships/image" Target="../media/image84.png"/><Relationship Id="rId28" Type="http://schemas.openxmlformats.org/officeDocument/2006/relationships/customXml" Target="../ink/ink83.xml"/><Relationship Id="rId36" Type="http://schemas.openxmlformats.org/officeDocument/2006/relationships/customXml" Target="../ink/ink87.xml"/><Relationship Id="rId49" Type="http://schemas.openxmlformats.org/officeDocument/2006/relationships/image" Target="../media/image97.png"/><Relationship Id="rId57" Type="http://schemas.openxmlformats.org/officeDocument/2006/relationships/image" Target="../media/image101.png"/><Relationship Id="rId106" Type="http://schemas.openxmlformats.org/officeDocument/2006/relationships/customXml" Target="../ink/ink122.xml"/><Relationship Id="rId10" Type="http://schemas.openxmlformats.org/officeDocument/2006/relationships/customXml" Target="../ink/ink74.xml"/><Relationship Id="rId31" Type="http://schemas.openxmlformats.org/officeDocument/2006/relationships/image" Target="../media/image88.png"/><Relationship Id="rId44" Type="http://schemas.openxmlformats.org/officeDocument/2006/relationships/customXml" Target="../ink/ink91.xml"/><Relationship Id="rId52" Type="http://schemas.openxmlformats.org/officeDocument/2006/relationships/customXml" Target="../ink/ink95.xml"/><Relationship Id="rId60" Type="http://schemas.openxmlformats.org/officeDocument/2006/relationships/customXml" Target="../ink/ink99.xml"/><Relationship Id="rId65" Type="http://schemas.openxmlformats.org/officeDocument/2006/relationships/image" Target="../media/image105.png"/><Relationship Id="rId73" Type="http://schemas.openxmlformats.org/officeDocument/2006/relationships/image" Target="../media/image109.png"/><Relationship Id="rId78" Type="http://schemas.openxmlformats.org/officeDocument/2006/relationships/customXml" Target="../ink/ink108.xml"/><Relationship Id="rId81" Type="http://schemas.openxmlformats.org/officeDocument/2006/relationships/image" Target="../media/image113.png"/><Relationship Id="rId86" Type="http://schemas.openxmlformats.org/officeDocument/2006/relationships/customXml" Target="../ink/ink112.xml"/><Relationship Id="rId94" Type="http://schemas.openxmlformats.org/officeDocument/2006/relationships/customXml" Target="../ink/ink116.xml"/><Relationship Id="rId99" Type="http://schemas.openxmlformats.org/officeDocument/2006/relationships/image" Target="../media/image122.png"/><Relationship Id="rId101" Type="http://schemas.openxmlformats.org/officeDocument/2006/relationships/image" Target="../media/image123.png"/><Relationship Id="rId4" Type="http://schemas.openxmlformats.org/officeDocument/2006/relationships/image" Target="../media/image76.png"/><Relationship Id="rId9" Type="http://schemas.openxmlformats.org/officeDocument/2006/relationships/image" Target="../media/image77.png"/><Relationship Id="rId13" Type="http://schemas.openxmlformats.org/officeDocument/2006/relationships/image" Target="../media/image79.png"/><Relationship Id="rId18" Type="http://schemas.openxmlformats.org/officeDocument/2006/relationships/customXml" Target="../ink/ink78.xml"/><Relationship Id="rId39" Type="http://schemas.openxmlformats.org/officeDocument/2006/relationships/image" Target="../media/image92.png"/><Relationship Id="rId34" Type="http://schemas.openxmlformats.org/officeDocument/2006/relationships/customXml" Target="../ink/ink86.xml"/><Relationship Id="rId50" Type="http://schemas.openxmlformats.org/officeDocument/2006/relationships/customXml" Target="../ink/ink94.xml"/><Relationship Id="rId55" Type="http://schemas.openxmlformats.org/officeDocument/2006/relationships/image" Target="../media/image100.png"/><Relationship Id="rId76" Type="http://schemas.openxmlformats.org/officeDocument/2006/relationships/customXml" Target="../ink/ink107.xml"/><Relationship Id="rId97" Type="http://schemas.openxmlformats.org/officeDocument/2006/relationships/image" Target="../media/image121.png"/><Relationship Id="rId104" Type="http://schemas.openxmlformats.org/officeDocument/2006/relationships/customXml" Target="../ink/ink121.xml"/><Relationship Id="rId7" Type="http://schemas.openxmlformats.org/officeDocument/2006/relationships/customXml" Target="../ink/ink72.xml"/><Relationship Id="rId71" Type="http://schemas.openxmlformats.org/officeDocument/2006/relationships/image" Target="../media/image108.png"/><Relationship Id="rId92" Type="http://schemas.openxmlformats.org/officeDocument/2006/relationships/customXml" Target="../ink/ink115.xml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87.png"/><Relationship Id="rId24" Type="http://schemas.openxmlformats.org/officeDocument/2006/relationships/customXml" Target="../ink/ink81.xml"/><Relationship Id="rId40" Type="http://schemas.openxmlformats.org/officeDocument/2006/relationships/customXml" Target="../ink/ink89.xml"/><Relationship Id="rId45" Type="http://schemas.openxmlformats.org/officeDocument/2006/relationships/image" Target="../media/image95.png"/><Relationship Id="rId66" Type="http://schemas.openxmlformats.org/officeDocument/2006/relationships/customXml" Target="../ink/ink102.xml"/><Relationship Id="rId87" Type="http://schemas.openxmlformats.org/officeDocument/2006/relationships/image" Target="../media/image116.png"/><Relationship Id="rId61" Type="http://schemas.openxmlformats.org/officeDocument/2006/relationships/image" Target="../media/image103.png"/><Relationship Id="rId82" Type="http://schemas.openxmlformats.org/officeDocument/2006/relationships/customXml" Target="../ink/ink110.xml"/><Relationship Id="rId19" Type="http://schemas.openxmlformats.org/officeDocument/2006/relationships/image" Target="../media/image82.png"/><Relationship Id="rId14" Type="http://schemas.openxmlformats.org/officeDocument/2006/relationships/customXml" Target="../ink/ink76.xml"/><Relationship Id="rId30" Type="http://schemas.openxmlformats.org/officeDocument/2006/relationships/customXml" Target="../ink/ink84.xml"/><Relationship Id="rId35" Type="http://schemas.openxmlformats.org/officeDocument/2006/relationships/image" Target="../media/image90.png"/><Relationship Id="rId56" Type="http://schemas.openxmlformats.org/officeDocument/2006/relationships/customXml" Target="../ink/ink97.xml"/><Relationship Id="rId77" Type="http://schemas.openxmlformats.org/officeDocument/2006/relationships/image" Target="../media/image111.png"/><Relationship Id="rId100" Type="http://schemas.openxmlformats.org/officeDocument/2006/relationships/customXml" Target="../ink/ink119.xml"/><Relationship Id="rId105" Type="http://schemas.openxmlformats.org/officeDocument/2006/relationships/image" Target="../media/image125.png"/><Relationship Id="rId8" Type="http://schemas.openxmlformats.org/officeDocument/2006/relationships/customXml" Target="../ink/ink73.xml"/><Relationship Id="rId51" Type="http://schemas.openxmlformats.org/officeDocument/2006/relationships/image" Target="../media/image98.png"/><Relationship Id="rId72" Type="http://schemas.openxmlformats.org/officeDocument/2006/relationships/customXml" Target="../ink/ink105.xml"/><Relationship Id="rId93" Type="http://schemas.openxmlformats.org/officeDocument/2006/relationships/image" Target="../media/image119.png"/><Relationship Id="rId98" Type="http://schemas.openxmlformats.org/officeDocument/2006/relationships/customXml" Target="../ink/ink118.xml"/><Relationship Id="rId3" Type="http://schemas.openxmlformats.org/officeDocument/2006/relationships/image" Target="../media/image75.png"/><Relationship Id="rId25" Type="http://schemas.openxmlformats.org/officeDocument/2006/relationships/image" Target="../media/image85.png"/><Relationship Id="rId46" Type="http://schemas.openxmlformats.org/officeDocument/2006/relationships/customXml" Target="../ink/ink92.xml"/><Relationship Id="rId67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4.xml"/><Relationship Id="rId21" Type="http://schemas.openxmlformats.org/officeDocument/2006/relationships/image" Target="../media/image136.png"/><Relationship Id="rId42" Type="http://schemas.openxmlformats.org/officeDocument/2006/relationships/customXml" Target="../ink/ink142.xml"/><Relationship Id="rId47" Type="http://schemas.openxmlformats.org/officeDocument/2006/relationships/image" Target="../media/image149.png"/><Relationship Id="rId63" Type="http://schemas.openxmlformats.org/officeDocument/2006/relationships/image" Target="../media/image157.png"/><Relationship Id="rId68" Type="http://schemas.openxmlformats.org/officeDocument/2006/relationships/customXml" Target="../ink/ink155.xml"/><Relationship Id="rId84" Type="http://schemas.openxmlformats.org/officeDocument/2006/relationships/customXml" Target="../ink/ink163.xml"/><Relationship Id="rId89" Type="http://schemas.openxmlformats.org/officeDocument/2006/relationships/image" Target="../media/image170.png"/><Relationship Id="rId16" Type="http://schemas.openxmlformats.org/officeDocument/2006/relationships/customXml" Target="../ink/ink129.xml"/><Relationship Id="rId11" Type="http://schemas.openxmlformats.org/officeDocument/2006/relationships/image" Target="../media/image131.png"/><Relationship Id="rId32" Type="http://schemas.openxmlformats.org/officeDocument/2006/relationships/customXml" Target="../ink/ink137.xml"/><Relationship Id="rId37" Type="http://schemas.openxmlformats.org/officeDocument/2006/relationships/image" Target="../media/image144.png"/><Relationship Id="rId53" Type="http://schemas.openxmlformats.org/officeDocument/2006/relationships/image" Target="../media/image152.png"/><Relationship Id="rId58" Type="http://schemas.openxmlformats.org/officeDocument/2006/relationships/customXml" Target="../ink/ink150.xml"/><Relationship Id="rId74" Type="http://schemas.openxmlformats.org/officeDocument/2006/relationships/customXml" Target="../ink/ink158.xml"/><Relationship Id="rId79" Type="http://schemas.openxmlformats.org/officeDocument/2006/relationships/image" Target="../media/image165.png"/><Relationship Id="rId5" Type="http://schemas.openxmlformats.org/officeDocument/2006/relationships/image" Target="../media/image128.png"/><Relationship Id="rId90" Type="http://schemas.openxmlformats.org/officeDocument/2006/relationships/customXml" Target="../ink/ink166.xml"/><Relationship Id="rId95" Type="http://schemas.openxmlformats.org/officeDocument/2006/relationships/image" Target="../media/image65.png"/><Relationship Id="rId22" Type="http://schemas.openxmlformats.org/officeDocument/2006/relationships/customXml" Target="../ink/ink132.xml"/><Relationship Id="rId27" Type="http://schemas.openxmlformats.org/officeDocument/2006/relationships/image" Target="../media/image139.png"/><Relationship Id="rId43" Type="http://schemas.openxmlformats.org/officeDocument/2006/relationships/image" Target="../media/image147.png"/><Relationship Id="rId48" Type="http://schemas.openxmlformats.org/officeDocument/2006/relationships/customXml" Target="../ink/ink145.xml"/><Relationship Id="rId64" Type="http://schemas.openxmlformats.org/officeDocument/2006/relationships/customXml" Target="../ink/ink153.xml"/><Relationship Id="rId69" Type="http://schemas.openxmlformats.org/officeDocument/2006/relationships/image" Target="../media/image160.png"/><Relationship Id="rId8" Type="http://schemas.openxmlformats.org/officeDocument/2006/relationships/customXml" Target="../ink/ink125.xml"/><Relationship Id="rId51" Type="http://schemas.openxmlformats.org/officeDocument/2006/relationships/image" Target="../media/image151.png"/><Relationship Id="rId72" Type="http://schemas.openxmlformats.org/officeDocument/2006/relationships/customXml" Target="../ink/ink157.xml"/><Relationship Id="rId80" Type="http://schemas.openxmlformats.org/officeDocument/2006/relationships/customXml" Target="../ink/ink161.xml"/><Relationship Id="rId85" Type="http://schemas.openxmlformats.org/officeDocument/2006/relationships/image" Target="../media/image168.png"/><Relationship Id="rId93" Type="http://schemas.openxmlformats.org/officeDocument/2006/relationships/image" Target="../media/image172.png"/><Relationship Id="rId3" Type="http://schemas.openxmlformats.org/officeDocument/2006/relationships/image" Target="../media/image127.png"/><Relationship Id="rId12" Type="http://schemas.openxmlformats.org/officeDocument/2006/relationships/customXml" Target="../ink/ink127.xml"/><Relationship Id="rId17" Type="http://schemas.openxmlformats.org/officeDocument/2006/relationships/image" Target="../media/image134.png"/><Relationship Id="rId25" Type="http://schemas.openxmlformats.org/officeDocument/2006/relationships/image" Target="../media/image138.png"/><Relationship Id="rId33" Type="http://schemas.openxmlformats.org/officeDocument/2006/relationships/image" Target="../media/image142.png"/><Relationship Id="rId38" Type="http://schemas.openxmlformats.org/officeDocument/2006/relationships/customXml" Target="../ink/ink140.xml"/><Relationship Id="rId46" Type="http://schemas.openxmlformats.org/officeDocument/2006/relationships/customXml" Target="../ink/ink144.xml"/><Relationship Id="rId59" Type="http://schemas.openxmlformats.org/officeDocument/2006/relationships/image" Target="../media/image155.png"/><Relationship Id="rId67" Type="http://schemas.openxmlformats.org/officeDocument/2006/relationships/image" Target="../media/image159.png"/><Relationship Id="rId20" Type="http://schemas.openxmlformats.org/officeDocument/2006/relationships/customXml" Target="../ink/ink131.xml"/><Relationship Id="rId41" Type="http://schemas.openxmlformats.org/officeDocument/2006/relationships/image" Target="../media/image146.png"/><Relationship Id="rId54" Type="http://schemas.openxmlformats.org/officeDocument/2006/relationships/customXml" Target="../ink/ink148.xml"/><Relationship Id="rId62" Type="http://schemas.openxmlformats.org/officeDocument/2006/relationships/customXml" Target="../ink/ink152.xml"/><Relationship Id="rId70" Type="http://schemas.openxmlformats.org/officeDocument/2006/relationships/customXml" Target="../ink/ink156.xml"/><Relationship Id="rId75" Type="http://schemas.openxmlformats.org/officeDocument/2006/relationships/image" Target="../media/image163.png"/><Relationship Id="rId83" Type="http://schemas.openxmlformats.org/officeDocument/2006/relationships/image" Target="../media/image167.png"/><Relationship Id="rId88" Type="http://schemas.openxmlformats.org/officeDocument/2006/relationships/customXml" Target="../ink/ink165.xml"/><Relationship Id="rId91" Type="http://schemas.openxmlformats.org/officeDocument/2006/relationships/image" Target="../media/image171.png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24.xml"/><Relationship Id="rId15" Type="http://schemas.openxmlformats.org/officeDocument/2006/relationships/image" Target="../media/image133.png"/><Relationship Id="rId23" Type="http://schemas.openxmlformats.org/officeDocument/2006/relationships/image" Target="../media/image137.png"/><Relationship Id="rId28" Type="http://schemas.openxmlformats.org/officeDocument/2006/relationships/customXml" Target="../ink/ink135.xml"/><Relationship Id="rId36" Type="http://schemas.openxmlformats.org/officeDocument/2006/relationships/customXml" Target="../ink/ink139.xml"/><Relationship Id="rId49" Type="http://schemas.openxmlformats.org/officeDocument/2006/relationships/image" Target="../media/image150.png"/><Relationship Id="rId57" Type="http://schemas.openxmlformats.org/officeDocument/2006/relationships/image" Target="../media/image154.png"/><Relationship Id="rId10" Type="http://schemas.openxmlformats.org/officeDocument/2006/relationships/customXml" Target="../ink/ink126.xml"/><Relationship Id="rId31" Type="http://schemas.openxmlformats.org/officeDocument/2006/relationships/image" Target="../media/image141.png"/><Relationship Id="rId44" Type="http://schemas.openxmlformats.org/officeDocument/2006/relationships/customXml" Target="../ink/ink143.xml"/><Relationship Id="rId52" Type="http://schemas.openxmlformats.org/officeDocument/2006/relationships/customXml" Target="../ink/ink147.xml"/><Relationship Id="rId60" Type="http://schemas.openxmlformats.org/officeDocument/2006/relationships/customXml" Target="../ink/ink151.xml"/><Relationship Id="rId65" Type="http://schemas.openxmlformats.org/officeDocument/2006/relationships/image" Target="../media/image158.png"/><Relationship Id="rId73" Type="http://schemas.openxmlformats.org/officeDocument/2006/relationships/image" Target="../media/image162.png"/><Relationship Id="rId78" Type="http://schemas.openxmlformats.org/officeDocument/2006/relationships/customXml" Target="../ink/ink160.xml"/><Relationship Id="rId81" Type="http://schemas.openxmlformats.org/officeDocument/2006/relationships/image" Target="../media/image166.png"/><Relationship Id="rId86" Type="http://schemas.openxmlformats.org/officeDocument/2006/relationships/customXml" Target="../ink/ink164.xml"/><Relationship Id="rId94" Type="http://schemas.openxmlformats.org/officeDocument/2006/relationships/customXml" Target="../ink/ink168.xml"/><Relationship Id="rId4" Type="http://schemas.openxmlformats.org/officeDocument/2006/relationships/customXml" Target="../ink/ink123.xml"/><Relationship Id="rId9" Type="http://schemas.openxmlformats.org/officeDocument/2006/relationships/image" Target="../media/image130.png"/><Relationship Id="rId13" Type="http://schemas.openxmlformats.org/officeDocument/2006/relationships/image" Target="../media/image132.png"/><Relationship Id="rId18" Type="http://schemas.openxmlformats.org/officeDocument/2006/relationships/customXml" Target="../ink/ink130.xml"/><Relationship Id="rId39" Type="http://schemas.openxmlformats.org/officeDocument/2006/relationships/image" Target="../media/image145.png"/><Relationship Id="rId34" Type="http://schemas.openxmlformats.org/officeDocument/2006/relationships/customXml" Target="../ink/ink138.xml"/><Relationship Id="rId50" Type="http://schemas.openxmlformats.org/officeDocument/2006/relationships/customXml" Target="../ink/ink146.xml"/><Relationship Id="rId55" Type="http://schemas.openxmlformats.org/officeDocument/2006/relationships/image" Target="../media/image153.png"/><Relationship Id="rId76" Type="http://schemas.openxmlformats.org/officeDocument/2006/relationships/customXml" Target="../ink/ink159.xml"/><Relationship Id="rId7" Type="http://schemas.openxmlformats.org/officeDocument/2006/relationships/image" Target="../media/image129.png"/><Relationship Id="rId71" Type="http://schemas.openxmlformats.org/officeDocument/2006/relationships/image" Target="../media/image161.png"/><Relationship Id="rId92" Type="http://schemas.openxmlformats.org/officeDocument/2006/relationships/customXml" Target="../ink/ink167.xml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140.png"/><Relationship Id="rId24" Type="http://schemas.openxmlformats.org/officeDocument/2006/relationships/customXml" Target="../ink/ink133.xml"/><Relationship Id="rId40" Type="http://schemas.openxmlformats.org/officeDocument/2006/relationships/customXml" Target="../ink/ink141.xml"/><Relationship Id="rId45" Type="http://schemas.openxmlformats.org/officeDocument/2006/relationships/image" Target="../media/image148.png"/><Relationship Id="rId66" Type="http://schemas.openxmlformats.org/officeDocument/2006/relationships/customXml" Target="../ink/ink154.xml"/><Relationship Id="rId87" Type="http://schemas.openxmlformats.org/officeDocument/2006/relationships/image" Target="../media/image169.png"/><Relationship Id="rId61" Type="http://schemas.openxmlformats.org/officeDocument/2006/relationships/image" Target="../media/image156.png"/><Relationship Id="rId82" Type="http://schemas.openxmlformats.org/officeDocument/2006/relationships/customXml" Target="../ink/ink162.xml"/><Relationship Id="rId19" Type="http://schemas.openxmlformats.org/officeDocument/2006/relationships/image" Target="../media/image135.png"/><Relationship Id="rId14" Type="http://schemas.openxmlformats.org/officeDocument/2006/relationships/customXml" Target="../ink/ink128.xml"/><Relationship Id="rId30" Type="http://schemas.openxmlformats.org/officeDocument/2006/relationships/customXml" Target="../ink/ink136.xml"/><Relationship Id="rId35" Type="http://schemas.openxmlformats.org/officeDocument/2006/relationships/image" Target="../media/image143.png"/><Relationship Id="rId56" Type="http://schemas.openxmlformats.org/officeDocument/2006/relationships/customXml" Target="../ink/ink149.xml"/><Relationship Id="rId77" Type="http://schemas.openxmlformats.org/officeDocument/2006/relationships/image" Target="../media/image164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0.xml"/><Relationship Id="rId21" Type="http://schemas.openxmlformats.org/officeDocument/2006/relationships/image" Target="../media/image182.png"/><Relationship Id="rId42" Type="http://schemas.openxmlformats.org/officeDocument/2006/relationships/customXml" Target="../ink/ink188.xml"/><Relationship Id="rId47" Type="http://schemas.openxmlformats.org/officeDocument/2006/relationships/image" Target="../media/image194.png"/><Relationship Id="rId63" Type="http://schemas.openxmlformats.org/officeDocument/2006/relationships/image" Target="../media/image202.png"/><Relationship Id="rId68" Type="http://schemas.openxmlformats.org/officeDocument/2006/relationships/customXml" Target="../ink/ink201.xml"/><Relationship Id="rId84" Type="http://schemas.openxmlformats.org/officeDocument/2006/relationships/customXml" Target="../ink/ink209.xml"/><Relationship Id="rId89" Type="http://schemas.openxmlformats.org/officeDocument/2006/relationships/image" Target="../media/image215.png"/><Relationship Id="rId16" Type="http://schemas.openxmlformats.org/officeDocument/2006/relationships/customXml" Target="../ink/ink175.xml"/><Relationship Id="rId11" Type="http://schemas.openxmlformats.org/officeDocument/2006/relationships/image" Target="../media/image177.png"/><Relationship Id="rId32" Type="http://schemas.openxmlformats.org/officeDocument/2006/relationships/customXml" Target="../ink/ink183.xml"/><Relationship Id="rId37" Type="http://schemas.openxmlformats.org/officeDocument/2006/relationships/image" Target="../media/image189.png"/><Relationship Id="rId53" Type="http://schemas.openxmlformats.org/officeDocument/2006/relationships/image" Target="../media/image197.png"/><Relationship Id="rId58" Type="http://schemas.openxmlformats.org/officeDocument/2006/relationships/customXml" Target="../ink/ink196.xml"/><Relationship Id="rId74" Type="http://schemas.openxmlformats.org/officeDocument/2006/relationships/customXml" Target="../ink/ink204.xml"/><Relationship Id="rId79" Type="http://schemas.openxmlformats.org/officeDocument/2006/relationships/image" Target="../media/image210.png"/><Relationship Id="rId5" Type="http://schemas.openxmlformats.org/officeDocument/2006/relationships/image" Target="../media/image174.png"/><Relationship Id="rId90" Type="http://schemas.openxmlformats.org/officeDocument/2006/relationships/customXml" Target="../ink/ink212.xml"/><Relationship Id="rId95" Type="http://schemas.openxmlformats.org/officeDocument/2006/relationships/image" Target="../media/image218.png"/><Relationship Id="rId22" Type="http://schemas.openxmlformats.org/officeDocument/2006/relationships/customXml" Target="../ink/ink178.xml"/><Relationship Id="rId27" Type="http://schemas.openxmlformats.org/officeDocument/2006/relationships/image" Target="../media/image65.png"/><Relationship Id="rId43" Type="http://schemas.openxmlformats.org/officeDocument/2006/relationships/image" Target="../media/image192.png"/><Relationship Id="rId48" Type="http://schemas.openxmlformats.org/officeDocument/2006/relationships/customXml" Target="../ink/ink191.xml"/><Relationship Id="rId64" Type="http://schemas.openxmlformats.org/officeDocument/2006/relationships/customXml" Target="../ink/ink199.xml"/><Relationship Id="rId69" Type="http://schemas.openxmlformats.org/officeDocument/2006/relationships/image" Target="../media/image205.png"/><Relationship Id="rId8" Type="http://schemas.openxmlformats.org/officeDocument/2006/relationships/customXml" Target="../ink/ink171.xml"/><Relationship Id="rId51" Type="http://schemas.openxmlformats.org/officeDocument/2006/relationships/image" Target="../media/image196.png"/><Relationship Id="rId72" Type="http://schemas.openxmlformats.org/officeDocument/2006/relationships/customXml" Target="../ink/ink203.xml"/><Relationship Id="rId80" Type="http://schemas.openxmlformats.org/officeDocument/2006/relationships/customXml" Target="../ink/ink207.xml"/><Relationship Id="rId85" Type="http://schemas.openxmlformats.org/officeDocument/2006/relationships/image" Target="../media/image213.png"/><Relationship Id="rId93" Type="http://schemas.openxmlformats.org/officeDocument/2006/relationships/image" Target="../media/image217.png"/><Relationship Id="rId3" Type="http://schemas.openxmlformats.org/officeDocument/2006/relationships/image" Target="../media/image173.png"/><Relationship Id="rId12" Type="http://schemas.openxmlformats.org/officeDocument/2006/relationships/customXml" Target="../ink/ink173.xml"/><Relationship Id="rId17" Type="http://schemas.openxmlformats.org/officeDocument/2006/relationships/image" Target="../media/image180.png"/><Relationship Id="rId25" Type="http://schemas.openxmlformats.org/officeDocument/2006/relationships/image" Target="../media/image184.png"/><Relationship Id="rId33" Type="http://schemas.openxmlformats.org/officeDocument/2006/relationships/image" Target="../media/image187.png"/><Relationship Id="rId38" Type="http://schemas.openxmlformats.org/officeDocument/2006/relationships/customXml" Target="../ink/ink186.xml"/><Relationship Id="rId46" Type="http://schemas.openxmlformats.org/officeDocument/2006/relationships/customXml" Target="../ink/ink190.xml"/><Relationship Id="rId59" Type="http://schemas.openxmlformats.org/officeDocument/2006/relationships/image" Target="../media/image200.png"/><Relationship Id="rId67" Type="http://schemas.openxmlformats.org/officeDocument/2006/relationships/image" Target="../media/image204.png"/><Relationship Id="rId20" Type="http://schemas.openxmlformats.org/officeDocument/2006/relationships/customXml" Target="../ink/ink177.xml"/><Relationship Id="rId41" Type="http://schemas.openxmlformats.org/officeDocument/2006/relationships/image" Target="../media/image191.png"/><Relationship Id="rId54" Type="http://schemas.openxmlformats.org/officeDocument/2006/relationships/customXml" Target="../ink/ink194.xml"/><Relationship Id="rId62" Type="http://schemas.openxmlformats.org/officeDocument/2006/relationships/customXml" Target="../ink/ink198.xml"/><Relationship Id="rId70" Type="http://schemas.openxmlformats.org/officeDocument/2006/relationships/customXml" Target="../ink/ink202.xml"/><Relationship Id="rId75" Type="http://schemas.openxmlformats.org/officeDocument/2006/relationships/image" Target="../media/image208.png"/><Relationship Id="rId83" Type="http://schemas.openxmlformats.org/officeDocument/2006/relationships/image" Target="../media/image212.png"/><Relationship Id="rId88" Type="http://schemas.openxmlformats.org/officeDocument/2006/relationships/customXml" Target="../ink/ink211.xml"/><Relationship Id="rId91" Type="http://schemas.openxmlformats.org/officeDocument/2006/relationships/image" Target="../media/image216.png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70.xml"/><Relationship Id="rId15" Type="http://schemas.openxmlformats.org/officeDocument/2006/relationships/image" Target="../media/image179.png"/><Relationship Id="rId23" Type="http://schemas.openxmlformats.org/officeDocument/2006/relationships/image" Target="../media/image183.png"/><Relationship Id="rId28" Type="http://schemas.openxmlformats.org/officeDocument/2006/relationships/customXml" Target="../ink/ink181.xml"/><Relationship Id="rId36" Type="http://schemas.openxmlformats.org/officeDocument/2006/relationships/customXml" Target="../ink/ink185.xml"/><Relationship Id="rId49" Type="http://schemas.openxmlformats.org/officeDocument/2006/relationships/image" Target="../media/image195.png"/><Relationship Id="rId57" Type="http://schemas.openxmlformats.org/officeDocument/2006/relationships/image" Target="../media/image199.png"/><Relationship Id="rId10" Type="http://schemas.openxmlformats.org/officeDocument/2006/relationships/customXml" Target="../ink/ink172.xml"/><Relationship Id="rId31" Type="http://schemas.openxmlformats.org/officeDocument/2006/relationships/image" Target="../media/image186.png"/><Relationship Id="rId44" Type="http://schemas.openxmlformats.org/officeDocument/2006/relationships/customXml" Target="../ink/ink189.xml"/><Relationship Id="rId52" Type="http://schemas.openxmlformats.org/officeDocument/2006/relationships/customXml" Target="../ink/ink193.xml"/><Relationship Id="rId60" Type="http://schemas.openxmlformats.org/officeDocument/2006/relationships/customXml" Target="../ink/ink197.xml"/><Relationship Id="rId65" Type="http://schemas.openxmlformats.org/officeDocument/2006/relationships/image" Target="../media/image203.png"/><Relationship Id="rId73" Type="http://schemas.openxmlformats.org/officeDocument/2006/relationships/image" Target="../media/image207.png"/><Relationship Id="rId78" Type="http://schemas.openxmlformats.org/officeDocument/2006/relationships/customXml" Target="../ink/ink206.xml"/><Relationship Id="rId81" Type="http://schemas.openxmlformats.org/officeDocument/2006/relationships/image" Target="../media/image211.png"/><Relationship Id="rId86" Type="http://schemas.openxmlformats.org/officeDocument/2006/relationships/customXml" Target="../ink/ink210.xml"/><Relationship Id="rId94" Type="http://schemas.openxmlformats.org/officeDocument/2006/relationships/customXml" Target="../ink/ink214.xml"/><Relationship Id="rId4" Type="http://schemas.openxmlformats.org/officeDocument/2006/relationships/customXml" Target="../ink/ink169.xml"/><Relationship Id="rId9" Type="http://schemas.openxmlformats.org/officeDocument/2006/relationships/image" Target="../media/image176.png"/><Relationship Id="rId13" Type="http://schemas.openxmlformats.org/officeDocument/2006/relationships/image" Target="../media/image178.png"/><Relationship Id="rId18" Type="http://schemas.openxmlformats.org/officeDocument/2006/relationships/customXml" Target="../ink/ink176.xml"/><Relationship Id="rId39" Type="http://schemas.openxmlformats.org/officeDocument/2006/relationships/image" Target="../media/image190.png"/><Relationship Id="rId34" Type="http://schemas.openxmlformats.org/officeDocument/2006/relationships/customXml" Target="../ink/ink184.xml"/><Relationship Id="rId50" Type="http://schemas.openxmlformats.org/officeDocument/2006/relationships/customXml" Target="../ink/ink192.xml"/><Relationship Id="rId55" Type="http://schemas.openxmlformats.org/officeDocument/2006/relationships/image" Target="../media/image198.png"/><Relationship Id="rId76" Type="http://schemas.openxmlformats.org/officeDocument/2006/relationships/customXml" Target="../ink/ink205.xml"/><Relationship Id="rId7" Type="http://schemas.openxmlformats.org/officeDocument/2006/relationships/image" Target="../media/image175.png"/><Relationship Id="rId71" Type="http://schemas.openxmlformats.org/officeDocument/2006/relationships/image" Target="../media/image206.png"/><Relationship Id="rId92" Type="http://schemas.openxmlformats.org/officeDocument/2006/relationships/customXml" Target="../ink/ink213.xml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185.png"/><Relationship Id="rId24" Type="http://schemas.openxmlformats.org/officeDocument/2006/relationships/customXml" Target="../ink/ink179.xml"/><Relationship Id="rId40" Type="http://schemas.openxmlformats.org/officeDocument/2006/relationships/customXml" Target="../ink/ink187.xml"/><Relationship Id="rId45" Type="http://schemas.openxmlformats.org/officeDocument/2006/relationships/image" Target="../media/image193.png"/><Relationship Id="rId66" Type="http://schemas.openxmlformats.org/officeDocument/2006/relationships/customXml" Target="../ink/ink200.xml"/><Relationship Id="rId87" Type="http://schemas.openxmlformats.org/officeDocument/2006/relationships/image" Target="../media/image214.png"/><Relationship Id="rId61" Type="http://schemas.openxmlformats.org/officeDocument/2006/relationships/image" Target="../media/image201.png"/><Relationship Id="rId82" Type="http://schemas.openxmlformats.org/officeDocument/2006/relationships/customXml" Target="../ink/ink208.xml"/><Relationship Id="rId19" Type="http://schemas.openxmlformats.org/officeDocument/2006/relationships/image" Target="../media/image181.png"/><Relationship Id="rId14" Type="http://schemas.openxmlformats.org/officeDocument/2006/relationships/customXml" Target="../ink/ink174.xml"/><Relationship Id="rId30" Type="http://schemas.openxmlformats.org/officeDocument/2006/relationships/customXml" Target="../ink/ink182.xml"/><Relationship Id="rId35" Type="http://schemas.openxmlformats.org/officeDocument/2006/relationships/image" Target="../media/image188.png"/><Relationship Id="rId56" Type="http://schemas.openxmlformats.org/officeDocument/2006/relationships/customXml" Target="../ink/ink195.xml"/><Relationship Id="rId77" Type="http://schemas.openxmlformats.org/officeDocument/2006/relationships/image" Target="../media/image20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3.png"/><Relationship Id="rId4" Type="http://schemas.openxmlformats.org/officeDocument/2006/relationships/customXml" Target="../ink/ink2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5.png"/><Relationship Id="rId4" Type="http://schemas.openxmlformats.org/officeDocument/2006/relationships/customXml" Target="../ink/ink2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219081" y="424770"/>
            <a:ext cx="5658027" cy="495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</a:t>
            </a:r>
            <a:r>
              <a:rPr lang="en-US" altLang="zh-CN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r>
              <a:rPr lang="zh-CN" alt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届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Python冲刺课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课时2：语法进阶 &amp; 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常用数据结构</a:t>
            </a:r>
            <a:endParaRPr lang="en-US" sz="52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&amp; 算法入门2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73" y="1071929"/>
            <a:ext cx="10858500" cy="297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蓝桥杯</a:t>
            </a:r>
            <a:r>
              <a:rPr lang="en-US" altLang="zh-CN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r>
              <a:rPr lang="zh-CN" alt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届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Python冲刺课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课时2：语法进阶 &amp; </a:t>
            </a:r>
            <a:r>
              <a:rPr lang="en-US" sz="5200" b="1" i="0" u="none" strike="noStrike" dirty="0" err="1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常用数据结构</a:t>
            </a:r>
            <a:endParaRPr lang="en-US" sz="5200" b="1" i="0" u="none" strike="noStrike" dirty="0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&amp; 算法入门2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4922" y="689546"/>
            <a:ext cx="11239500" cy="396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课时2.1</a:t>
            </a:r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Python基础语法进阶</a:t>
            </a:r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（常用数据结构）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列表推导器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200" b="0" i="0" u="none" strike="noStrike" spc="0">
                <a:solidFill>
                  <a:srgbClr val="1F2329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Times New Roman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200" b="0" i="0" u="none" strike="noStrike" dirty="0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expression: </a:t>
            </a:r>
            <a:r>
              <a:rPr lang="en-US" sz="3200" b="0" i="0" u="none" strike="noStrike" dirty="0" err="1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表达式，用于生成列表中的元素</a:t>
            </a:r>
            <a:r>
              <a:rPr lang="en-US" sz="3200" b="0" i="0" u="none" strike="noStrike" dirty="0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
- item: </a:t>
            </a:r>
            <a:r>
              <a:rPr lang="en-US" sz="3200" b="0" i="0" u="none" strike="noStrike" dirty="0" err="1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可迭代对象中的每个元素</a:t>
            </a:r>
            <a:r>
              <a:rPr lang="en-US" sz="3200" b="0" i="0" u="none" strike="noStrike" dirty="0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
- </a:t>
            </a:r>
            <a:r>
              <a:rPr lang="en-US" sz="3200" b="0" i="0" u="none" strike="noStrike" dirty="0" err="1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iterable</a:t>
            </a:r>
            <a:r>
              <a:rPr lang="en-US" sz="3200" b="0" i="0" u="none" strike="noStrike" dirty="0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200" b="0" i="0" u="none" strike="noStrike" dirty="0" err="1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可迭代对象（如列表、字符串、range等</a:t>
            </a:r>
            <a:r>
              <a:rPr lang="en-US" sz="3200" b="0" i="0" u="none" strike="noStrike" dirty="0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）</a:t>
            </a:r>
          </a:p>
          <a:p>
            <a:pPr indent="0" algn="l">
              <a:lnSpc>
                <a:spcPct val="125000"/>
              </a:lnSpc>
            </a:pPr>
            <a:r>
              <a:rPr lang="en-US" sz="3200" b="0" i="0" u="none" strike="noStrike" dirty="0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condition: </a:t>
            </a:r>
            <a:r>
              <a:rPr lang="en-US" sz="3200" b="0" i="0" u="none" strike="noStrike" dirty="0" err="1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可选，用于过滤元素的条件</a:t>
            </a:r>
            <a:endParaRPr lang="en-US" sz="3200" b="0" i="0" u="none" strike="noStrike" dirty="0">
              <a:solidFill>
                <a:srgbClr val="1F2329"/>
              </a:solidFill>
              <a:highlight>
                <a:srgbClr val="FFFFFF">
                  <a:alpha val="0"/>
                </a:srgbClr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45335" y="1225518"/>
            <a:ext cx="7301144" cy="393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 dirty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[expression for item in </a:t>
            </a:r>
            <a:r>
              <a:rPr lang="en-US" sz="2100" b="1" i="0" u="none" strike="noStrike" dirty="0" err="1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iterable</a:t>
            </a:r>
            <a:r>
              <a:rPr lang="en-US" sz="2100" b="1" i="0" u="none" strike="noStrike" dirty="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 if condition]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列表推导器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 hasCustomPrompt="1"/>
          </p:nvPr>
        </p:nvSpPr>
        <p:spPr>
          <a:xfrm>
            <a:off x="3145335" y="1225518"/>
            <a:ext cx="7301144" cy="393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[expression for item in iterable if condition]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995" y="1727949"/>
            <a:ext cx="7990757" cy="5130051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DF32239-3534-8482-FF3B-19C04EF84628}"/>
                  </a:ext>
                </a:extLst>
              </p14:cNvPr>
              <p14:cNvContentPartPr/>
              <p14:nvPr/>
            </p14:nvContentPartPr>
            <p14:xfrm>
              <a:off x="2634212" y="2835023"/>
              <a:ext cx="4718520" cy="432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DF32239-3534-8482-FF3B-19C04EF846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6212" y="2817023"/>
                <a:ext cx="4754160" cy="7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405BE3F5-4652-68F3-AA0E-094AA73F593A}"/>
              </a:ext>
            </a:extLst>
          </p:cNvPr>
          <p:cNvGrpSpPr/>
          <p:nvPr/>
        </p:nvGrpSpPr>
        <p:grpSpPr>
          <a:xfrm>
            <a:off x="3303092" y="1014143"/>
            <a:ext cx="1357920" cy="1192320"/>
            <a:chOff x="3303092" y="1014143"/>
            <a:chExt cx="1357920" cy="11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919F3755-7DCD-C9B6-2969-50682A8CC830}"/>
                    </a:ext>
                  </a:extLst>
                </p14:cNvPr>
                <p14:cNvContentPartPr/>
                <p14:nvPr/>
              </p14:nvContentPartPr>
              <p14:xfrm>
                <a:off x="3303092" y="1014143"/>
                <a:ext cx="1357920" cy="6667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919F3755-7DCD-C9B6-2969-50682A8CC8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85452" y="996143"/>
                  <a:ext cx="1393560" cy="7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B71F91B4-8F34-B05F-1F92-C9743076DEE4}"/>
                    </a:ext>
                  </a:extLst>
                </p14:cNvPr>
                <p14:cNvContentPartPr/>
                <p14:nvPr/>
              </p14:nvContentPartPr>
              <p14:xfrm>
                <a:off x="3591092" y="1513823"/>
                <a:ext cx="356040" cy="5929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B71F91B4-8F34-B05F-1F92-C9743076DE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73452" y="1496183"/>
                  <a:ext cx="39168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45262A57-3F89-A00F-50DC-BA6F2CFE9C87}"/>
                    </a:ext>
                  </a:extLst>
                </p14:cNvPr>
                <p14:cNvContentPartPr/>
                <p14:nvPr/>
              </p14:nvContentPartPr>
              <p14:xfrm>
                <a:off x="3523052" y="2017463"/>
                <a:ext cx="236880" cy="18900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45262A57-3F89-A00F-50DC-BA6F2CFE9C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412" y="1999463"/>
                  <a:ext cx="27252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B8A8B02-E793-BB2D-18DF-E0D1BB6936F6}"/>
                  </a:ext>
                </a:extLst>
              </p14:cNvPr>
              <p14:cNvContentPartPr/>
              <p14:nvPr/>
            </p14:nvContentPartPr>
            <p14:xfrm>
              <a:off x="3753812" y="2508143"/>
              <a:ext cx="2662920" cy="21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B8A8B02-E793-BB2D-18DF-E0D1BB6936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36172" y="2490503"/>
                <a:ext cx="2698560" cy="3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列表推导器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 hasCustomPrompt="1"/>
          </p:nvPr>
        </p:nvSpPr>
        <p:spPr>
          <a:xfrm>
            <a:off x="3145335" y="1225518"/>
            <a:ext cx="7301144" cy="393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[expression for item in iterable if condition]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469" y="1587436"/>
            <a:ext cx="8609262" cy="5238782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range 函数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 hasCustomPrompt="1"/>
          </p:nvPr>
        </p:nvSpPr>
        <p:spPr>
          <a:xfrm>
            <a:off x="3145335" y="1225518"/>
            <a:ext cx="7301144" cy="393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range(start, stop, step)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sp>
        <p:nvSpPr>
          <p:cNvPr id="5" name="AutoShape 5"/>
          <p:cNvSpPr/>
          <p:nvPr/>
        </p:nvSpPr>
        <p:spPr>
          <a:xfrm>
            <a:off x="171307" y="1905000"/>
            <a:ext cx="11353800" cy="3657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start: 序列的起始值（包含），默认为 0
- stop: 序列的结束值（不包含）
- step: 步长，默认为 1</a:t>
            </a:r>
            <a:endParaRPr lang="en-US" sz="1100"/>
          </a:p>
          <a:p>
            <a:pPr indent="0" algn="l">
              <a:lnSpc>
                <a:spcPct val="125000"/>
              </a:lnSpc>
            </a:pP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200" b="0" i="0" u="none" strike="noStrike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range 返回的是一个 range 对象，它是一个惰性序列，节省内存。如果需要列表，可以用 list() 函数将其转换为列表。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B115D78-C310-C67F-EC53-C290A80F2FAB}"/>
                  </a:ext>
                </a:extLst>
              </p14:cNvPr>
              <p14:cNvContentPartPr/>
              <p14:nvPr/>
            </p14:nvContentPartPr>
            <p14:xfrm>
              <a:off x="167492" y="1510583"/>
              <a:ext cx="1644120" cy="410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B115D78-C310-C67F-EC53-C290A80F2F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852" y="1492943"/>
                <a:ext cx="167976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2819BA33-71BE-8631-CADD-776B9EFF86FD}"/>
              </a:ext>
            </a:extLst>
          </p:cNvPr>
          <p:cNvGrpSpPr/>
          <p:nvPr/>
        </p:nvGrpSpPr>
        <p:grpSpPr>
          <a:xfrm>
            <a:off x="5237372" y="1794983"/>
            <a:ext cx="146880" cy="325800"/>
            <a:chOff x="5237372" y="1794983"/>
            <a:chExt cx="14688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8ED5659C-4D87-FE4C-D572-E872011E8821}"/>
                    </a:ext>
                  </a:extLst>
                </p14:cNvPr>
                <p14:cNvContentPartPr/>
                <p14:nvPr/>
              </p14:nvContentPartPr>
              <p14:xfrm>
                <a:off x="5237372" y="1794983"/>
                <a:ext cx="47520" cy="3056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8ED5659C-4D87-FE4C-D572-E872011E88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9732" y="1777343"/>
                  <a:ext cx="831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C1FE31E4-2EF6-8C76-9872-CFD5D836A7E2}"/>
                    </a:ext>
                  </a:extLst>
                </p14:cNvPr>
                <p14:cNvContentPartPr/>
                <p14:nvPr/>
              </p14:nvContentPartPr>
              <p14:xfrm>
                <a:off x="5360852" y="2084423"/>
                <a:ext cx="23400" cy="363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C1FE31E4-2EF6-8C76-9872-CFD5D836A7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42852" y="2066423"/>
                  <a:ext cx="590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A844A84-6AA8-B7BB-5123-2F91748D0B8D}"/>
              </a:ext>
            </a:extLst>
          </p:cNvPr>
          <p:cNvGrpSpPr/>
          <p:nvPr/>
        </p:nvGrpSpPr>
        <p:grpSpPr>
          <a:xfrm>
            <a:off x="5601332" y="1866263"/>
            <a:ext cx="283320" cy="283320"/>
            <a:chOff x="5601332" y="1866263"/>
            <a:chExt cx="28332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BBE91B36-D70D-3751-0EEC-EED21CEC5F11}"/>
                    </a:ext>
                  </a:extLst>
                </p14:cNvPr>
                <p14:cNvContentPartPr/>
                <p14:nvPr/>
              </p14:nvContentPartPr>
              <p14:xfrm>
                <a:off x="5601332" y="1866263"/>
                <a:ext cx="193320" cy="2833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BBE91B36-D70D-3751-0EEC-EED21CEC5F1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83692" y="1848263"/>
                  <a:ext cx="228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B9C83C5E-F5A6-43C1-B007-F98E6DAA5A5E}"/>
                    </a:ext>
                  </a:extLst>
                </p14:cNvPr>
                <p14:cNvContentPartPr/>
                <p14:nvPr/>
              </p14:nvContentPartPr>
              <p14:xfrm>
                <a:off x="5880332" y="2109623"/>
                <a:ext cx="4320" cy="158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B9C83C5E-F5A6-43C1-B007-F98E6DAA5A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62692" y="2091623"/>
                  <a:ext cx="3996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CC7A422-BA2D-8EE1-1487-3069B5F377E8}"/>
                  </a:ext>
                </a:extLst>
              </p14:cNvPr>
              <p14:cNvContentPartPr/>
              <p14:nvPr/>
            </p14:nvContentPartPr>
            <p14:xfrm>
              <a:off x="6274892" y="2038343"/>
              <a:ext cx="360" cy="3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CC7A422-BA2D-8EE1-1487-3069B5F377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56892" y="202034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246A16C8-945E-DF3E-4800-476A9A1C8552}"/>
                  </a:ext>
                </a:extLst>
              </p14:cNvPr>
              <p14:cNvContentPartPr/>
              <p14:nvPr/>
            </p14:nvContentPartPr>
            <p14:xfrm>
              <a:off x="6580892" y="2004863"/>
              <a:ext cx="360" cy="3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246A16C8-945E-DF3E-4800-476A9A1C855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63252" y="198686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8FEEE6D6-F56F-1754-57F4-4E7F27EFB767}"/>
                  </a:ext>
                </a:extLst>
              </p14:cNvPr>
              <p14:cNvContentPartPr/>
              <p14:nvPr/>
            </p14:nvContentPartPr>
            <p14:xfrm>
              <a:off x="6723452" y="2004863"/>
              <a:ext cx="9720" cy="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8FEEE6D6-F56F-1754-57F4-4E7F27EFB76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05812" y="1986863"/>
                <a:ext cx="45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694FC08-A3F8-6362-C0BC-B80EE85D7B2E}"/>
                  </a:ext>
                </a:extLst>
              </p14:cNvPr>
              <p14:cNvContentPartPr/>
              <p14:nvPr/>
            </p14:nvContentPartPr>
            <p14:xfrm>
              <a:off x="6941972" y="1983983"/>
              <a:ext cx="8280" cy="36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694FC08-A3F8-6362-C0BC-B80EE85D7B2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23972" y="1965983"/>
                <a:ext cx="43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8170783E-4083-912C-8F23-5C045A5BFB67}"/>
                  </a:ext>
                </a:extLst>
              </p14:cNvPr>
              <p14:cNvContentPartPr/>
              <p14:nvPr/>
            </p14:nvContentPartPr>
            <p14:xfrm>
              <a:off x="7164452" y="2134823"/>
              <a:ext cx="119520" cy="9144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8170783E-4083-912C-8F23-5C045A5BFB6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46452" y="2116823"/>
                <a:ext cx="1551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5234E0D7-E45D-513D-1BB9-9560690FE9FB}"/>
                  </a:ext>
                </a:extLst>
              </p14:cNvPr>
              <p14:cNvContentPartPr/>
              <p14:nvPr/>
            </p14:nvContentPartPr>
            <p14:xfrm>
              <a:off x="7572692" y="1827383"/>
              <a:ext cx="187920" cy="4921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5234E0D7-E45D-513D-1BB9-9560690FE9F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554692" y="1809743"/>
                <a:ext cx="223560" cy="52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1F1437E3-6D7C-FE2B-59D5-68014C1E245C}"/>
              </a:ext>
            </a:extLst>
          </p:cNvPr>
          <p:cNvGrpSpPr/>
          <p:nvPr/>
        </p:nvGrpSpPr>
        <p:grpSpPr>
          <a:xfrm>
            <a:off x="5859452" y="2881463"/>
            <a:ext cx="1300680" cy="640800"/>
            <a:chOff x="5859452" y="2881463"/>
            <a:chExt cx="1300680" cy="64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CECEFD1C-E1B8-8BBF-8DD1-483CFAAAE063}"/>
                    </a:ext>
                  </a:extLst>
                </p14:cNvPr>
                <p14:cNvContentPartPr/>
                <p14:nvPr/>
              </p14:nvContentPartPr>
              <p14:xfrm>
                <a:off x="5859452" y="2881463"/>
                <a:ext cx="140400" cy="26820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CECEFD1C-E1B8-8BBF-8DD1-483CFAAAE0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41812" y="2863823"/>
                  <a:ext cx="176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A1A9A492-4944-610F-C41B-BDCEA467BC19}"/>
                    </a:ext>
                  </a:extLst>
                </p14:cNvPr>
                <p14:cNvContentPartPr/>
                <p14:nvPr/>
              </p14:nvContentPartPr>
              <p14:xfrm>
                <a:off x="6065732" y="2985503"/>
                <a:ext cx="150840" cy="2156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A1A9A492-4944-610F-C41B-BDCEA467BC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47732" y="2967503"/>
                  <a:ext cx="186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483E7872-D87A-C4FB-FAA5-267085987604}"/>
                    </a:ext>
                  </a:extLst>
                </p14:cNvPr>
                <p14:cNvContentPartPr/>
                <p14:nvPr/>
              </p14:nvContentPartPr>
              <p14:xfrm>
                <a:off x="6294692" y="3006743"/>
                <a:ext cx="160920" cy="2030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483E7872-D87A-C4FB-FAA5-26708598760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76692" y="2989103"/>
                  <a:ext cx="196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B1E70527-6D8D-6D32-4956-4ACB8B3D247B}"/>
                    </a:ext>
                  </a:extLst>
                </p14:cNvPr>
                <p14:cNvContentPartPr/>
                <p14:nvPr/>
              </p14:nvContentPartPr>
              <p14:xfrm>
                <a:off x="6525452" y="2955623"/>
                <a:ext cx="217440" cy="56664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B1E70527-6D8D-6D32-4956-4ACB8B3D24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07452" y="2937983"/>
                  <a:ext cx="25308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7BE8295E-2702-D703-C799-3518E4F7CF35}"/>
                    </a:ext>
                  </a:extLst>
                </p14:cNvPr>
                <p14:cNvContentPartPr/>
                <p14:nvPr/>
              </p14:nvContentPartPr>
              <p14:xfrm>
                <a:off x="6826412" y="3009983"/>
                <a:ext cx="124920" cy="2332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7BE8295E-2702-D703-C799-3518E4F7CF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08772" y="2991983"/>
                  <a:ext cx="160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024FF42-FA2A-155D-F9D9-5593AC871AF9}"/>
                    </a:ext>
                  </a:extLst>
                </p14:cNvPr>
                <p14:cNvContentPartPr/>
                <p14:nvPr/>
              </p14:nvContentPartPr>
              <p14:xfrm>
                <a:off x="7032692" y="2910623"/>
                <a:ext cx="127440" cy="4338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024FF42-FA2A-155D-F9D9-5593AC871A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15052" y="2892983"/>
                  <a:ext cx="163080" cy="46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EB439E7C-5A46-A2A5-52DF-6C18F108405C}"/>
                  </a:ext>
                </a:extLst>
              </p14:cNvPr>
              <p14:cNvContentPartPr/>
              <p14:nvPr/>
            </p14:nvContentPartPr>
            <p14:xfrm>
              <a:off x="4202732" y="1652423"/>
              <a:ext cx="1408680" cy="1116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EB439E7C-5A46-A2A5-52DF-6C18F108405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84732" y="1634783"/>
                <a:ext cx="14443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08EEBC50-146A-20CA-B22D-B8495576D1F3}"/>
                  </a:ext>
                </a:extLst>
              </p14:cNvPr>
              <p14:cNvContentPartPr/>
              <p14:nvPr/>
            </p14:nvContentPartPr>
            <p14:xfrm>
              <a:off x="9119612" y="577823"/>
              <a:ext cx="390600" cy="76716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08EEBC50-146A-20CA-B22D-B8495576D1F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101972" y="559823"/>
                <a:ext cx="426240" cy="80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50F7F908-FD3B-6753-A36A-2D07AF8E1400}"/>
              </a:ext>
            </a:extLst>
          </p:cNvPr>
          <p:cNvGrpSpPr/>
          <p:nvPr/>
        </p:nvGrpSpPr>
        <p:grpSpPr>
          <a:xfrm>
            <a:off x="7302692" y="636863"/>
            <a:ext cx="851760" cy="539640"/>
            <a:chOff x="7302692" y="636863"/>
            <a:chExt cx="851760" cy="5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F45DC827-8B8F-45BD-D62A-EEE9716BC848}"/>
                    </a:ext>
                  </a:extLst>
                </p14:cNvPr>
                <p14:cNvContentPartPr/>
                <p14:nvPr/>
              </p14:nvContentPartPr>
              <p14:xfrm>
                <a:off x="7302692" y="636863"/>
                <a:ext cx="317160" cy="219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F45DC827-8B8F-45BD-D62A-EEE9716BC8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84692" y="619223"/>
                  <a:ext cx="352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840F6088-540C-A34C-987D-D581A1303D0E}"/>
                    </a:ext>
                  </a:extLst>
                </p14:cNvPr>
                <p14:cNvContentPartPr/>
                <p14:nvPr/>
              </p14:nvContentPartPr>
              <p14:xfrm>
                <a:off x="7350932" y="637223"/>
                <a:ext cx="308520" cy="5392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840F6088-540C-A34C-987D-D581A1303D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33292" y="619583"/>
                  <a:ext cx="34416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7F7E7756-823C-5540-5586-B92636B00F7A}"/>
                    </a:ext>
                  </a:extLst>
                </p14:cNvPr>
                <p14:cNvContentPartPr/>
                <p14:nvPr/>
              </p14:nvContentPartPr>
              <p14:xfrm>
                <a:off x="7775012" y="790583"/>
                <a:ext cx="214560" cy="29304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7F7E7756-823C-5540-5586-B92636B00F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57372" y="772943"/>
                  <a:ext cx="2502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1A760308-BB51-48DC-8B65-4F53753CADFC}"/>
                    </a:ext>
                  </a:extLst>
                </p14:cNvPr>
                <p14:cNvContentPartPr/>
                <p14:nvPr/>
              </p14:nvContentPartPr>
              <p14:xfrm>
                <a:off x="8119532" y="1077863"/>
                <a:ext cx="34920" cy="752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1A760308-BB51-48DC-8B65-4F53753CAD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01532" y="1059863"/>
                  <a:ext cx="7056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520ED43E-46C0-6FA0-A802-D6E52311C3A1}"/>
                  </a:ext>
                </a:extLst>
              </p14:cNvPr>
              <p14:cNvContentPartPr/>
              <p14:nvPr/>
            </p14:nvContentPartPr>
            <p14:xfrm>
              <a:off x="8540012" y="691943"/>
              <a:ext cx="214920" cy="52200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520ED43E-46C0-6FA0-A802-D6E52311C3A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522372" y="673943"/>
                <a:ext cx="250560" cy="55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2CDF09C0-10A0-1FC8-6606-FB62EE935C87}"/>
              </a:ext>
            </a:extLst>
          </p:cNvPr>
          <p:cNvGrpSpPr/>
          <p:nvPr/>
        </p:nvGrpSpPr>
        <p:grpSpPr>
          <a:xfrm>
            <a:off x="7348772" y="2919263"/>
            <a:ext cx="252000" cy="358200"/>
            <a:chOff x="7348772" y="2919263"/>
            <a:chExt cx="25200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F34A1652-2350-F675-1B36-62083C472098}"/>
                    </a:ext>
                  </a:extLst>
                </p14:cNvPr>
                <p14:cNvContentPartPr/>
                <p14:nvPr/>
              </p14:nvContentPartPr>
              <p14:xfrm>
                <a:off x="7348772" y="2919263"/>
                <a:ext cx="63000" cy="3085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F34A1652-2350-F675-1B36-62083C4720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31132" y="2901623"/>
                  <a:ext cx="986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FB8AF0C5-964E-4019-89D5-71E255D352C2}"/>
                    </a:ext>
                  </a:extLst>
                </p14:cNvPr>
                <p14:cNvContentPartPr/>
                <p14:nvPr/>
              </p14:nvContentPartPr>
              <p14:xfrm>
                <a:off x="7558292" y="3187463"/>
                <a:ext cx="42480" cy="900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FB8AF0C5-964E-4019-89D5-71E255D352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40292" y="3169823"/>
                  <a:ext cx="7812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B400214C-EC23-0387-45A3-EADF402ECAB4}"/>
                  </a:ext>
                </a:extLst>
              </p14:cNvPr>
              <p14:cNvContentPartPr/>
              <p14:nvPr/>
            </p14:nvContentPartPr>
            <p14:xfrm>
              <a:off x="7951052" y="2914943"/>
              <a:ext cx="60840" cy="30132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B400214C-EC23-0387-45A3-EADF402ECAB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933052" y="2897303"/>
                <a:ext cx="9648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60905F40-1860-7CFB-0518-1732513FE842}"/>
                  </a:ext>
                </a:extLst>
              </p14:cNvPr>
              <p14:cNvContentPartPr/>
              <p14:nvPr/>
            </p14:nvContentPartPr>
            <p14:xfrm>
              <a:off x="8225012" y="2964623"/>
              <a:ext cx="161280" cy="24228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60905F40-1860-7CFB-0518-1732513FE84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207012" y="2946983"/>
                <a:ext cx="1969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3D8F097E-7ADF-742E-E7B8-9B479B989486}"/>
                  </a:ext>
                </a:extLst>
              </p14:cNvPr>
              <p14:cNvContentPartPr/>
              <p14:nvPr/>
            </p14:nvContentPartPr>
            <p14:xfrm>
              <a:off x="8483492" y="3396263"/>
              <a:ext cx="80640" cy="3600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3D8F097E-7ADF-742E-E7B8-9B479B98948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465852" y="3378623"/>
                <a:ext cx="116280" cy="7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组合 42">
            <a:extLst>
              <a:ext uri="{FF2B5EF4-FFF2-40B4-BE49-F238E27FC236}">
                <a16:creationId xmlns:a16="http://schemas.microsoft.com/office/drawing/2014/main" id="{11119CA3-772E-87AC-C65D-241FD9BFDE07}"/>
              </a:ext>
            </a:extLst>
          </p:cNvPr>
          <p:cNvGrpSpPr/>
          <p:nvPr/>
        </p:nvGrpSpPr>
        <p:grpSpPr>
          <a:xfrm>
            <a:off x="8838812" y="2982263"/>
            <a:ext cx="513720" cy="578160"/>
            <a:chOff x="8838812" y="2982263"/>
            <a:chExt cx="51372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C2E5784B-4BCF-E193-1B7C-01D45ADAE0A9}"/>
                    </a:ext>
                  </a:extLst>
                </p14:cNvPr>
                <p14:cNvContentPartPr/>
                <p14:nvPr/>
              </p14:nvContentPartPr>
              <p14:xfrm>
                <a:off x="8838812" y="3044183"/>
                <a:ext cx="312480" cy="1832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C2E5784B-4BCF-E193-1B7C-01D45ADAE0A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20812" y="3026543"/>
                  <a:ext cx="348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07845F55-66FE-6869-CA2B-C4D21728883A}"/>
                    </a:ext>
                  </a:extLst>
                </p14:cNvPr>
                <p14:cNvContentPartPr/>
                <p14:nvPr/>
              </p14:nvContentPartPr>
              <p14:xfrm>
                <a:off x="9178652" y="2982263"/>
                <a:ext cx="173880" cy="5781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07845F55-66FE-6869-CA2B-C4D2172888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60652" y="2964263"/>
                  <a:ext cx="209520" cy="61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3FDBF825-121F-6FD3-67F7-D2464279429C}"/>
                  </a:ext>
                </a:extLst>
              </p14:cNvPr>
              <p14:cNvContentPartPr/>
              <p14:nvPr/>
            </p14:nvContentPartPr>
            <p14:xfrm>
              <a:off x="5691692" y="1236983"/>
              <a:ext cx="961920" cy="53064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3FDBF825-121F-6FD3-67F7-D2464279429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73692" y="1219343"/>
                <a:ext cx="997560" cy="56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2BC42BDD-32C9-9B7E-FD46-7CE2BFA18364}"/>
              </a:ext>
            </a:extLst>
          </p:cNvPr>
          <p:cNvGrpSpPr/>
          <p:nvPr/>
        </p:nvGrpSpPr>
        <p:grpSpPr>
          <a:xfrm>
            <a:off x="8921612" y="2297543"/>
            <a:ext cx="687960" cy="911520"/>
            <a:chOff x="8921612" y="2297543"/>
            <a:chExt cx="687960" cy="91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9E11EFF0-060F-2CC4-C458-5E99BC2566E1}"/>
                    </a:ext>
                  </a:extLst>
                </p14:cNvPr>
                <p14:cNvContentPartPr/>
                <p14:nvPr/>
              </p14:nvContentPartPr>
              <p14:xfrm>
                <a:off x="8921612" y="2601743"/>
                <a:ext cx="426240" cy="60732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9E11EFF0-060F-2CC4-C458-5E99BC2566E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03612" y="2583743"/>
                  <a:ext cx="46188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473B7475-B5C3-0CB6-AC2E-81B6E38A3B72}"/>
                    </a:ext>
                  </a:extLst>
                </p14:cNvPr>
                <p14:cNvContentPartPr/>
                <p14:nvPr/>
              </p14:nvContentPartPr>
              <p14:xfrm>
                <a:off x="9255692" y="2523983"/>
                <a:ext cx="144720" cy="19728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473B7475-B5C3-0CB6-AC2E-81B6E38A3B7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38052" y="2505983"/>
                  <a:ext cx="180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5B0DA82E-934A-37C2-FCDC-CA4DAAE3091A}"/>
                    </a:ext>
                  </a:extLst>
                </p14:cNvPr>
                <p14:cNvContentPartPr/>
                <p14:nvPr/>
              </p14:nvContentPartPr>
              <p14:xfrm>
                <a:off x="9593012" y="2297543"/>
                <a:ext cx="16560" cy="1854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5B0DA82E-934A-37C2-FCDC-CA4DAAE3091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75372" y="2279903"/>
                  <a:ext cx="5220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B1E82F7B-AD6B-CA6F-AB6B-031EC6AE9652}"/>
                  </a:ext>
                </a:extLst>
              </p14:cNvPr>
              <p14:cNvContentPartPr/>
              <p14:nvPr/>
            </p14:nvContentPartPr>
            <p14:xfrm>
              <a:off x="285212" y="4706303"/>
              <a:ext cx="849960" cy="2880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B1E82F7B-AD6B-CA6F-AB6B-031EC6AE965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67212" y="4688303"/>
                <a:ext cx="8856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7F675CD0-1325-2271-485B-5FF5922A6721}"/>
                  </a:ext>
                </a:extLst>
              </p14:cNvPr>
              <p14:cNvContentPartPr/>
              <p14:nvPr/>
            </p14:nvContentPartPr>
            <p14:xfrm>
              <a:off x="3551852" y="4069463"/>
              <a:ext cx="2017080" cy="75168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7F675CD0-1325-2271-485B-5FF5922A672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533852" y="4051823"/>
                <a:ext cx="2052720" cy="78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range 函数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 hasCustomPrompt="1"/>
          </p:nvPr>
        </p:nvSpPr>
        <p:spPr>
          <a:xfrm>
            <a:off x="3145335" y="1225518"/>
            <a:ext cx="7301144" cy="393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range(start, stop, step)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97" y="1873218"/>
            <a:ext cx="9946210" cy="4326795"/>
          </a:xfrm>
          <a:prstGeom prst="rect">
            <a:avLst/>
          </a:prstGeom>
          <a:ln>
            <a:noFill/>
            <a:prstDash val="solid"/>
          </a:ln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FD3E5430-1EBF-3162-3821-DD52F03CDFCF}"/>
              </a:ext>
            </a:extLst>
          </p:cNvPr>
          <p:cNvGrpSpPr/>
          <p:nvPr/>
        </p:nvGrpSpPr>
        <p:grpSpPr>
          <a:xfrm>
            <a:off x="1026092" y="3997103"/>
            <a:ext cx="2458800" cy="482760"/>
            <a:chOff x="1026092" y="3997103"/>
            <a:chExt cx="245880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5C671D6-05AB-55A0-46BF-5E3B3B6BC83E}"/>
                    </a:ext>
                  </a:extLst>
                </p14:cNvPr>
                <p14:cNvContentPartPr/>
                <p14:nvPr/>
              </p14:nvContentPartPr>
              <p14:xfrm>
                <a:off x="1026092" y="4385903"/>
                <a:ext cx="2345400" cy="813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5C671D6-05AB-55A0-46BF-5E3B3B6BC83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8092" y="4367903"/>
                  <a:ext cx="2381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CAEA890A-C31F-5296-68D8-9F3F1BE333E2}"/>
                    </a:ext>
                  </a:extLst>
                </p14:cNvPr>
                <p14:cNvContentPartPr/>
                <p14:nvPr/>
              </p14:nvContentPartPr>
              <p14:xfrm>
                <a:off x="1732052" y="3997103"/>
                <a:ext cx="1752840" cy="216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CAEA890A-C31F-5296-68D8-9F3F1BE333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4412" y="3979103"/>
                  <a:ext cx="1788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1491057-8F7F-4618-5203-BD5864DD68B7}"/>
                    </a:ext>
                  </a:extLst>
                </p14:cNvPr>
                <p14:cNvContentPartPr/>
                <p14:nvPr/>
              </p14:nvContentPartPr>
              <p14:xfrm>
                <a:off x="1318772" y="4083863"/>
                <a:ext cx="661680" cy="39600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1491057-8F7F-4618-5203-BD5864DD68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1132" y="4065863"/>
                  <a:ext cx="697320" cy="43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23F77756-49FE-6EB8-B40D-46A1955922D6}"/>
                  </a:ext>
                </a:extLst>
              </p14:cNvPr>
              <p14:cNvContentPartPr/>
              <p14:nvPr/>
            </p14:nvContentPartPr>
            <p14:xfrm>
              <a:off x="1572932" y="5486423"/>
              <a:ext cx="2306520" cy="363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23F77756-49FE-6EB8-B40D-46A1955922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54932" y="5468423"/>
                <a:ext cx="23421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3934FEED-D58C-7316-C798-1B82FC666CA1}"/>
                  </a:ext>
                </a:extLst>
              </p14:cNvPr>
              <p14:cNvContentPartPr/>
              <p14:nvPr/>
            </p14:nvContentPartPr>
            <p14:xfrm>
              <a:off x="2210132" y="5142263"/>
              <a:ext cx="1259640" cy="5400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3934FEED-D58C-7316-C798-1B82FC666C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92492" y="5124263"/>
                <a:ext cx="129528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E5DFFDDD-115A-870A-1C08-4F7EFBFC4BAE}"/>
              </a:ext>
            </a:extLst>
          </p:cNvPr>
          <p:cNvGrpSpPr/>
          <p:nvPr/>
        </p:nvGrpSpPr>
        <p:grpSpPr>
          <a:xfrm>
            <a:off x="5972852" y="2872823"/>
            <a:ext cx="3759120" cy="2392920"/>
            <a:chOff x="5972852" y="2872823"/>
            <a:chExt cx="3759120" cy="23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F806BA25-C988-BB49-5AD0-EAA5FE807C52}"/>
                    </a:ext>
                  </a:extLst>
                </p14:cNvPr>
                <p14:cNvContentPartPr/>
                <p14:nvPr/>
              </p14:nvContentPartPr>
              <p14:xfrm>
                <a:off x="6471092" y="3166583"/>
                <a:ext cx="131040" cy="46692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F806BA25-C988-BB49-5AD0-EAA5FE807C5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53452" y="3148943"/>
                  <a:ext cx="16668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DB65D5BA-2486-DFA4-C71F-A59A718369EF}"/>
                    </a:ext>
                  </a:extLst>
                </p14:cNvPr>
                <p14:cNvContentPartPr/>
                <p14:nvPr/>
              </p14:nvContentPartPr>
              <p14:xfrm>
                <a:off x="6677012" y="3321023"/>
                <a:ext cx="163080" cy="21276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DB65D5BA-2486-DFA4-C71F-A59A718369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59012" y="3303383"/>
                  <a:ext cx="1987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754EB160-E869-1E9F-1C35-EAFE9F37810E}"/>
                    </a:ext>
                  </a:extLst>
                </p14:cNvPr>
                <p14:cNvContentPartPr/>
                <p14:nvPr/>
              </p14:nvContentPartPr>
              <p14:xfrm>
                <a:off x="6329252" y="2969303"/>
                <a:ext cx="194040" cy="468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754EB160-E869-1E9F-1C35-EAFE9F3781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11252" y="2951303"/>
                  <a:ext cx="229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79BD82AD-CABC-722B-D82F-866780B66767}"/>
                    </a:ext>
                  </a:extLst>
                </p14:cNvPr>
                <p14:cNvContentPartPr/>
                <p14:nvPr/>
              </p14:nvContentPartPr>
              <p14:xfrm>
                <a:off x="6201812" y="2973623"/>
                <a:ext cx="624600" cy="7812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79BD82AD-CABC-722B-D82F-866780B667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83812" y="2955983"/>
                  <a:ext cx="660240" cy="8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16CD1A27-BCB3-E170-4DB1-4394E6ADCEAA}"/>
                    </a:ext>
                  </a:extLst>
                </p14:cNvPr>
                <p14:cNvContentPartPr/>
                <p14:nvPr/>
              </p14:nvContentPartPr>
              <p14:xfrm>
                <a:off x="7095692" y="3644663"/>
                <a:ext cx="123480" cy="1627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16CD1A27-BCB3-E170-4DB1-4394E6ADCE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77692" y="3627023"/>
                  <a:ext cx="159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AE2D89C6-FA48-A46D-DEF6-701B26016A09}"/>
                    </a:ext>
                  </a:extLst>
                </p14:cNvPr>
                <p14:cNvContentPartPr/>
                <p14:nvPr/>
              </p14:nvContentPartPr>
              <p14:xfrm>
                <a:off x="7461092" y="3283943"/>
                <a:ext cx="336240" cy="2883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AE2D89C6-FA48-A46D-DEF6-701B26016A0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43092" y="3265943"/>
                  <a:ext cx="37188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D86B021A-9DBB-8219-5BDE-CFD6DDEA84CE}"/>
                    </a:ext>
                  </a:extLst>
                </p14:cNvPr>
                <p14:cNvContentPartPr/>
                <p14:nvPr/>
              </p14:nvContentPartPr>
              <p14:xfrm>
                <a:off x="7262012" y="2872823"/>
                <a:ext cx="759960" cy="13629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D86B021A-9DBB-8219-5BDE-CFD6DDEA84C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44372" y="2855183"/>
                  <a:ext cx="795600" cy="13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EA7F9BF7-E575-5BB1-EACD-F4BF26B22EDD}"/>
                    </a:ext>
                  </a:extLst>
                </p14:cNvPr>
                <p14:cNvContentPartPr/>
                <p14:nvPr/>
              </p14:nvContentPartPr>
              <p14:xfrm>
                <a:off x="9436412" y="4420823"/>
                <a:ext cx="122760" cy="5407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EA7F9BF7-E575-5BB1-EACD-F4BF26B22E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18772" y="4402823"/>
                  <a:ext cx="15840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28B5F26C-D0C9-5092-01CF-4DB8CD5F43CD}"/>
                    </a:ext>
                  </a:extLst>
                </p14:cNvPr>
                <p14:cNvContentPartPr/>
                <p14:nvPr/>
              </p14:nvContentPartPr>
              <p14:xfrm>
                <a:off x="9646652" y="4672463"/>
                <a:ext cx="85320" cy="1998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28B5F26C-D0C9-5092-01CF-4DB8CD5F43C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29012" y="4654463"/>
                  <a:ext cx="120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194EF699-039F-1E78-4E06-E13B2FEE73BB}"/>
                    </a:ext>
                  </a:extLst>
                </p14:cNvPr>
                <p14:cNvContentPartPr/>
                <p14:nvPr/>
              </p14:nvContentPartPr>
              <p14:xfrm>
                <a:off x="6891212" y="4411463"/>
                <a:ext cx="360" cy="3506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194EF699-039F-1E78-4E06-E13B2FEE73B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73572" y="4393823"/>
                  <a:ext cx="360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C40C03C2-1E27-B5BB-058B-B15C79DC2251}"/>
                    </a:ext>
                  </a:extLst>
                </p14:cNvPr>
                <p14:cNvContentPartPr/>
                <p14:nvPr/>
              </p14:nvContentPartPr>
              <p14:xfrm>
                <a:off x="6143852" y="4449623"/>
                <a:ext cx="205200" cy="29412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C40C03C2-1E27-B5BB-058B-B15C79DC22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26212" y="4431983"/>
                  <a:ext cx="2408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2479D7FC-3FC6-05AE-CBCE-1959933FD039}"/>
                    </a:ext>
                  </a:extLst>
                </p14:cNvPr>
                <p14:cNvContentPartPr/>
                <p14:nvPr/>
              </p14:nvContentPartPr>
              <p14:xfrm>
                <a:off x="5972852" y="4068743"/>
                <a:ext cx="717840" cy="119700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2479D7FC-3FC6-05AE-CBCE-1959933FD03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54852" y="4050743"/>
                  <a:ext cx="753480" cy="12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86C9C2A2-09F1-0D54-5A62-0FA3DDA64187}"/>
                    </a:ext>
                  </a:extLst>
                </p14:cNvPr>
                <p14:cNvContentPartPr/>
                <p14:nvPr/>
              </p14:nvContentPartPr>
              <p14:xfrm>
                <a:off x="8679332" y="4412183"/>
                <a:ext cx="396000" cy="6163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86C9C2A2-09F1-0D54-5A62-0FA3DDA6418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61692" y="4394543"/>
                  <a:ext cx="43164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7C4184DE-9B59-B1BC-5C0B-55464D75E4C2}"/>
                    </a:ext>
                  </a:extLst>
                </p14:cNvPr>
                <p14:cNvContentPartPr/>
                <p14:nvPr/>
              </p14:nvContentPartPr>
              <p14:xfrm>
                <a:off x="8023412" y="4461143"/>
                <a:ext cx="404640" cy="5144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7C4184DE-9B59-B1BC-5C0B-55464D75E4C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05412" y="4443503"/>
                  <a:ext cx="44028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583170A4-C62A-304E-976A-34C65172CA08}"/>
                    </a:ext>
                  </a:extLst>
                </p14:cNvPr>
                <p14:cNvContentPartPr/>
                <p14:nvPr/>
              </p14:nvContentPartPr>
              <p14:xfrm>
                <a:off x="7625612" y="4689383"/>
                <a:ext cx="360" cy="3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583170A4-C62A-304E-976A-34C65172CA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07612" y="46713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6FD38CBE-65DD-9A13-31DA-06312540AD1D}"/>
                    </a:ext>
                  </a:extLst>
                </p14:cNvPr>
                <p14:cNvContentPartPr/>
                <p14:nvPr/>
              </p14:nvContentPartPr>
              <p14:xfrm>
                <a:off x="7734332" y="4689383"/>
                <a:ext cx="15480" cy="3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6FD38CBE-65DD-9A13-31DA-06312540AD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6692" y="4671383"/>
                  <a:ext cx="51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F7995DA6-DCE3-59BF-C18C-E1ECF9A4118C}"/>
                    </a:ext>
                  </a:extLst>
                </p14:cNvPr>
                <p14:cNvContentPartPr/>
                <p14:nvPr/>
              </p14:nvContentPartPr>
              <p14:xfrm>
                <a:off x="7830812" y="4689383"/>
                <a:ext cx="360" cy="108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F7995DA6-DCE3-59BF-C18C-E1ECF9A411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13172" y="4671383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DB1A043-4765-AA3B-B1E4-B07DDF115F4F}"/>
              </a:ext>
            </a:extLst>
          </p:cNvPr>
          <p:cNvGrpSpPr/>
          <p:nvPr/>
        </p:nvGrpSpPr>
        <p:grpSpPr>
          <a:xfrm>
            <a:off x="2332172" y="5203463"/>
            <a:ext cx="7365600" cy="1094040"/>
            <a:chOff x="2332172" y="5203463"/>
            <a:chExt cx="7365600" cy="10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6FCEB10-E687-8FA5-6713-7F09948D9981}"/>
                    </a:ext>
                  </a:extLst>
                </p14:cNvPr>
                <p14:cNvContentPartPr/>
                <p14:nvPr/>
              </p14:nvContentPartPr>
              <p14:xfrm>
                <a:off x="3046412" y="5203463"/>
                <a:ext cx="519840" cy="3974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6FCEB10-E687-8FA5-6713-7F09948D99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28772" y="5185463"/>
                  <a:ext cx="55548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C66A88A1-0E0C-59D6-FA6B-EB480416E2D5}"/>
                    </a:ext>
                  </a:extLst>
                </p14:cNvPr>
                <p14:cNvContentPartPr/>
                <p14:nvPr/>
              </p14:nvContentPartPr>
              <p14:xfrm>
                <a:off x="2332172" y="5502623"/>
                <a:ext cx="943560" cy="219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C66A88A1-0E0C-59D6-FA6B-EB480416E2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14172" y="5484983"/>
                  <a:ext cx="979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C6F6F6B4-2911-51FA-1E9E-CA04E46BA140}"/>
                    </a:ext>
                  </a:extLst>
                </p14:cNvPr>
                <p14:cNvContentPartPr/>
                <p14:nvPr/>
              </p14:nvContentPartPr>
              <p14:xfrm>
                <a:off x="4977452" y="5801423"/>
                <a:ext cx="4720320" cy="1069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C6F6F6B4-2911-51FA-1E9E-CA04E46BA14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59452" y="5783783"/>
                  <a:ext cx="4755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2EE6836-4CF9-18CB-4DB5-41B6822352AA}"/>
                    </a:ext>
                  </a:extLst>
                </p14:cNvPr>
                <p14:cNvContentPartPr/>
                <p14:nvPr/>
              </p14:nvContentPartPr>
              <p14:xfrm>
                <a:off x="5525012" y="5641223"/>
                <a:ext cx="829800" cy="5637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2EE6836-4CF9-18CB-4DB5-41B6822352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07012" y="5623583"/>
                  <a:ext cx="86544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D33F6573-1DE4-686A-D690-E3E613C6BFA8}"/>
                    </a:ext>
                  </a:extLst>
                </p14:cNvPr>
                <p14:cNvContentPartPr/>
                <p14:nvPr/>
              </p14:nvContentPartPr>
              <p14:xfrm>
                <a:off x="3476972" y="5934983"/>
                <a:ext cx="4661280" cy="36252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D33F6573-1DE4-686A-D690-E3E613C6BF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59332" y="5917343"/>
                  <a:ext cx="4696920" cy="398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range 函数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" hasCustomPrompt="1"/>
          </p:nvPr>
        </p:nvSpPr>
        <p:spPr>
          <a:xfrm>
            <a:off x="3145335" y="1225518"/>
            <a:ext cx="7301144" cy="393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2100" b="1" i="0" u="none" strike="noStrike" spc="0">
                <a:solidFill>
                  <a:srgbClr val="1F2329">
                    <a:alpha val="100000"/>
                  </a:srgbClr>
                </a:solidFill>
                <a:latin typeface="Consolas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2100" b="1" i="0" u="none" strike="noStrike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range(start, stop, step)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77" y="2238811"/>
            <a:ext cx="9355185" cy="386461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105743" y="939736"/>
            <a:ext cx="4267000" cy="647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range 函数 &amp; 推导器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sp>
        <p:nvSpPr>
          <p:cNvPr id="4" name="AutoShape 4"/>
          <p:cNvSpPr/>
          <p:nvPr/>
        </p:nvSpPr>
        <p:spPr>
          <a:xfrm>
            <a:off x="3725165" y="1812701"/>
            <a:ext cx="3708400" cy="584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1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素数筛（后面细讲）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75" y="2316977"/>
            <a:ext cx="7810500" cy="3198298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8BBA005-53D3-28C6-DC57-1E20F8B2EE82}"/>
                  </a:ext>
                </a:extLst>
              </p14:cNvPr>
              <p14:cNvContentPartPr/>
              <p14:nvPr/>
            </p14:nvContentPartPr>
            <p14:xfrm>
              <a:off x="1250012" y="5620343"/>
              <a:ext cx="360" cy="3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8BBA005-53D3-28C6-DC57-1E20F8B2EE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2012" y="560270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双端队列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88" y="1702764"/>
            <a:ext cx="8845631" cy="5155236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691"/>
            <a:ext cx="5269915" cy="1190692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7A203F1-7B50-74F7-E8A6-E73C344684C3}"/>
                  </a:ext>
                </a:extLst>
              </p14:cNvPr>
              <p14:cNvContentPartPr/>
              <p14:nvPr/>
            </p14:nvContentPartPr>
            <p14:xfrm>
              <a:off x="9525332" y="888863"/>
              <a:ext cx="360" cy="3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7A203F1-7B50-74F7-E8A6-E73C344684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07692" y="87122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6C95430-DEC2-90D4-2052-6AC746C2EFF2}"/>
                  </a:ext>
                </a:extLst>
              </p14:cNvPr>
              <p14:cNvContentPartPr/>
              <p14:nvPr/>
            </p14:nvContentPartPr>
            <p14:xfrm>
              <a:off x="11656532" y="3422543"/>
              <a:ext cx="36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6C95430-DEC2-90D4-2052-6AC746C2EF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38532" y="340454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CDDEFE6D-94CB-639B-2884-47B07A7263E3}"/>
              </a:ext>
            </a:extLst>
          </p:cNvPr>
          <p:cNvGrpSpPr/>
          <p:nvPr/>
        </p:nvGrpSpPr>
        <p:grpSpPr>
          <a:xfrm>
            <a:off x="8107652" y="1887143"/>
            <a:ext cx="509400" cy="603360"/>
            <a:chOff x="8107652" y="1887143"/>
            <a:chExt cx="509400" cy="60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E96572F5-72E5-E27F-AD9D-5E94824F2E5A}"/>
                    </a:ext>
                  </a:extLst>
                </p14:cNvPr>
                <p14:cNvContentPartPr/>
                <p14:nvPr/>
              </p14:nvContentPartPr>
              <p14:xfrm>
                <a:off x="8107652" y="1887143"/>
                <a:ext cx="277560" cy="601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E96572F5-72E5-E27F-AD9D-5E94824F2E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90012" y="1869503"/>
                  <a:ext cx="3132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3B4849EA-8AA3-EB7D-EB2A-8A97F28D62C7}"/>
                    </a:ext>
                  </a:extLst>
                </p14:cNvPr>
                <p14:cNvContentPartPr/>
                <p14:nvPr/>
              </p14:nvContentPartPr>
              <p14:xfrm>
                <a:off x="8133212" y="1962743"/>
                <a:ext cx="483840" cy="5277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3B4849EA-8AA3-EB7D-EB2A-8A97F28D62C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15572" y="1945103"/>
                  <a:ext cx="519480" cy="56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F2C448B-5661-6A2F-E652-4B801C544104}"/>
              </a:ext>
            </a:extLst>
          </p:cNvPr>
          <p:cNvGrpSpPr/>
          <p:nvPr/>
        </p:nvGrpSpPr>
        <p:grpSpPr>
          <a:xfrm>
            <a:off x="8906132" y="1988663"/>
            <a:ext cx="1102320" cy="507600"/>
            <a:chOff x="8906132" y="1988663"/>
            <a:chExt cx="1102320" cy="50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8E810514-E02E-208D-CF37-C3127A962C82}"/>
                    </a:ext>
                  </a:extLst>
                </p14:cNvPr>
                <p14:cNvContentPartPr/>
                <p14:nvPr/>
              </p14:nvContentPartPr>
              <p14:xfrm>
                <a:off x="8906132" y="1988663"/>
                <a:ext cx="269280" cy="4006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8E810514-E02E-208D-CF37-C3127A962C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88492" y="1970663"/>
                  <a:ext cx="30492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B1B3B26A-AD28-2C4E-DB6C-AB0A3E704447}"/>
                    </a:ext>
                  </a:extLst>
                </p14:cNvPr>
                <p14:cNvContentPartPr/>
                <p14:nvPr/>
              </p14:nvContentPartPr>
              <p14:xfrm>
                <a:off x="9283772" y="2411663"/>
                <a:ext cx="32400" cy="396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B1B3B26A-AD28-2C4E-DB6C-AB0A3E7044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266132" y="2393663"/>
                  <a:ext cx="68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B944F3FB-70DD-F74F-3AD3-D23F2DC70665}"/>
                    </a:ext>
                  </a:extLst>
                </p14:cNvPr>
                <p14:cNvContentPartPr/>
                <p14:nvPr/>
              </p14:nvContentPartPr>
              <p14:xfrm>
                <a:off x="9553052" y="2178743"/>
                <a:ext cx="306000" cy="2444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B944F3FB-70DD-F74F-3AD3-D23F2DC706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35412" y="2161103"/>
                  <a:ext cx="341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E75FA9F6-B2FF-D893-3118-2A0DDD2F1014}"/>
                    </a:ext>
                  </a:extLst>
                </p14:cNvPr>
                <p14:cNvContentPartPr/>
                <p14:nvPr/>
              </p14:nvContentPartPr>
              <p14:xfrm>
                <a:off x="9928532" y="2419943"/>
                <a:ext cx="79920" cy="7632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E75FA9F6-B2FF-D893-3118-2A0DDD2F10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10532" y="2401943"/>
                  <a:ext cx="11556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86066B4-440C-FCBE-465E-09FBC42FC3CA}"/>
              </a:ext>
            </a:extLst>
          </p:cNvPr>
          <p:cNvGrpSpPr/>
          <p:nvPr/>
        </p:nvGrpSpPr>
        <p:grpSpPr>
          <a:xfrm>
            <a:off x="10322732" y="1884983"/>
            <a:ext cx="1530720" cy="897480"/>
            <a:chOff x="10322732" y="1884983"/>
            <a:chExt cx="1530720" cy="89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854AD4AD-6288-DD6F-53EF-4D085FF15AD9}"/>
                    </a:ext>
                  </a:extLst>
                </p14:cNvPr>
                <p14:cNvContentPartPr/>
                <p14:nvPr/>
              </p14:nvContentPartPr>
              <p14:xfrm>
                <a:off x="10322732" y="2151383"/>
                <a:ext cx="398160" cy="2408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854AD4AD-6288-DD6F-53EF-4D085FF15A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04732" y="2133743"/>
                  <a:ext cx="433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D68D7AA9-6680-B480-A768-B475CEA79D99}"/>
                    </a:ext>
                  </a:extLst>
                </p14:cNvPr>
                <p14:cNvContentPartPr/>
                <p14:nvPr/>
              </p14:nvContentPartPr>
              <p14:xfrm>
                <a:off x="10720532" y="2424263"/>
                <a:ext cx="163440" cy="806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D68D7AA9-6680-B480-A768-B475CEA79D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702532" y="2406263"/>
                  <a:ext cx="199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B39846AF-EE96-C65F-F60C-F7526B6016D1}"/>
                    </a:ext>
                  </a:extLst>
                </p14:cNvPr>
                <p14:cNvContentPartPr/>
                <p14:nvPr/>
              </p14:nvContentPartPr>
              <p14:xfrm>
                <a:off x="11100332" y="2138783"/>
                <a:ext cx="423360" cy="47664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B39846AF-EE96-C65F-F60C-F7526B6016D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82332" y="2120783"/>
                  <a:ext cx="4590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6303EAA4-B173-0D99-30A5-0683ADA6CC2E}"/>
                    </a:ext>
                  </a:extLst>
                </p14:cNvPr>
                <p14:cNvContentPartPr/>
                <p14:nvPr/>
              </p14:nvContentPartPr>
              <p14:xfrm>
                <a:off x="11530532" y="1884983"/>
                <a:ext cx="322920" cy="89748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6303EAA4-B173-0D99-30A5-0683ADA6CC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12532" y="1866983"/>
                  <a:ext cx="358560" cy="9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6C98BF82-A9CF-5E08-250A-BE63789AEF96}"/>
                  </a:ext>
                </a:extLst>
              </p14:cNvPr>
              <p14:cNvContentPartPr/>
              <p14:nvPr/>
            </p14:nvContentPartPr>
            <p14:xfrm>
              <a:off x="11005652" y="1875983"/>
              <a:ext cx="671760" cy="86832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6C98BF82-A9CF-5E08-250A-BE63789AEF9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988012" y="1857983"/>
                <a:ext cx="707400" cy="90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2EA39A3F-5247-32F9-513B-419103F3DBD0}"/>
              </a:ext>
            </a:extLst>
          </p:cNvPr>
          <p:cNvGrpSpPr/>
          <p:nvPr/>
        </p:nvGrpSpPr>
        <p:grpSpPr>
          <a:xfrm>
            <a:off x="10122212" y="1082183"/>
            <a:ext cx="861120" cy="884520"/>
            <a:chOff x="10122212" y="1082183"/>
            <a:chExt cx="861120" cy="88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4E102D2B-9822-9EAE-D18E-DD78B7933AA8}"/>
                    </a:ext>
                  </a:extLst>
                </p14:cNvPr>
                <p14:cNvContentPartPr/>
                <p14:nvPr/>
              </p14:nvContentPartPr>
              <p14:xfrm>
                <a:off x="10122212" y="1082183"/>
                <a:ext cx="188280" cy="6019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4E102D2B-9822-9EAE-D18E-DD78B7933A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104212" y="1064183"/>
                  <a:ext cx="22392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8DF0A3E1-8C4A-6997-34CB-71361F818F6E}"/>
                    </a:ext>
                  </a:extLst>
                </p14:cNvPr>
                <p14:cNvContentPartPr/>
                <p14:nvPr/>
              </p14:nvContentPartPr>
              <p14:xfrm>
                <a:off x="10321292" y="1526423"/>
                <a:ext cx="17640" cy="1054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8DF0A3E1-8C4A-6997-34CB-71361F818F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03652" y="1508783"/>
                  <a:ext cx="53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76006B2F-F0D2-EB74-A8D2-BDD05B5FE7F6}"/>
                    </a:ext>
                  </a:extLst>
                </p14:cNvPr>
                <p14:cNvContentPartPr/>
                <p14:nvPr/>
              </p14:nvContentPartPr>
              <p14:xfrm>
                <a:off x="10364492" y="1294943"/>
                <a:ext cx="44640" cy="3708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76006B2F-F0D2-EB74-A8D2-BDD05B5FE7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46492" y="1277303"/>
                  <a:ext cx="80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D94652BC-88C1-DD0E-4415-0435D3234A51}"/>
                    </a:ext>
                  </a:extLst>
                </p14:cNvPr>
                <p14:cNvContentPartPr/>
                <p14:nvPr/>
              </p14:nvContentPartPr>
              <p14:xfrm>
                <a:off x="10525052" y="1464143"/>
                <a:ext cx="157680" cy="3387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D94652BC-88C1-DD0E-4415-0435D3234A5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07052" y="1446503"/>
                  <a:ext cx="1933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896F50E7-6DCD-F279-8B83-BC7BC70FAD65}"/>
                    </a:ext>
                  </a:extLst>
                </p14:cNvPr>
                <p14:cNvContentPartPr/>
                <p14:nvPr/>
              </p14:nvContentPartPr>
              <p14:xfrm>
                <a:off x="10743572" y="1218983"/>
                <a:ext cx="181800" cy="74772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896F50E7-6DCD-F279-8B83-BC7BC70FAD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25572" y="1200983"/>
                  <a:ext cx="217440" cy="78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7709B3DB-DAE6-D62C-BE6B-BA1233E89E18}"/>
                    </a:ext>
                  </a:extLst>
                </p14:cNvPr>
                <p14:cNvContentPartPr/>
                <p14:nvPr/>
              </p14:nvContentPartPr>
              <p14:xfrm>
                <a:off x="10779572" y="1501583"/>
                <a:ext cx="203760" cy="2592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7709B3DB-DAE6-D62C-BE6B-BA1233E89E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761932" y="1483583"/>
                  <a:ext cx="239400" cy="6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1E558B17-6C1F-778A-9610-FD1B633E6DC4}"/>
                  </a:ext>
                </a:extLst>
              </p14:cNvPr>
              <p14:cNvContentPartPr/>
              <p14:nvPr/>
            </p14:nvContentPartPr>
            <p14:xfrm>
              <a:off x="6434012" y="1170023"/>
              <a:ext cx="274320" cy="828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1E558B17-6C1F-778A-9610-FD1B633E6DC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80372" y="1062383"/>
                <a:ext cx="38196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D025BAD9-D69A-CBD5-9B8D-71571AE5CEDE}"/>
              </a:ext>
            </a:extLst>
          </p:cNvPr>
          <p:cNvGrpSpPr/>
          <p:nvPr/>
        </p:nvGrpSpPr>
        <p:grpSpPr>
          <a:xfrm>
            <a:off x="386427" y="1972733"/>
            <a:ext cx="1528560" cy="2158200"/>
            <a:chOff x="386427" y="1972733"/>
            <a:chExt cx="1528560" cy="21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AB2A7476-CDF8-C1F7-2C5F-51B238C6029C}"/>
                    </a:ext>
                  </a:extLst>
                </p14:cNvPr>
                <p14:cNvContentPartPr/>
                <p14:nvPr/>
              </p14:nvContentPartPr>
              <p14:xfrm>
                <a:off x="1060347" y="1972733"/>
                <a:ext cx="496800" cy="47376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AB2A7476-CDF8-C1F7-2C5F-51B238C602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2707" y="1955093"/>
                  <a:ext cx="53244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C7D9C7CB-8017-8E28-9878-32A401A65430}"/>
                    </a:ext>
                  </a:extLst>
                </p14:cNvPr>
                <p14:cNvContentPartPr/>
                <p14:nvPr/>
              </p14:nvContentPartPr>
              <p14:xfrm>
                <a:off x="726627" y="2476373"/>
                <a:ext cx="471600" cy="64152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C7D9C7CB-8017-8E28-9878-32A401A654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8627" y="2458373"/>
                  <a:ext cx="50724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7745AA36-9872-D358-5258-B60AF21CE16F}"/>
                    </a:ext>
                  </a:extLst>
                </p14:cNvPr>
                <p14:cNvContentPartPr/>
                <p14:nvPr/>
              </p14:nvContentPartPr>
              <p14:xfrm>
                <a:off x="1388307" y="2378813"/>
                <a:ext cx="276480" cy="47736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7745AA36-9872-D358-5258-B60AF21CE16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70667" y="2361173"/>
                  <a:ext cx="31212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7A5C2A3A-D0B8-49F8-76E9-BD6E260AC45D}"/>
                    </a:ext>
                  </a:extLst>
                </p14:cNvPr>
                <p14:cNvContentPartPr/>
                <p14:nvPr/>
              </p14:nvContentPartPr>
              <p14:xfrm>
                <a:off x="1642467" y="2787773"/>
                <a:ext cx="272520" cy="33264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7A5C2A3A-D0B8-49F8-76E9-BD6E260AC4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24467" y="2769773"/>
                  <a:ext cx="3081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4BE45F5D-8368-AAD9-00FF-DD9350ECFDB8}"/>
                    </a:ext>
                  </a:extLst>
                </p14:cNvPr>
                <p14:cNvContentPartPr/>
                <p14:nvPr/>
              </p14:nvContentPartPr>
              <p14:xfrm>
                <a:off x="386427" y="3145253"/>
                <a:ext cx="528840" cy="98568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4BE45F5D-8368-AAD9-00FF-DD9350ECFDB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8427" y="3127613"/>
                  <a:ext cx="564480" cy="10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2B079C8E-5894-2CFC-C3A6-388AA35A1AA5}"/>
              </a:ext>
            </a:extLst>
          </p:cNvPr>
          <p:cNvGrpSpPr/>
          <p:nvPr/>
        </p:nvGrpSpPr>
        <p:grpSpPr>
          <a:xfrm>
            <a:off x="8389587" y="3119693"/>
            <a:ext cx="1971360" cy="1293480"/>
            <a:chOff x="8389587" y="3119693"/>
            <a:chExt cx="1971360" cy="12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3B32AC6D-BF43-36D5-2A1A-5318E2B3914C}"/>
                    </a:ext>
                  </a:extLst>
                </p14:cNvPr>
                <p14:cNvContentPartPr/>
                <p14:nvPr/>
              </p14:nvContentPartPr>
              <p14:xfrm>
                <a:off x="8389587" y="3204653"/>
                <a:ext cx="217080" cy="73584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3B32AC6D-BF43-36D5-2A1A-5318E2B3914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71587" y="3186653"/>
                  <a:ext cx="25272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B5A5A7C6-DF13-B969-E698-E72C3A152F28}"/>
                    </a:ext>
                  </a:extLst>
                </p14:cNvPr>
                <p14:cNvContentPartPr/>
                <p14:nvPr/>
              </p14:nvContentPartPr>
              <p14:xfrm>
                <a:off x="8754987" y="3288893"/>
                <a:ext cx="134280" cy="58068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B5A5A7C6-DF13-B969-E698-E72C3A152F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36987" y="3271253"/>
                  <a:ext cx="16992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FBA63F71-0CC9-5DC0-5781-7666C10594EC}"/>
                    </a:ext>
                  </a:extLst>
                </p14:cNvPr>
                <p14:cNvContentPartPr/>
                <p14:nvPr/>
              </p14:nvContentPartPr>
              <p14:xfrm>
                <a:off x="9052347" y="3394733"/>
                <a:ext cx="180720" cy="41184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FBA63F71-0CC9-5DC0-5781-7666C10594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34347" y="3377093"/>
                  <a:ext cx="2163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1AC223EC-1033-209B-D1A2-15CD6FB723F6}"/>
                    </a:ext>
                  </a:extLst>
                </p14:cNvPr>
                <p14:cNvContentPartPr/>
                <p14:nvPr/>
              </p14:nvContentPartPr>
              <p14:xfrm>
                <a:off x="9716907" y="3348293"/>
                <a:ext cx="101160" cy="52128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1AC223EC-1033-209B-D1A2-15CD6FB723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99267" y="3330653"/>
                  <a:ext cx="13680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CBAA7A48-F64A-3FAB-FC4E-97AF87667560}"/>
                    </a:ext>
                  </a:extLst>
                </p14:cNvPr>
                <p14:cNvContentPartPr/>
                <p14:nvPr/>
              </p14:nvContentPartPr>
              <p14:xfrm>
                <a:off x="9905907" y="3306173"/>
                <a:ext cx="118440" cy="59904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CBAA7A48-F64A-3FAB-FC4E-97AF876675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87907" y="3288173"/>
                  <a:ext cx="15408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111846D6-1041-7DF3-880B-1155795AF076}"/>
                    </a:ext>
                  </a:extLst>
                </p14:cNvPr>
                <p14:cNvContentPartPr/>
                <p14:nvPr/>
              </p14:nvContentPartPr>
              <p14:xfrm>
                <a:off x="10079427" y="3119693"/>
                <a:ext cx="281520" cy="88128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111846D6-1041-7DF3-880B-1155795AF0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61427" y="3102053"/>
                  <a:ext cx="317160" cy="9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749C55B9-FF4B-A1B5-F434-76742D1944E2}"/>
                    </a:ext>
                  </a:extLst>
                </p14:cNvPr>
                <p14:cNvContentPartPr/>
                <p14:nvPr/>
              </p14:nvContentPartPr>
              <p14:xfrm>
                <a:off x="8846787" y="3835733"/>
                <a:ext cx="1140120" cy="57744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749C55B9-FF4B-A1B5-F434-76742D1944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828787" y="3817733"/>
                  <a:ext cx="1175760" cy="61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26B07AD5-ABED-4B02-51B1-399C7D79BC4C}"/>
                  </a:ext>
                </a:extLst>
              </p14:cNvPr>
              <p14:cNvContentPartPr/>
              <p14:nvPr/>
            </p14:nvContentPartPr>
            <p14:xfrm>
              <a:off x="7200867" y="833333"/>
              <a:ext cx="1113840" cy="1764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26B07AD5-ABED-4B02-51B1-399C7D79BC4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46867" y="725693"/>
                <a:ext cx="1221480" cy="23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CEEC9E85-5F6E-81E7-CD97-D66CEEF77CBF}"/>
              </a:ext>
            </a:extLst>
          </p:cNvPr>
          <p:cNvGrpSpPr/>
          <p:nvPr/>
        </p:nvGrpSpPr>
        <p:grpSpPr>
          <a:xfrm>
            <a:off x="6519027" y="667733"/>
            <a:ext cx="1153800" cy="1949760"/>
            <a:chOff x="6519027" y="667733"/>
            <a:chExt cx="1153800" cy="19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C42D9D17-1CF0-4148-FE7D-0E44EE8422CF}"/>
                    </a:ext>
                  </a:extLst>
                </p14:cNvPr>
                <p14:cNvContentPartPr/>
                <p14:nvPr/>
              </p14:nvContentPartPr>
              <p14:xfrm>
                <a:off x="7033107" y="667733"/>
                <a:ext cx="230040" cy="294840"/>
              </p14:xfrm>
            </p:contentPart>
          </mc:Choice>
          <mc:Fallback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C42D9D17-1CF0-4148-FE7D-0E44EE8422C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15107" y="649733"/>
                  <a:ext cx="2656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032EAA8C-62F4-8C84-4545-4B3E52D8A499}"/>
                    </a:ext>
                  </a:extLst>
                </p14:cNvPr>
                <p14:cNvContentPartPr/>
                <p14:nvPr/>
              </p14:nvContentPartPr>
              <p14:xfrm>
                <a:off x="6761307" y="1052213"/>
                <a:ext cx="405000" cy="47124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032EAA8C-62F4-8C84-4545-4B3E52D8A4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43667" y="1034213"/>
                  <a:ext cx="44064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90CCFDB2-D866-072C-0315-BCC5582B9D53}"/>
                    </a:ext>
                  </a:extLst>
                </p14:cNvPr>
                <p14:cNvContentPartPr/>
                <p14:nvPr/>
              </p14:nvContentPartPr>
              <p14:xfrm>
                <a:off x="6650427" y="1506893"/>
                <a:ext cx="152640" cy="46728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90CCFDB2-D866-072C-0315-BCC5582B9D5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32787" y="1488893"/>
                  <a:ext cx="18828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BEEF12BC-8CB5-BFA5-C9DA-266D5B0BE0BE}"/>
                    </a:ext>
                  </a:extLst>
                </p14:cNvPr>
                <p14:cNvContentPartPr/>
                <p14:nvPr/>
              </p14:nvContentPartPr>
              <p14:xfrm>
                <a:off x="6519027" y="1815773"/>
                <a:ext cx="228960" cy="34992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BEEF12BC-8CB5-BFA5-C9DA-266D5B0BE0B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01387" y="1798133"/>
                  <a:ext cx="2646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819B9AED-72BA-8B64-45FC-DDA4F0777208}"/>
                    </a:ext>
                  </a:extLst>
                </p14:cNvPr>
                <p14:cNvContentPartPr/>
                <p14:nvPr/>
              </p14:nvContentPartPr>
              <p14:xfrm>
                <a:off x="6843747" y="1905053"/>
                <a:ext cx="200520" cy="39744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819B9AED-72BA-8B64-45FC-DDA4F077720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26107" y="1887053"/>
                  <a:ext cx="2361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F7659081-2A95-7108-7C4F-77B118BF76C8}"/>
                    </a:ext>
                  </a:extLst>
                </p14:cNvPr>
                <p14:cNvContentPartPr/>
                <p14:nvPr/>
              </p14:nvContentPartPr>
              <p14:xfrm>
                <a:off x="7063707" y="2036093"/>
                <a:ext cx="192960" cy="283680"/>
              </p14:xfrm>
            </p:contentPart>
          </mc:Choice>
          <mc:Fallback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F7659081-2A95-7108-7C4F-77B118BF76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45707" y="2018453"/>
                  <a:ext cx="228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C9D807CD-0196-E759-59FC-D17CD44DCB6D}"/>
                    </a:ext>
                  </a:extLst>
                </p14:cNvPr>
                <p14:cNvContentPartPr/>
                <p14:nvPr/>
              </p14:nvContentPartPr>
              <p14:xfrm>
                <a:off x="7194747" y="2137613"/>
                <a:ext cx="103680" cy="47988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C9D807CD-0196-E759-59FC-D17CD44DCB6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76747" y="2119973"/>
                  <a:ext cx="1393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5BFEC10D-A085-A66F-5A95-25C57F73C882}"/>
                    </a:ext>
                  </a:extLst>
                </p14:cNvPr>
                <p14:cNvContentPartPr/>
                <p14:nvPr/>
              </p14:nvContentPartPr>
              <p14:xfrm>
                <a:off x="7238307" y="2179733"/>
                <a:ext cx="156240" cy="186480"/>
              </p14:xfrm>
            </p:contentPart>
          </mc:Choice>
          <mc:Fallback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5BFEC10D-A085-A66F-5A95-25C57F73C88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20307" y="2162093"/>
                  <a:ext cx="191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6E015188-4FCC-F5E3-9839-9E1FEF06B12E}"/>
                    </a:ext>
                  </a:extLst>
                </p14:cNvPr>
                <p14:cNvContentPartPr/>
                <p14:nvPr/>
              </p14:nvContentPartPr>
              <p14:xfrm>
                <a:off x="7379427" y="1925933"/>
                <a:ext cx="121680" cy="42732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6E015188-4FCC-F5E3-9839-9E1FEF06B12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61787" y="1908293"/>
                  <a:ext cx="15732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EBF94F5A-7BCA-2428-0B3B-31318D289CBB}"/>
                    </a:ext>
                  </a:extLst>
                </p14:cNvPr>
                <p14:cNvContentPartPr/>
                <p14:nvPr/>
              </p14:nvContentPartPr>
              <p14:xfrm>
                <a:off x="7412547" y="2061653"/>
                <a:ext cx="163440" cy="17640"/>
              </p14:xfrm>
            </p:contentPart>
          </mc:Choice>
          <mc:Fallback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EBF94F5A-7BCA-2428-0B3B-31318D289C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94547" y="2044013"/>
                  <a:ext cx="199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8" name="墨迹 127">
                  <a:extLst>
                    <a:ext uri="{FF2B5EF4-FFF2-40B4-BE49-F238E27FC236}">
                      <a16:creationId xmlns:a16="http://schemas.microsoft.com/office/drawing/2014/main" id="{8EEFD128-B4FC-E7C3-E6AD-DA6411148A5A}"/>
                    </a:ext>
                  </a:extLst>
                </p14:cNvPr>
                <p14:cNvContentPartPr/>
                <p14:nvPr/>
              </p14:nvContentPartPr>
              <p14:xfrm>
                <a:off x="7595067" y="2006573"/>
                <a:ext cx="77760" cy="380880"/>
              </p14:xfrm>
            </p:contentPart>
          </mc:Choice>
          <mc:Fallback>
            <p:pic>
              <p:nvPicPr>
                <p:cNvPr id="128" name="墨迹 127">
                  <a:extLst>
                    <a:ext uri="{FF2B5EF4-FFF2-40B4-BE49-F238E27FC236}">
                      <a16:creationId xmlns:a16="http://schemas.microsoft.com/office/drawing/2014/main" id="{8EEFD128-B4FC-E7C3-E6AD-DA6411148A5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77067" y="1988573"/>
                  <a:ext cx="113400" cy="41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52C85A96-17FE-9E5C-708C-A23CF7A22F9B}"/>
              </a:ext>
            </a:extLst>
          </p:cNvPr>
          <p:cNvGrpSpPr/>
          <p:nvPr/>
        </p:nvGrpSpPr>
        <p:grpSpPr>
          <a:xfrm>
            <a:off x="440427" y="1532093"/>
            <a:ext cx="2157840" cy="2273760"/>
            <a:chOff x="440427" y="1532093"/>
            <a:chExt cx="2157840" cy="22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0" name="墨迹 129">
                  <a:extLst>
                    <a:ext uri="{FF2B5EF4-FFF2-40B4-BE49-F238E27FC236}">
                      <a16:creationId xmlns:a16="http://schemas.microsoft.com/office/drawing/2014/main" id="{A00C3259-CE26-6542-507B-EFE56F1DA139}"/>
                    </a:ext>
                  </a:extLst>
                </p14:cNvPr>
                <p14:cNvContentPartPr/>
                <p14:nvPr/>
              </p14:nvContentPartPr>
              <p14:xfrm>
                <a:off x="1370307" y="1532093"/>
                <a:ext cx="227160" cy="633960"/>
              </p14:xfrm>
            </p:contentPart>
          </mc:Choice>
          <mc:Fallback>
            <p:pic>
              <p:nvPicPr>
                <p:cNvPr id="130" name="墨迹 129">
                  <a:extLst>
                    <a:ext uri="{FF2B5EF4-FFF2-40B4-BE49-F238E27FC236}">
                      <a16:creationId xmlns:a16="http://schemas.microsoft.com/office/drawing/2014/main" id="{A00C3259-CE26-6542-507B-EFE56F1DA1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52667" y="1514093"/>
                  <a:ext cx="26280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1" name="墨迹 130">
                  <a:extLst>
                    <a:ext uri="{FF2B5EF4-FFF2-40B4-BE49-F238E27FC236}">
                      <a16:creationId xmlns:a16="http://schemas.microsoft.com/office/drawing/2014/main" id="{E57F2834-201C-39F6-3924-FA83EB0A6861}"/>
                    </a:ext>
                  </a:extLst>
                </p14:cNvPr>
                <p14:cNvContentPartPr/>
                <p14:nvPr/>
              </p14:nvContentPartPr>
              <p14:xfrm>
                <a:off x="1337547" y="1964093"/>
                <a:ext cx="172440" cy="194040"/>
              </p14:xfrm>
            </p:contentPart>
          </mc:Choice>
          <mc:Fallback>
            <p:pic>
              <p:nvPicPr>
                <p:cNvPr id="131" name="墨迹 130">
                  <a:extLst>
                    <a:ext uri="{FF2B5EF4-FFF2-40B4-BE49-F238E27FC236}">
                      <a16:creationId xmlns:a16="http://schemas.microsoft.com/office/drawing/2014/main" id="{E57F2834-201C-39F6-3924-FA83EB0A686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19547" y="1946093"/>
                  <a:ext cx="208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2" name="墨迹 131">
                  <a:extLst>
                    <a:ext uri="{FF2B5EF4-FFF2-40B4-BE49-F238E27FC236}">
                      <a16:creationId xmlns:a16="http://schemas.microsoft.com/office/drawing/2014/main" id="{F2848A97-82C8-72D9-D5B8-ACF165675BD3}"/>
                    </a:ext>
                  </a:extLst>
                </p14:cNvPr>
                <p14:cNvContentPartPr/>
                <p14:nvPr/>
              </p14:nvContentPartPr>
              <p14:xfrm>
                <a:off x="951987" y="2133293"/>
                <a:ext cx="453600" cy="612720"/>
              </p14:xfrm>
            </p:contentPart>
          </mc:Choice>
          <mc:Fallback>
            <p:pic>
              <p:nvPicPr>
                <p:cNvPr id="132" name="墨迹 131">
                  <a:extLst>
                    <a:ext uri="{FF2B5EF4-FFF2-40B4-BE49-F238E27FC236}">
                      <a16:creationId xmlns:a16="http://schemas.microsoft.com/office/drawing/2014/main" id="{F2848A97-82C8-72D9-D5B8-ACF165675BD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3987" y="2115653"/>
                  <a:ext cx="48924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3" name="墨迹 132">
                  <a:extLst>
                    <a:ext uri="{FF2B5EF4-FFF2-40B4-BE49-F238E27FC236}">
                      <a16:creationId xmlns:a16="http://schemas.microsoft.com/office/drawing/2014/main" id="{66E1592E-383E-1A12-70E1-54B0AB4DB869}"/>
                    </a:ext>
                  </a:extLst>
                </p14:cNvPr>
                <p14:cNvContentPartPr/>
                <p14:nvPr/>
              </p14:nvContentPartPr>
              <p14:xfrm>
                <a:off x="926787" y="2611733"/>
                <a:ext cx="291600" cy="274320"/>
              </p14:xfrm>
            </p:contentPart>
          </mc:Choice>
          <mc:Fallback>
            <p:pic>
              <p:nvPicPr>
                <p:cNvPr id="133" name="墨迹 132">
                  <a:extLst>
                    <a:ext uri="{FF2B5EF4-FFF2-40B4-BE49-F238E27FC236}">
                      <a16:creationId xmlns:a16="http://schemas.microsoft.com/office/drawing/2014/main" id="{66E1592E-383E-1A12-70E1-54B0AB4DB86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9147" y="2594093"/>
                  <a:ext cx="3272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4" name="墨迹 133">
                  <a:extLst>
                    <a:ext uri="{FF2B5EF4-FFF2-40B4-BE49-F238E27FC236}">
                      <a16:creationId xmlns:a16="http://schemas.microsoft.com/office/drawing/2014/main" id="{48A28F96-2D69-8B1E-4798-5093C6F50E17}"/>
                    </a:ext>
                  </a:extLst>
                </p14:cNvPr>
                <p14:cNvContentPartPr/>
                <p14:nvPr/>
              </p14:nvContentPartPr>
              <p14:xfrm>
                <a:off x="1409547" y="2277293"/>
                <a:ext cx="489600" cy="458640"/>
              </p14:xfrm>
            </p:contentPart>
          </mc:Choice>
          <mc:Fallback>
            <p:pic>
              <p:nvPicPr>
                <p:cNvPr id="134" name="墨迹 133">
                  <a:extLst>
                    <a:ext uri="{FF2B5EF4-FFF2-40B4-BE49-F238E27FC236}">
                      <a16:creationId xmlns:a16="http://schemas.microsoft.com/office/drawing/2014/main" id="{48A28F96-2D69-8B1E-4798-5093C6F50E1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91547" y="2259653"/>
                  <a:ext cx="52524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C2718018-E4EF-28F0-019D-110E0802FE9B}"/>
                    </a:ext>
                  </a:extLst>
                </p14:cNvPr>
                <p14:cNvContentPartPr/>
                <p14:nvPr/>
              </p14:nvContentPartPr>
              <p14:xfrm>
                <a:off x="1720227" y="2463773"/>
                <a:ext cx="180720" cy="26316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C2718018-E4EF-28F0-019D-110E0802FE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02587" y="2445773"/>
                  <a:ext cx="2163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7" name="墨迹 136">
                  <a:extLst>
                    <a:ext uri="{FF2B5EF4-FFF2-40B4-BE49-F238E27FC236}">
                      <a16:creationId xmlns:a16="http://schemas.microsoft.com/office/drawing/2014/main" id="{B4EC9555-1311-A8E5-1B2B-15294830468D}"/>
                    </a:ext>
                  </a:extLst>
                </p14:cNvPr>
                <p14:cNvContentPartPr/>
                <p14:nvPr/>
              </p14:nvContentPartPr>
              <p14:xfrm>
                <a:off x="616467" y="2499773"/>
                <a:ext cx="1981800" cy="789120"/>
              </p14:xfrm>
            </p:contentPart>
          </mc:Choice>
          <mc:Fallback>
            <p:pic>
              <p:nvPicPr>
                <p:cNvPr id="137" name="墨迹 136">
                  <a:extLst>
                    <a:ext uri="{FF2B5EF4-FFF2-40B4-BE49-F238E27FC236}">
                      <a16:creationId xmlns:a16="http://schemas.microsoft.com/office/drawing/2014/main" id="{B4EC9555-1311-A8E5-1B2B-1529483046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8467" y="2482133"/>
                  <a:ext cx="201744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9" name="墨迹 138">
                  <a:extLst>
                    <a:ext uri="{FF2B5EF4-FFF2-40B4-BE49-F238E27FC236}">
                      <a16:creationId xmlns:a16="http://schemas.microsoft.com/office/drawing/2014/main" id="{EE59E633-07AC-66F5-FC9D-0A27B82F0104}"/>
                    </a:ext>
                  </a:extLst>
                </p14:cNvPr>
                <p14:cNvContentPartPr/>
                <p14:nvPr/>
              </p14:nvContentPartPr>
              <p14:xfrm>
                <a:off x="440427" y="2996933"/>
                <a:ext cx="410760" cy="808920"/>
              </p14:xfrm>
            </p:contentPart>
          </mc:Choice>
          <mc:Fallback>
            <p:pic>
              <p:nvPicPr>
                <p:cNvPr id="139" name="墨迹 138">
                  <a:extLst>
                    <a:ext uri="{FF2B5EF4-FFF2-40B4-BE49-F238E27FC236}">
                      <a16:creationId xmlns:a16="http://schemas.microsoft.com/office/drawing/2014/main" id="{EE59E633-07AC-66F5-FC9D-0A27B82F010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2427" y="2979293"/>
                  <a:ext cx="446400" cy="844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队列（先进先出）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79" y="2202881"/>
            <a:ext cx="9264574" cy="3666406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13DDF487-9963-B2A1-CE97-41E87B53100C}"/>
                  </a:ext>
                </a:extLst>
              </p14:cNvPr>
              <p14:cNvContentPartPr/>
              <p14:nvPr/>
            </p14:nvContentPartPr>
            <p14:xfrm>
              <a:off x="8667812" y="1153463"/>
              <a:ext cx="387720" cy="4860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13DDF487-9963-B2A1-CE97-41E87B5310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50172" y="1135463"/>
                <a:ext cx="423360" cy="52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139CD4AE-DB92-9BEF-9B62-9E596984C4F3}"/>
              </a:ext>
            </a:extLst>
          </p:cNvPr>
          <p:cNvGrpSpPr/>
          <p:nvPr/>
        </p:nvGrpSpPr>
        <p:grpSpPr>
          <a:xfrm>
            <a:off x="8309252" y="1677623"/>
            <a:ext cx="3194640" cy="323280"/>
            <a:chOff x="8309252" y="1677623"/>
            <a:chExt cx="319464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13A05F94-B6E4-C21A-67C1-561E82064E7B}"/>
                    </a:ext>
                  </a:extLst>
                </p14:cNvPr>
                <p14:cNvContentPartPr/>
                <p14:nvPr/>
              </p14:nvContentPartPr>
              <p14:xfrm>
                <a:off x="8309252" y="1736303"/>
                <a:ext cx="3194640" cy="1562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13A05F94-B6E4-C21A-67C1-561E82064E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91252" y="1718303"/>
                  <a:ext cx="3230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2BEC4E2A-C4D7-9EB3-76A1-E7B9A1FF9E45}"/>
                    </a:ext>
                  </a:extLst>
                </p14:cNvPr>
                <p14:cNvContentPartPr/>
                <p14:nvPr/>
              </p14:nvContentPartPr>
              <p14:xfrm>
                <a:off x="9102332" y="1677623"/>
                <a:ext cx="268200" cy="2620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2BEC4E2A-C4D7-9EB3-76A1-E7B9A1FF9E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84692" y="1659623"/>
                  <a:ext cx="3038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CAD880A0-04B8-E51D-08EE-B3C89F711188}"/>
                    </a:ext>
                  </a:extLst>
                </p14:cNvPr>
                <p14:cNvContentPartPr/>
                <p14:nvPr/>
              </p14:nvContentPartPr>
              <p14:xfrm>
                <a:off x="9942932" y="1740623"/>
                <a:ext cx="233280" cy="2602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CAD880A0-04B8-E51D-08EE-B3C89F7111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24932" y="1722623"/>
                  <a:ext cx="26892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508F1C4B-AD70-214A-4615-B83F568307D7}"/>
                  </a:ext>
                </a:extLst>
              </p14:cNvPr>
              <p14:cNvContentPartPr/>
              <p14:nvPr/>
            </p14:nvContentPartPr>
            <p14:xfrm>
              <a:off x="10943012" y="1343543"/>
              <a:ext cx="396360" cy="34200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508F1C4B-AD70-214A-4615-B83F568307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925372" y="1325903"/>
                <a:ext cx="432000" cy="37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2990B312-9F16-D19C-4762-B553DADF12EB}"/>
              </a:ext>
            </a:extLst>
          </p:cNvPr>
          <p:cNvGrpSpPr/>
          <p:nvPr/>
        </p:nvGrpSpPr>
        <p:grpSpPr>
          <a:xfrm>
            <a:off x="8095416" y="3953903"/>
            <a:ext cx="4627440" cy="580320"/>
            <a:chOff x="8095416" y="3953903"/>
            <a:chExt cx="462744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5A05D029-94D1-BF9A-0EB4-23E2C3F91779}"/>
                    </a:ext>
                  </a:extLst>
                </p14:cNvPr>
                <p14:cNvContentPartPr/>
                <p14:nvPr/>
              </p14:nvContentPartPr>
              <p14:xfrm>
                <a:off x="8299892" y="3953903"/>
                <a:ext cx="4376880" cy="3456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5A05D029-94D1-BF9A-0EB4-23E2C3F917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81892" y="3935903"/>
                  <a:ext cx="4412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DFAED376-A7E4-B3FB-A2C5-642CF0FF708B}"/>
                    </a:ext>
                  </a:extLst>
                </p14:cNvPr>
                <p14:cNvContentPartPr/>
                <p14:nvPr/>
              </p14:nvContentPartPr>
              <p14:xfrm>
                <a:off x="8095416" y="4426583"/>
                <a:ext cx="4627440" cy="10764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DFAED376-A7E4-B3FB-A2C5-642CF0FF708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77416" y="4408583"/>
                  <a:ext cx="4663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3CFD0040-FF0B-6075-F302-D6AA94F65A32}"/>
                    </a:ext>
                  </a:extLst>
                </p14:cNvPr>
                <p14:cNvContentPartPr/>
                <p14:nvPr/>
              </p14:nvContentPartPr>
              <p14:xfrm>
                <a:off x="8815776" y="4087823"/>
                <a:ext cx="290880" cy="25812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3CFD0040-FF0B-6075-F302-D6AA94F65A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98136" y="4069823"/>
                  <a:ext cx="3265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00DCE4E4-9C4A-1B26-7B1A-A0D719EDAE83}"/>
                    </a:ext>
                  </a:extLst>
                </p14:cNvPr>
                <p14:cNvContentPartPr/>
                <p14:nvPr/>
              </p14:nvContentPartPr>
              <p14:xfrm>
                <a:off x="9341016" y="4017623"/>
                <a:ext cx="455040" cy="3538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00DCE4E4-9C4A-1B26-7B1A-A0D719EDAE8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23016" y="3999983"/>
                  <a:ext cx="4906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C7E62B37-6AA6-B825-47B9-28E001794DBE}"/>
                    </a:ext>
                  </a:extLst>
                </p14:cNvPr>
                <p14:cNvContentPartPr/>
                <p14:nvPr/>
              </p14:nvContentPartPr>
              <p14:xfrm>
                <a:off x="10037976" y="4043183"/>
                <a:ext cx="379800" cy="2746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C7E62B37-6AA6-B825-47B9-28E001794D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20336" y="4025183"/>
                  <a:ext cx="4154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09ADE9CD-32F5-0C26-5F2B-F7EC59D0C656}"/>
                    </a:ext>
                  </a:extLst>
                </p14:cNvPr>
                <p14:cNvContentPartPr/>
                <p14:nvPr/>
              </p14:nvContentPartPr>
              <p14:xfrm>
                <a:off x="10780656" y="4037423"/>
                <a:ext cx="712080" cy="3430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09ADE9CD-32F5-0C26-5F2B-F7EC59D0C6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62656" y="4019423"/>
                  <a:ext cx="7477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3CB9E413-4005-C0AE-90D0-C44C3E21FAE4}"/>
                    </a:ext>
                  </a:extLst>
                </p14:cNvPr>
                <p14:cNvContentPartPr/>
                <p14:nvPr/>
              </p14:nvContentPartPr>
              <p14:xfrm>
                <a:off x="11531256" y="4020863"/>
                <a:ext cx="549360" cy="42984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3CB9E413-4005-C0AE-90D0-C44C3E21FA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13616" y="4002863"/>
                  <a:ext cx="58500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E4FB1CE-AF31-F6DB-93A8-D0F6E2CDD7DB}"/>
              </a:ext>
            </a:extLst>
          </p:cNvPr>
          <p:cNvGrpSpPr/>
          <p:nvPr/>
        </p:nvGrpSpPr>
        <p:grpSpPr>
          <a:xfrm>
            <a:off x="4564172" y="761783"/>
            <a:ext cx="8156164" cy="5409720"/>
            <a:chOff x="4564172" y="761783"/>
            <a:chExt cx="8156164" cy="540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085D18B4-B721-ADE6-9F90-792DCC868D75}"/>
                    </a:ext>
                  </a:extLst>
                </p14:cNvPr>
                <p14:cNvContentPartPr/>
                <p14:nvPr/>
              </p14:nvContentPartPr>
              <p14:xfrm>
                <a:off x="4564172" y="1260023"/>
                <a:ext cx="787680" cy="5241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085D18B4-B721-ADE6-9F90-792DCC868D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46172" y="1242383"/>
                  <a:ext cx="82332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7ACC046-A9B2-A3E3-64DF-9A5EC2893433}"/>
                    </a:ext>
                  </a:extLst>
                </p14:cNvPr>
                <p14:cNvContentPartPr/>
                <p14:nvPr/>
              </p14:nvContentPartPr>
              <p14:xfrm>
                <a:off x="4884572" y="1076783"/>
                <a:ext cx="207720" cy="3668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7ACC046-A9B2-A3E3-64DF-9A5EC28934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66572" y="1059143"/>
                  <a:ext cx="2433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D8FE267B-79A9-E855-7A86-DB505C44A0CD}"/>
                    </a:ext>
                  </a:extLst>
                </p14:cNvPr>
                <p14:cNvContentPartPr/>
                <p14:nvPr/>
              </p14:nvContentPartPr>
              <p14:xfrm>
                <a:off x="5133692" y="1331663"/>
                <a:ext cx="136080" cy="1868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D8FE267B-79A9-E855-7A86-DB505C44A0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16052" y="1314023"/>
                  <a:ext cx="171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46AF9712-4183-8EA5-AE2B-D6AE3164D39B}"/>
                    </a:ext>
                  </a:extLst>
                </p14:cNvPr>
                <p14:cNvContentPartPr/>
                <p14:nvPr/>
              </p14:nvContentPartPr>
              <p14:xfrm>
                <a:off x="5798612" y="761783"/>
                <a:ext cx="763920" cy="11145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46AF9712-4183-8EA5-AE2B-D6AE3164D3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80972" y="743783"/>
                  <a:ext cx="799560" cy="11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0A800325-30F8-6809-A540-36EE2A820BD9}"/>
                    </a:ext>
                  </a:extLst>
                </p14:cNvPr>
                <p14:cNvContentPartPr/>
                <p14:nvPr/>
              </p14:nvContentPartPr>
              <p14:xfrm>
                <a:off x="5935052" y="1325183"/>
                <a:ext cx="225000" cy="5839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0A800325-30F8-6809-A540-36EE2A820BD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17052" y="1307543"/>
                  <a:ext cx="2606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97A3F3EF-F6FB-CAB7-C9F8-FB21735B36E0}"/>
                    </a:ext>
                  </a:extLst>
                </p14:cNvPr>
                <p14:cNvContentPartPr/>
                <p14:nvPr/>
              </p14:nvContentPartPr>
              <p14:xfrm>
                <a:off x="5838572" y="1463423"/>
                <a:ext cx="138240" cy="93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97A3F3EF-F6FB-CAB7-C9F8-FB21735B36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20932" y="1445783"/>
                  <a:ext cx="173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4FCAD8C0-E1AC-EF83-5614-6173E8510A8B}"/>
                    </a:ext>
                  </a:extLst>
                </p14:cNvPr>
                <p14:cNvContentPartPr/>
                <p14:nvPr/>
              </p14:nvContentPartPr>
              <p14:xfrm>
                <a:off x="5855132" y="1539023"/>
                <a:ext cx="117000" cy="568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4FCAD8C0-E1AC-EF83-5614-6173E8510A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37492" y="1521383"/>
                  <a:ext cx="152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368DDA06-9467-95C5-D29F-A9F4CF9C1ABB}"/>
                    </a:ext>
                  </a:extLst>
                </p14:cNvPr>
                <p14:cNvContentPartPr/>
                <p14:nvPr/>
              </p14:nvContentPartPr>
              <p14:xfrm>
                <a:off x="5356172" y="1782383"/>
                <a:ext cx="1319400" cy="13356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368DDA06-9467-95C5-D29F-A9F4CF9C1A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38172" y="1764743"/>
                  <a:ext cx="1355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DF3D05E2-168B-0BAE-CC04-3F899104E401}"/>
                    </a:ext>
                  </a:extLst>
                </p14:cNvPr>
                <p14:cNvContentPartPr/>
                <p14:nvPr/>
              </p14:nvContentPartPr>
              <p14:xfrm>
                <a:off x="8677532" y="1871303"/>
                <a:ext cx="550800" cy="3441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DF3D05E2-168B-0BAE-CC04-3F899104E40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59532" y="1853303"/>
                  <a:ext cx="5864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4E722316-D166-2961-7C99-D7BE762A2943}"/>
                    </a:ext>
                  </a:extLst>
                </p14:cNvPr>
                <p14:cNvContentPartPr/>
                <p14:nvPr/>
              </p14:nvContentPartPr>
              <p14:xfrm>
                <a:off x="9558812" y="1983983"/>
                <a:ext cx="309240" cy="2667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4E722316-D166-2961-7C99-D7BE762A294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41172" y="1965983"/>
                  <a:ext cx="3448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CF0E98C2-542A-DC5E-8531-13C82690D93D}"/>
                    </a:ext>
                  </a:extLst>
                </p14:cNvPr>
                <p14:cNvContentPartPr/>
                <p14:nvPr/>
              </p14:nvContentPartPr>
              <p14:xfrm>
                <a:off x="10153532" y="2046983"/>
                <a:ext cx="268200" cy="27648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CF0E98C2-542A-DC5E-8531-13C82690D9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35892" y="2028983"/>
                  <a:ext cx="303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A06EDDAD-B43C-D823-C4BA-0B4F952B5C78}"/>
                    </a:ext>
                  </a:extLst>
                </p14:cNvPr>
                <p14:cNvContentPartPr/>
                <p14:nvPr/>
              </p14:nvContentPartPr>
              <p14:xfrm>
                <a:off x="10737812" y="2069663"/>
                <a:ext cx="260640" cy="33408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A06EDDAD-B43C-D823-C4BA-0B4F952B5C7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720172" y="2052023"/>
                  <a:ext cx="2962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E05EB259-AD2D-6E37-EA7B-2C25A0F0FD8C}"/>
                    </a:ext>
                  </a:extLst>
                </p14:cNvPr>
                <p14:cNvContentPartPr/>
                <p14:nvPr/>
              </p14:nvContentPartPr>
              <p14:xfrm>
                <a:off x="8258132" y="2046983"/>
                <a:ext cx="705960" cy="1018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E05EB259-AD2D-6E37-EA7B-2C25A0F0FD8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40132" y="2028983"/>
                  <a:ext cx="741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2FC87330-7512-0941-9184-06F80ADBE437}"/>
                    </a:ext>
                  </a:extLst>
                </p14:cNvPr>
                <p14:cNvContentPartPr/>
                <p14:nvPr/>
              </p14:nvContentPartPr>
              <p14:xfrm>
                <a:off x="8338052" y="1924943"/>
                <a:ext cx="256320" cy="29880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2FC87330-7512-0941-9184-06F80ADBE4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20412" y="1907303"/>
                  <a:ext cx="2919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719FBB8B-1685-CE25-3E61-99CDB37CC0E1}"/>
                    </a:ext>
                  </a:extLst>
                </p14:cNvPr>
                <p14:cNvContentPartPr/>
                <p14:nvPr/>
              </p14:nvContentPartPr>
              <p14:xfrm>
                <a:off x="11062532" y="2201783"/>
                <a:ext cx="594000" cy="4248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719FBB8B-1685-CE25-3E61-99CDB37CC0E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44892" y="2184143"/>
                  <a:ext cx="629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2FBD58C4-CF64-5986-15F4-9DFED8D9B19C}"/>
                    </a:ext>
                  </a:extLst>
                </p14:cNvPr>
                <p14:cNvContentPartPr/>
                <p14:nvPr/>
              </p14:nvContentPartPr>
              <p14:xfrm>
                <a:off x="11078732" y="2113943"/>
                <a:ext cx="225360" cy="2599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2FBD58C4-CF64-5986-15F4-9DFED8D9B1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61092" y="2095943"/>
                  <a:ext cx="261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80F48FC3-3386-ACAF-51A3-E3C05DC326F3}"/>
                    </a:ext>
                  </a:extLst>
                </p14:cNvPr>
                <p14:cNvContentPartPr/>
                <p14:nvPr/>
              </p14:nvContentPartPr>
              <p14:xfrm>
                <a:off x="10846532" y="2550623"/>
                <a:ext cx="849600" cy="471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80F48FC3-3386-ACAF-51A3-E3C05DC326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828892" y="2532983"/>
                  <a:ext cx="885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B447614F-55CA-E35B-3793-D76E7C3ED6FE}"/>
                    </a:ext>
                  </a:extLst>
                </p14:cNvPr>
                <p14:cNvContentPartPr/>
                <p14:nvPr/>
              </p14:nvContentPartPr>
              <p14:xfrm>
                <a:off x="11551412" y="2487263"/>
                <a:ext cx="209160" cy="1904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B447614F-55CA-E35B-3793-D76E7C3ED6F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533772" y="2469263"/>
                  <a:ext cx="244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A4BA4201-569A-AF20-A3E6-B577076814E7}"/>
                    </a:ext>
                  </a:extLst>
                </p14:cNvPr>
                <p14:cNvContentPartPr/>
                <p14:nvPr/>
              </p14:nvContentPartPr>
              <p14:xfrm>
                <a:off x="8367216" y="3700103"/>
                <a:ext cx="481320" cy="4820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A4BA4201-569A-AF20-A3E6-B577076814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49576" y="3682463"/>
                  <a:ext cx="5169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31FA21E7-B700-53C2-47D0-72960C4FAF79}"/>
                    </a:ext>
                  </a:extLst>
                </p14:cNvPr>
                <p14:cNvContentPartPr/>
                <p14:nvPr/>
              </p14:nvContentPartPr>
              <p14:xfrm>
                <a:off x="11867856" y="3607583"/>
                <a:ext cx="549000" cy="43632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31FA21E7-B700-53C2-47D0-72960C4FAF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849856" y="3589943"/>
                  <a:ext cx="58464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A1BB5871-084A-2209-C7DD-5FAC8582EDD9}"/>
                    </a:ext>
                  </a:extLst>
                </p14:cNvPr>
                <p14:cNvContentPartPr/>
                <p14:nvPr/>
              </p14:nvContentPartPr>
              <p14:xfrm>
                <a:off x="9969216" y="5852183"/>
                <a:ext cx="402120" cy="31932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A1BB5871-084A-2209-C7DD-5FAC8582EDD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51216" y="5834543"/>
                  <a:ext cx="4377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F1BF2745-1AB0-7809-55C7-9E4B082AD200}"/>
                    </a:ext>
                  </a:extLst>
                </p14:cNvPr>
                <p14:cNvContentPartPr/>
                <p14:nvPr/>
              </p14:nvContentPartPr>
              <p14:xfrm>
                <a:off x="10169016" y="4456103"/>
                <a:ext cx="1899000" cy="14331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F1BF2745-1AB0-7809-55C7-9E4B082AD2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51016" y="4438463"/>
                  <a:ext cx="1934640" cy="14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697C9DA4-E439-3EC8-9D60-7239FEAF6097}"/>
                    </a:ext>
                  </a:extLst>
                </p14:cNvPr>
                <p14:cNvContentPartPr/>
                <p14:nvPr/>
              </p14:nvContentPartPr>
              <p14:xfrm>
                <a:off x="11692896" y="4478423"/>
                <a:ext cx="259200" cy="25164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697C9DA4-E439-3EC8-9D60-7239FEAF60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75256" y="4460783"/>
                  <a:ext cx="294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017AD1D6-276A-9343-6DDB-E20D16539DD5}"/>
                    </a:ext>
                  </a:extLst>
                </p14:cNvPr>
                <p14:cNvContentPartPr/>
                <p14:nvPr/>
              </p14:nvContentPartPr>
              <p14:xfrm>
                <a:off x="11442336" y="4471223"/>
                <a:ext cx="489240" cy="1303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017AD1D6-276A-9343-6DDB-E20D16539DD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424336" y="4453583"/>
                  <a:ext cx="524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7415EDFE-CF37-4CAE-24B0-7CFF7405656E}"/>
                    </a:ext>
                  </a:extLst>
                </p14:cNvPr>
                <p14:cNvContentPartPr/>
                <p14:nvPr/>
              </p14:nvContentPartPr>
              <p14:xfrm>
                <a:off x="11941656" y="2583383"/>
                <a:ext cx="778680" cy="174960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7415EDFE-CF37-4CAE-24B0-7CFF7405656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23656" y="2565743"/>
                  <a:ext cx="814320" cy="17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BC077100-2F71-F237-2B2C-7B5551B8CABF}"/>
                    </a:ext>
                  </a:extLst>
                </p14:cNvPr>
                <p14:cNvContentPartPr/>
                <p14:nvPr/>
              </p14:nvContentPartPr>
              <p14:xfrm>
                <a:off x="8563416" y="4319303"/>
                <a:ext cx="1629360" cy="17164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BC077100-2F71-F237-2B2C-7B5551B8CA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45416" y="4301663"/>
                  <a:ext cx="1665000" cy="175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466E49EA-042A-4BDD-52AA-658CF1B4E998}"/>
                    </a:ext>
                  </a:extLst>
                </p14:cNvPr>
                <p14:cNvContentPartPr/>
                <p14:nvPr/>
              </p14:nvContentPartPr>
              <p14:xfrm>
                <a:off x="8485656" y="4305263"/>
                <a:ext cx="422640" cy="26100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466E49EA-042A-4BDD-52AA-658CF1B4E99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67656" y="4287263"/>
                  <a:ext cx="4582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1CCD4CDE-C879-3935-0454-193463EEDB83}"/>
                    </a:ext>
                  </a:extLst>
                </p14:cNvPr>
                <p14:cNvContentPartPr/>
                <p14:nvPr/>
              </p14:nvContentPartPr>
              <p14:xfrm>
                <a:off x="7040256" y="3537383"/>
                <a:ext cx="1650960" cy="8751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1CCD4CDE-C879-3935-0454-193463EEDB8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22616" y="3519743"/>
                  <a:ext cx="1686600" cy="9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96F9F9E0-CD96-0912-389F-00BD3FD6583C}"/>
                    </a:ext>
                  </a:extLst>
                </p14:cNvPr>
                <p14:cNvContentPartPr/>
                <p14:nvPr/>
              </p14:nvContentPartPr>
              <p14:xfrm>
                <a:off x="6938736" y="3410663"/>
                <a:ext cx="473400" cy="47088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96F9F9E0-CD96-0912-389F-00BD3FD658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20736" y="3393023"/>
                  <a:ext cx="509040" cy="50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D50BC40F-3F08-91E2-40E6-9C853E19B0A1}"/>
                  </a:ext>
                </a:extLst>
              </p14:cNvPr>
              <p14:cNvContentPartPr/>
              <p14:nvPr/>
            </p14:nvContentPartPr>
            <p14:xfrm>
              <a:off x="947616" y="3563663"/>
              <a:ext cx="4069800" cy="6588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D50BC40F-3F08-91E2-40E6-9C853E19B0A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93976" y="3455663"/>
                <a:ext cx="41774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84FD18D7-CE22-F402-BCA7-46F73F33E0BD}"/>
                  </a:ext>
                </a:extLst>
              </p14:cNvPr>
              <p14:cNvContentPartPr/>
              <p14:nvPr/>
            </p14:nvContentPartPr>
            <p14:xfrm>
              <a:off x="1072285" y="4264583"/>
              <a:ext cx="3624840" cy="6840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84FD18D7-CE22-F402-BCA7-46F73F33E0B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54285" y="4246943"/>
                <a:ext cx="36604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59ADB1BE-1834-F7A3-561B-647E505775C8}"/>
                  </a:ext>
                </a:extLst>
              </p14:cNvPr>
              <p14:cNvContentPartPr/>
              <p14:nvPr/>
            </p14:nvContentPartPr>
            <p14:xfrm>
              <a:off x="1803445" y="4683263"/>
              <a:ext cx="3777480" cy="8172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59ADB1BE-1834-F7A3-561B-647E505775C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785445" y="4665623"/>
                <a:ext cx="38131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1EF80BB0-7ECE-2F27-4EBA-F889DDFD6D6F}"/>
                  </a:ext>
                </a:extLst>
              </p14:cNvPr>
              <p14:cNvContentPartPr/>
              <p14:nvPr/>
            </p14:nvContentPartPr>
            <p14:xfrm>
              <a:off x="839365" y="4512623"/>
              <a:ext cx="614160" cy="36432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1EF80BB0-7ECE-2F27-4EBA-F889DDFD6D6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21725" y="4494983"/>
                <a:ext cx="6498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E4A57FB9-AF3C-7EFC-6D95-E946F36E761B}"/>
                  </a:ext>
                </a:extLst>
              </p14:cNvPr>
              <p14:cNvContentPartPr/>
              <p14:nvPr/>
            </p14:nvContentPartPr>
            <p14:xfrm>
              <a:off x="4408045" y="3544223"/>
              <a:ext cx="360" cy="36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E4A57FB9-AF3C-7EFC-6D95-E946F36E761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390405" y="352658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栈（先进后出）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50" y="2239798"/>
            <a:ext cx="12192000" cy="2378404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5120AA5-4CA5-3002-8D10-0027BFE46303}"/>
                  </a:ext>
                </a:extLst>
              </p14:cNvPr>
              <p14:cNvContentPartPr/>
              <p14:nvPr/>
            </p14:nvContentPartPr>
            <p14:xfrm>
              <a:off x="760393" y="2032493"/>
              <a:ext cx="2094840" cy="9190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5120AA5-4CA5-3002-8D10-0027BFE463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2393" y="2014493"/>
                <a:ext cx="2130480" cy="9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1A048513-F7CB-0250-7F7B-FC4D1557BE57}"/>
                  </a:ext>
                </a:extLst>
              </p14:cNvPr>
              <p14:cNvContentPartPr/>
              <p14:nvPr/>
            </p14:nvContentPartPr>
            <p14:xfrm>
              <a:off x="7606153" y="624893"/>
              <a:ext cx="1776600" cy="23475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1A048513-F7CB-0250-7F7B-FC4D1557BE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88153" y="606893"/>
                <a:ext cx="1812240" cy="238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BA5DD40F-8745-607E-7E99-076E71D74159}"/>
              </a:ext>
            </a:extLst>
          </p:cNvPr>
          <p:cNvGrpSpPr/>
          <p:nvPr/>
        </p:nvGrpSpPr>
        <p:grpSpPr>
          <a:xfrm>
            <a:off x="5062393" y="2416973"/>
            <a:ext cx="974520" cy="970920"/>
            <a:chOff x="5062393" y="2416973"/>
            <a:chExt cx="974520" cy="9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A1797568-548B-5B92-8C98-EBA4E542C2EF}"/>
                    </a:ext>
                  </a:extLst>
                </p14:cNvPr>
                <p14:cNvContentPartPr/>
                <p14:nvPr/>
              </p14:nvContentPartPr>
              <p14:xfrm>
                <a:off x="5570713" y="2416973"/>
                <a:ext cx="427320" cy="87912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A1797568-548B-5B92-8C98-EBA4E542C2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53073" y="2399333"/>
                  <a:ext cx="462960" cy="9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71D94083-F5B1-601C-5689-31284BE04E75}"/>
                    </a:ext>
                  </a:extLst>
                </p14:cNvPr>
                <p14:cNvContentPartPr/>
                <p14:nvPr/>
              </p14:nvContentPartPr>
              <p14:xfrm>
                <a:off x="5062393" y="2725853"/>
                <a:ext cx="974520" cy="6620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71D94083-F5B1-601C-5689-31284BE04E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44393" y="2708213"/>
                  <a:ext cx="1010160" cy="69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3263F5B-61B1-CD1C-195C-38FE9D473886}"/>
              </a:ext>
            </a:extLst>
          </p:cNvPr>
          <p:cNvGrpSpPr/>
          <p:nvPr/>
        </p:nvGrpSpPr>
        <p:grpSpPr>
          <a:xfrm>
            <a:off x="8009353" y="581693"/>
            <a:ext cx="3327480" cy="3834720"/>
            <a:chOff x="8009353" y="581693"/>
            <a:chExt cx="3327480" cy="38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FC447026-8222-8DCC-C6EA-3BC234AF9F52}"/>
                    </a:ext>
                  </a:extLst>
                </p14:cNvPr>
                <p14:cNvContentPartPr/>
                <p14:nvPr/>
              </p14:nvContentPartPr>
              <p14:xfrm>
                <a:off x="10221553" y="1536053"/>
                <a:ext cx="740880" cy="644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FC447026-8222-8DCC-C6EA-3BC234AF9F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203913" y="1518413"/>
                  <a:ext cx="776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73104023-C5D9-FF4D-C3A6-21A37DA350E9}"/>
                    </a:ext>
                  </a:extLst>
                </p14:cNvPr>
                <p14:cNvContentPartPr/>
                <p14:nvPr/>
              </p14:nvContentPartPr>
              <p14:xfrm>
                <a:off x="10451593" y="1297733"/>
                <a:ext cx="415440" cy="4273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73104023-C5D9-FF4D-C3A6-21A37DA350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433593" y="1280093"/>
                  <a:ext cx="45108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E187AFE8-9F59-F692-797B-651ABB858AAF}"/>
                    </a:ext>
                  </a:extLst>
                </p14:cNvPr>
                <p14:cNvContentPartPr/>
                <p14:nvPr/>
              </p14:nvContentPartPr>
              <p14:xfrm>
                <a:off x="10631233" y="1663493"/>
                <a:ext cx="314640" cy="32580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E187AFE8-9F59-F692-797B-651ABB858A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13593" y="1645853"/>
                  <a:ext cx="3502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687566D0-59BC-6307-A7DE-C59178885B7F}"/>
                    </a:ext>
                  </a:extLst>
                </p14:cNvPr>
                <p14:cNvContentPartPr/>
                <p14:nvPr/>
              </p14:nvContentPartPr>
              <p14:xfrm>
                <a:off x="9127873" y="581693"/>
                <a:ext cx="2208960" cy="14583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687566D0-59BC-6307-A7DE-C59178885B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09873" y="564053"/>
                  <a:ext cx="2244600" cy="14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D7913AC3-3E44-F574-A681-A039882A758E}"/>
                    </a:ext>
                  </a:extLst>
                </p14:cNvPr>
                <p14:cNvContentPartPr/>
                <p14:nvPr/>
              </p14:nvContentPartPr>
              <p14:xfrm>
                <a:off x="9071713" y="1606973"/>
                <a:ext cx="513720" cy="4766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D7913AC3-3E44-F574-A681-A039882A758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54073" y="1589333"/>
                  <a:ext cx="5493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D253A018-BE6D-CB27-CB31-0CBF67459CE7}"/>
                    </a:ext>
                  </a:extLst>
                </p14:cNvPr>
                <p14:cNvContentPartPr/>
                <p14:nvPr/>
              </p14:nvContentPartPr>
              <p14:xfrm>
                <a:off x="8009353" y="2440013"/>
                <a:ext cx="2148840" cy="185400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D253A018-BE6D-CB27-CB31-0CBF67459C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91353" y="2422013"/>
                  <a:ext cx="2184480" cy="18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C1561009-8B2E-475A-6062-D170972489BB}"/>
                    </a:ext>
                  </a:extLst>
                </p14:cNvPr>
                <p14:cNvContentPartPr/>
                <p14:nvPr/>
              </p14:nvContentPartPr>
              <p14:xfrm>
                <a:off x="8961553" y="3911333"/>
                <a:ext cx="1280520" cy="5050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C1561009-8B2E-475A-6062-D170972489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43553" y="3893693"/>
                  <a:ext cx="1316160" cy="54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94B6FFC2-4C20-582A-E14A-CD5221664998}"/>
                  </a:ext>
                </a:extLst>
              </p14:cNvPr>
              <p14:cNvContentPartPr/>
              <p14:nvPr/>
            </p14:nvContentPartPr>
            <p14:xfrm>
              <a:off x="2180233" y="6438893"/>
              <a:ext cx="360" cy="36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94B6FFC2-4C20-582A-E14A-CD522166499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62233" y="642089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D14DA413-E482-BE25-9ED5-4457A354CABA}"/>
                  </a:ext>
                </a:extLst>
              </p14:cNvPr>
              <p14:cNvContentPartPr/>
              <p14:nvPr/>
            </p14:nvContentPartPr>
            <p14:xfrm>
              <a:off x="6957073" y="4000800"/>
              <a:ext cx="396360" cy="53604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D14DA413-E482-BE25-9ED5-4457A354CAB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39073" y="3982800"/>
                <a:ext cx="432000" cy="5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FE5BF548-D11F-548E-6997-10208F583458}"/>
                  </a:ext>
                </a:extLst>
              </p14:cNvPr>
              <p14:cNvContentPartPr/>
              <p14:nvPr/>
            </p14:nvContentPartPr>
            <p14:xfrm>
              <a:off x="677953" y="3426960"/>
              <a:ext cx="594720" cy="50436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FE5BF548-D11F-548E-6997-10208F58345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60313" y="3409320"/>
                <a:ext cx="63036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1106FDD0-0977-B2CA-4BA5-DB5B5C7E048F}"/>
                  </a:ext>
                </a:extLst>
              </p14:cNvPr>
              <p14:cNvContentPartPr/>
              <p14:nvPr/>
            </p14:nvContentPartPr>
            <p14:xfrm>
              <a:off x="7720993" y="1718573"/>
              <a:ext cx="262080" cy="112752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1106FDD0-0977-B2CA-4BA5-DB5B5C7E048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67353" y="1610573"/>
                <a:ext cx="369720" cy="13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07BAF6C1-3FE7-B468-1A70-3D08536E48AE}"/>
                  </a:ext>
                </a:extLst>
              </p14:cNvPr>
              <p14:cNvContentPartPr/>
              <p14:nvPr/>
            </p14:nvContentPartPr>
            <p14:xfrm>
              <a:off x="1521793" y="3966773"/>
              <a:ext cx="968400" cy="59796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07BAF6C1-3FE7-B468-1A70-3D08536E48A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03793" y="3948773"/>
                <a:ext cx="1004040" cy="63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4E262AA0-3FFB-4A5D-5D9E-C7B58D83A88E}"/>
              </a:ext>
            </a:extLst>
          </p:cNvPr>
          <p:cNvGrpSpPr/>
          <p:nvPr/>
        </p:nvGrpSpPr>
        <p:grpSpPr>
          <a:xfrm>
            <a:off x="-16487" y="3606413"/>
            <a:ext cx="3698640" cy="1158120"/>
            <a:chOff x="-16487" y="3606413"/>
            <a:chExt cx="3698640" cy="11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874F1EB4-D42A-23C4-F9EF-8970B980A277}"/>
                    </a:ext>
                  </a:extLst>
                </p14:cNvPr>
                <p14:cNvContentPartPr/>
                <p14:nvPr/>
              </p14:nvContentPartPr>
              <p14:xfrm>
                <a:off x="743113" y="4021493"/>
                <a:ext cx="1763280" cy="74304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874F1EB4-D42A-23C4-F9EF-8970B980A2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5113" y="4003493"/>
                  <a:ext cx="179892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DCD825BB-0BC2-3138-DBAF-534F2D508AAF}"/>
                    </a:ext>
                  </a:extLst>
                </p14:cNvPr>
                <p14:cNvContentPartPr/>
                <p14:nvPr/>
              </p14:nvContentPartPr>
              <p14:xfrm>
                <a:off x="-16487" y="3606413"/>
                <a:ext cx="672840" cy="85104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DCD825BB-0BC2-3138-DBAF-534F2D508AA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-34487" y="3588773"/>
                  <a:ext cx="708480" cy="88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FD92FEC6-7634-C993-F6A4-8C2F6142BBD4}"/>
                    </a:ext>
                  </a:extLst>
                </p14:cNvPr>
                <p14:cNvContentPartPr/>
                <p14:nvPr/>
              </p14:nvContentPartPr>
              <p14:xfrm>
                <a:off x="2472193" y="3923933"/>
                <a:ext cx="1209960" cy="3312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FD92FEC6-7634-C993-F6A4-8C2F6142BB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54193" y="3906293"/>
                  <a:ext cx="124560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6F1F4C72-0152-18E9-79F4-31BFD79A31B4}"/>
                  </a:ext>
                </a:extLst>
              </p14:cNvPr>
              <p14:cNvContentPartPr/>
              <p14:nvPr/>
            </p14:nvContentPartPr>
            <p14:xfrm>
              <a:off x="1705033" y="4541333"/>
              <a:ext cx="727920" cy="7632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6F1F4C72-0152-18E9-79F4-31BFD79A31B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687393" y="4523333"/>
                <a:ext cx="76356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A0024C28-1D1D-8155-D36E-B08782FB4A43}"/>
              </a:ext>
            </a:extLst>
          </p:cNvPr>
          <p:cNvGrpSpPr/>
          <p:nvPr/>
        </p:nvGrpSpPr>
        <p:grpSpPr>
          <a:xfrm>
            <a:off x="14113" y="524813"/>
            <a:ext cx="8012520" cy="5514840"/>
            <a:chOff x="14113" y="524813"/>
            <a:chExt cx="8012520" cy="55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12E515F6-4E05-3017-A12E-731A902602EF}"/>
                    </a:ext>
                  </a:extLst>
                </p14:cNvPr>
                <p14:cNvContentPartPr/>
                <p14:nvPr/>
              </p14:nvContentPartPr>
              <p14:xfrm>
                <a:off x="5814073" y="524813"/>
                <a:ext cx="430560" cy="27111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12E515F6-4E05-3017-A12E-731A902602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96073" y="506813"/>
                  <a:ext cx="466200" cy="27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19BE8319-555E-F954-EEE1-6E525D05EE08}"/>
                    </a:ext>
                  </a:extLst>
                </p14:cNvPr>
                <p14:cNvContentPartPr/>
                <p14:nvPr/>
              </p14:nvContentPartPr>
              <p14:xfrm>
                <a:off x="6147793" y="1262453"/>
                <a:ext cx="283320" cy="10479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9BE8319-555E-F954-EEE1-6E525D05EE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29793" y="1244453"/>
                  <a:ext cx="318960" cy="10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961B1D9-2569-2ACF-8011-9C2DE11211B5}"/>
                    </a:ext>
                  </a:extLst>
                </p14:cNvPr>
                <p14:cNvContentPartPr/>
                <p14:nvPr/>
              </p14:nvContentPartPr>
              <p14:xfrm>
                <a:off x="6420313" y="1347773"/>
                <a:ext cx="331920" cy="98820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961B1D9-2569-2ACF-8011-9C2DE11211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02673" y="1330133"/>
                  <a:ext cx="367560" cy="10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AABFEC9-E7C2-5CE6-90E5-0BEFF7DDCD2E}"/>
                    </a:ext>
                  </a:extLst>
                </p14:cNvPr>
                <p14:cNvContentPartPr/>
                <p14:nvPr/>
              </p14:nvContentPartPr>
              <p14:xfrm>
                <a:off x="6786793" y="1439933"/>
                <a:ext cx="253440" cy="10087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6AABFEC9-E7C2-5CE6-90E5-0BEFF7DDCD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68793" y="1421933"/>
                  <a:ext cx="289080" cy="10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79968AA2-14B8-4A0D-9F66-83B7DCE95A6E}"/>
                    </a:ext>
                  </a:extLst>
                </p14:cNvPr>
                <p14:cNvContentPartPr/>
                <p14:nvPr/>
              </p14:nvContentPartPr>
              <p14:xfrm>
                <a:off x="7180273" y="1654853"/>
                <a:ext cx="321480" cy="8467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79968AA2-14B8-4A0D-9F66-83B7DCE95A6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62633" y="1636853"/>
                  <a:ext cx="357120" cy="88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B647362F-02E3-71D7-53EA-1076B3D418AC}"/>
                    </a:ext>
                  </a:extLst>
                </p14:cNvPr>
                <p14:cNvContentPartPr/>
                <p14:nvPr/>
              </p14:nvContentPartPr>
              <p14:xfrm>
                <a:off x="7725313" y="1783373"/>
                <a:ext cx="301320" cy="7920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B647362F-02E3-71D7-53EA-1076B3D418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07313" y="1765733"/>
                  <a:ext cx="33696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B7F0EBB1-6C18-B2D8-9587-CB3FEEB2198B}"/>
                    </a:ext>
                  </a:extLst>
                </p14:cNvPr>
                <p14:cNvContentPartPr/>
                <p14:nvPr/>
              </p14:nvContentPartPr>
              <p14:xfrm>
                <a:off x="3232873" y="1676813"/>
                <a:ext cx="851400" cy="5104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B7F0EBB1-6C18-B2D8-9587-CB3FEEB2198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15233" y="1658813"/>
                  <a:ext cx="88704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40A8A127-F55C-8CFE-F3C0-2F0AF6D37331}"/>
                    </a:ext>
                  </a:extLst>
                </p14:cNvPr>
                <p14:cNvContentPartPr/>
                <p14:nvPr/>
              </p14:nvContentPartPr>
              <p14:xfrm>
                <a:off x="4253113" y="1650893"/>
                <a:ext cx="239760" cy="39960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40A8A127-F55C-8CFE-F3C0-2F0AF6D3733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35113" y="1632893"/>
                  <a:ext cx="2754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4D01688A-83F4-07F5-7835-D7F76E5D04B3}"/>
                    </a:ext>
                  </a:extLst>
                </p14:cNvPr>
                <p14:cNvContentPartPr/>
                <p14:nvPr/>
              </p14:nvContentPartPr>
              <p14:xfrm>
                <a:off x="4520953" y="1684733"/>
                <a:ext cx="13320" cy="2653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4D01688A-83F4-07F5-7835-D7F76E5D04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02953" y="1666733"/>
                  <a:ext cx="48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F23120E3-07BA-3ACB-27E2-BF819ED0938E}"/>
                    </a:ext>
                  </a:extLst>
                </p14:cNvPr>
                <p14:cNvContentPartPr/>
                <p14:nvPr/>
              </p14:nvContentPartPr>
              <p14:xfrm>
                <a:off x="4681873" y="1642253"/>
                <a:ext cx="144000" cy="56340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F23120E3-07BA-3ACB-27E2-BF819ED093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63873" y="1624613"/>
                  <a:ext cx="17964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63EF6CB0-B263-2AD6-3824-00829C5B808A}"/>
                    </a:ext>
                  </a:extLst>
                </p14:cNvPr>
                <p14:cNvContentPartPr/>
                <p14:nvPr/>
              </p14:nvContentPartPr>
              <p14:xfrm>
                <a:off x="3840913" y="2332373"/>
                <a:ext cx="337680" cy="5749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63EF6CB0-B263-2AD6-3824-00829C5B80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22913" y="2314733"/>
                  <a:ext cx="37332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C3541618-4D2C-66BB-25B1-26BDC5735FA6}"/>
                    </a:ext>
                  </a:extLst>
                </p14:cNvPr>
                <p14:cNvContentPartPr/>
                <p14:nvPr/>
              </p14:nvContentPartPr>
              <p14:xfrm>
                <a:off x="3812833" y="2693093"/>
                <a:ext cx="186120" cy="21996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C3541618-4D2C-66BB-25B1-26BDC5735F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95193" y="2675093"/>
                  <a:ext cx="221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772A6459-A599-747D-4E3E-A58444A81325}"/>
                    </a:ext>
                  </a:extLst>
                </p14:cNvPr>
                <p14:cNvContentPartPr/>
                <p14:nvPr/>
              </p14:nvContentPartPr>
              <p14:xfrm>
                <a:off x="4643713" y="3991613"/>
                <a:ext cx="659880" cy="3132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772A6459-A599-747D-4E3E-A58444A813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25713" y="3973973"/>
                  <a:ext cx="695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1751FC2A-CD49-4A4D-219E-83794D5693B6}"/>
                    </a:ext>
                  </a:extLst>
                </p14:cNvPr>
                <p14:cNvContentPartPr/>
                <p14:nvPr/>
              </p14:nvContentPartPr>
              <p14:xfrm>
                <a:off x="4500073" y="3301853"/>
                <a:ext cx="639000" cy="615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1751FC2A-CD49-4A4D-219E-83794D5693B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82073" y="3283853"/>
                  <a:ext cx="674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555E825A-0052-3AF3-32D8-7949CF9532B3}"/>
                    </a:ext>
                  </a:extLst>
                </p14:cNvPr>
                <p14:cNvContentPartPr/>
                <p14:nvPr/>
              </p14:nvContentPartPr>
              <p14:xfrm>
                <a:off x="758593" y="5333693"/>
                <a:ext cx="181080" cy="36216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555E825A-0052-3AF3-32D8-7949CF9532B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0953" y="5315693"/>
                  <a:ext cx="21672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0E7AC073-E4EA-4CCA-A71F-12D0D093387B}"/>
                    </a:ext>
                  </a:extLst>
                </p14:cNvPr>
                <p14:cNvContentPartPr/>
                <p14:nvPr/>
              </p14:nvContentPartPr>
              <p14:xfrm>
                <a:off x="1054153" y="5528453"/>
                <a:ext cx="163080" cy="1224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0E7AC073-E4EA-4CCA-A71F-12D0D09338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6153" y="5510813"/>
                  <a:ext cx="1987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9C15CD67-7CB1-2A88-831F-761CF735F36E}"/>
                    </a:ext>
                  </a:extLst>
                </p14:cNvPr>
                <p14:cNvContentPartPr/>
                <p14:nvPr/>
              </p14:nvContentPartPr>
              <p14:xfrm>
                <a:off x="1028593" y="5592173"/>
                <a:ext cx="200520" cy="4032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9C15CD67-7CB1-2A88-831F-761CF735F36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0593" y="5574173"/>
                  <a:ext cx="236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FE838A50-702A-4996-FE8B-59CFF195CC32}"/>
                    </a:ext>
                  </a:extLst>
                </p14:cNvPr>
                <p14:cNvContentPartPr/>
                <p14:nvPr/>
              </p14:nvContentPartPr>
              <p14:xfrm>
                <a:off x="14113" y="2658173"/>
                <a:ext cx="4118400" cy="289188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FE838A50-702A-4996-FE8B-59CFF195CC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-3527" y="2640533"/>
                  <a:ext cx="4154040" cy="29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AAD012E3-A8DD-4CCC-D028-C23BE659143B}"/>
                    </a:ext>
                  </a:extLst>
                </p14:cNvPr>
                <p14:cNvContentPartPr/>
                <p14:nvPr/>
              </p14:nvContentPartPr>
              <p14:xfrm>
                <a:off x="5292793" y="5408933"/>
                <a:ext cx="476280" cy="610200"/>
              </p14:xfrm>
            </p:contentPart>
          </mc:Choice>
          <mc:Fallback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AAD012E3-A8DD-4CCC-D028-C23BE65914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275153" y="5390933"/>
                  <a:ext cx="51192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CF7B3B37-C5C7-C26F-C871-9D798C3692A9}"/>
                    </a:ext>
                  </a:extLst>
                </p14:cNvPr>
                <p14:cNvContentPartPr/>
                <p14:nvPr/>
              </p14:nvContentPartPr>
              <p14:xfrm>
                <a:off x="6159313" y="5376173"/>
                <a:ext cx="271080" cy="59112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CF7B3B37-C5C7-C26F-C871-9D798C3692A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41673" y="5358173"/>
                  <a:ext cx="30672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448FC684-D58D-28FE-51D8-DEFDF6D96065}"/>
                    </a:ext>
                  </a:extLst>
                </p14:cNvPr>
                <p14:cNvContentPartPr/>
                <p14:nvPr/>
              </p14:nvContentPartPr>
              <p14:xfrm>
                <a:off x="6583753" y="5549693"/>
                <a:ext cx="24840" cy="230040"/>
              </p14:xfrm>
            </p:contentPart>
          </mc:Choice>
          <mc:Fallback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448FC684-D58D-28FE-51D8-DEFDF6D960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65753" y="5532053"/>
                  <a:ext cx="604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8" name="墨迹 127">
                  <a:extLst>
                    <a:ext uri="{FF2B5EF4-FFF2-40B4-BE49-F238E27FC236}">
                      <a16:creationId xmlns:a16="http://schemas.microsoft.com/office/drawing/2014/main" id="{5E6EC863-0431-9ACF-668F-198A59B7F145}"/>
                    </a:ext>
                  </a:extLst>
                </p14:cNvPr>
                <p14:cNvContentPartPr/>
                <p14:nvPr/>
              </p14:nvContentPartPr>
              <p14:xfrm>
                <a:off x="6619033" y="5397413"/>
                <a:ext cx="223560" cy="642240"/>
              </p14:xfrm>
            </p:contentPart>
          </mc:Choice>
          <mc:Fallback>
            <p:pic>
              <p:nvPicPr>
                <p:cNvPr id="128" name="墨迹 127">
                  <a:extLst>
                    <a:ext uri="{FF2B5EF4-FFF2-40B4-BE49-F238E27FC236}">
                      <a16:creationId xmlns:a16="http://schemas.microsoft.com/office/drawing/2014/main" id="{5E6EC863-0431-9ACF-668F-198A59B7F14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01033" y="5379773"/>
                  <a:ext cx="259200" cy="67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5D56D9B5-E35F-3B48-0714-5AFC352C38AC}"/>
              </a:ext>
            </a:extLst>
          </p:cNvPr>
          <p:cNvGrpSpPr/>
          <p:nvPr/>
        </p:nvGrpSpPr>
        <p:grpSpPr>
          <a:xfrm>
            <a:off x="8930593" y="558653"/>
            <a:ext cx="988200" cy="902160"/>
            <a:chOff x="8930593" y="558653"/>
            <a:chExt cx="988200" cy="90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1" name="墨迹 130">
                  <a:extLst>
                    <a:ext uri="{FF2B5EF4-FFF2-40B4-BE49-F238E27FC236}">
                      <a16:creationId xmlns:a16="http://schemas.microsoft.com/office/drawing/2014/main" id="{9D5866C4-0CDE-6921-A8F3-032BCE39CE55}"/>
                    </a:ext>
                  </a:extLst>
                </p14:cNvPr>
                <p14:cNvContentPartPr/>
                <p14:nvPr/>
              </p14:nvContentPartPr>
              <p14:xfrm>
                <a:off x="8932033" y="558653"/>
                <a:ext cx="986760" cy="902160"/>
              </p14:xfrm>
            </p:contentPart>
          </mc:Choice>
          <mc:Fallback>
            <p:pic>
              <p:nvPicPr>
                <p:cNvPr id="131" name="墨迹 130">
                  <a:extLst>
                    <a:ext uri="{FF2B5EF4-FFF2-40B4-BE49-F238E27FC236}">
                      <a16:creationId xmlns:a16="http://schemas.microsoft.com/office/drawing/2014/main" id="{9D5866C4-0CDE-6921-A8F3-032BCE39CE5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14393" y="540653"/>
                  <a:ext cx="1022400" cy="9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32" name="墨迹 131">
                  <a:extLst>
                    <a:ext uri="{FF2B5EF4-FFF2-40B4-BE49-F238E27FC236}">
                      <a16:creationId xmlns:a16="http://schemas.microsoft.com/office/drawing/2014/main" id="{09DD96BC-3D1C-5804-A9E5-7BB78427C932}"/>
                    </a:ext>
                  </a:extLst>
                </p14:cNvPr>
                <p14:cNvContentPartPr/>
                <p14:nvPr/>
              </p14:nvContentPartPr>
              <p14:xfrm>
                <a:off x="8930593" y="1002893"/>
                <a:ext cx="392040" cy="424080"/>
              </p14:xfrm>
            </p:contentPart>
          </mc:Choice>
          <mc:Fallback>
            <p:pic>
              <p:nvPicPr>
                <p:cNvPr id="132" name="墨迹 131">
                  <a:extLst>
                    <a:ext uri="{FF2B5EF4-FFF2-40B4-BE49-F238E27FC236}">
                      <a16:creationId xmlns:a16="http://schemas.microsoft.com/office/drawing/2014/main" id="{09DD96BC-3D1C-5804-A9E5-7BB78427C93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12953" y="985253"/>
                  <a:ext cx="427680" cy="45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B1113EEE-2F94-82D0-5E03-84E178955024}"/>
              </a:ext>
            </a:extLst>
          </p:cNvPr>
          <p:cNvGrpSpPr/>
          <p:nvPr/>
        </p:nvGrpSpPr>
        <p:grpSpPr>
          <a:xfrm>
            <a:off x="8606233" y="2378813"/>
            <a:ext cx="1874880" cy="1395000"/>
            <a:chOff x="8606233" y="2378813"/>
            <a:chExt cx="1874880" cy="139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4" name="墨迹 133">
                  <a:extLst>
                    <a:ext uri="{FF2B5EF4-FFF2-40B4-BE49-F238E27FC236}">
                      <a16:creationId xmlns:a16="http://schemas.microsoft.com/office/drawing/2014/main" id="{1BC59D34-57CE-5502-F6F8-68E68849A48A}"/>
                    </a:ext>
                  </a:extLst>
                </p14:cNvPr>
                <p14:cNvContentPartPr/>
                <p14:nvPr/>
              </p14:nvContentPartPr>
              <p14:xfrm>
                <a:off x="8606233" y="2378813"/>
                <a:ext cx="1799280" cy="1281240"/>
              </p14:xfrm>
            </p:contentPart>
          </mc:Choice>
          <mc:Fallback>
            <p:pic>
              <p:nvPicPr>
                <p:cNvPr id="134" name="墨迹 133">
                  <a:extLst>
                    <a:ext uri="{FF2B5EF4-FFF2-40B4-BE49-F238E27FC236}">
                      <a16:creationId xmlns:a16="http://schemas.microsoft.com/office/drawing/2014/main" id="{1BC59D34-57CE-5502-F6F8-68E68849A4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88233" y="2361173"/>
                  <a:ext cx="1834920" cy="13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0FDA1521-F285-9013-A90E-90C57D1E865D}"/>
                    </a:ext>
                  </a:extLst>
                </p14:cNvPr>
                <p14:cNvContentPartPr/>
                <p14:nvPr/>
              </p14:nvContentPartPr>
              <p14:xfrm>
                <a:off x="9320473" y="3276653"/>
                <a:ext cx="1160640" cy="49716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0FDA1521-F285-9013-A90E-90C57D1E865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02833" y="3258653"/>
                  <a:ext cx="1196280" cy="532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3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实用技巧：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2.1 Python 语法进阶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7" y="1877103"/>
            <a:ext cx="12192000" cy="3318533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4922" y="689546"/>
            <a:ext cx="11239500" cy="2971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0" tIns="0" rIns="0" bIns="0" rtlCol="0" anchor="ctr">
            <a:noAutofit/>
          </a:bodyPr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课时2.2</a:t>
            </a:r>
          </a:p>
          <a:p>
            <a:pPr indent="0" algn="ctr">
              <a:lnSpc>
                <a:spcPct val="125000"/>
              </a:lnSpc>
            </a:pPr>
            <a:r>
              <a:rPr lang="en-US" sz="5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Python算法入门2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sp>
        <p:nvSpPr>
          <p:cNvPr id="4" name="AutoShape 4"/>
          <p:cNvSpPr/>
          <p:nvPr/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基础数论</a:t>
            </a:r>
            <a:r>
              <a:rPr lang="en-US" altLang="zh-CN" sz="3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判断素数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7278E7-0D7C-52B1-CD95-4CFA0793B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5080"/>
            <a:ext cx="12192000" cy="25878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70B5D-B97A-CC79-852C-6CF52BD7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703245A-0B1A-10D7-6A56-527A24780E1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20F053A-8909-DE05-A135-C460309E838B}"/>
              </a:ext>
            </a:extLst>
          </p:cNvPr>
          <p:cNvSpPr/>
          <p:nvPr/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基础数论</a:t>
            </a:r>
            <a:r>
              <a:rPr lang="en-US" altLang="zh-CN" sz="3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4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判断素数</a:t>
            </a:r>
            <a:endParaRPr lang="en-US" sz="11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ABC6A5-CC0A-389D-D084-236F7D24D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32" y="2097383"/>
            <a:ext cx="8665321" cy="485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03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651A1-E35A-4CC6-D03E-4ABEF51A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ADAF07D-345C-4FD7-0BA2-7C3D2679437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EEF24A6-31A7-BEF0-921F-E3019F7BD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60" y="1365373"/>
            <a:ext cx="10555774" cy="5277887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56B6762F-514C-0405-CFFE-68EC9AA5FD5A}"/>
              </a:ext>
            </a:extLst>
          </p:cNvPr>
          <p:cNvSpPr/>
          <p:nvPr/>
        </p:nvSpPr>
        <p:spPr>
          <a:xfrm>
            <a:off x="105743" y="939736"/>
            <a:ext cx="3876564" cy="647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埃氏筛</a:t>
            </a:r>
            <a:endParaRPr lang="en-US" sz="11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6" name="墨迹 305">
                <a:extLst>
                  <a:ext uri="{FF2B5EF4-FFF2-40B4-BE49-F238E27FC236}">
                    <a16:creationId xmlns:a16="http://schemas.microsoft.com/office/drawing/2014/main" id="{39A3D380-BF70-96A2-0A65-C2A39EE096D7}"/>
                  </a:ext>
                </a:extLst>
              </p14:cNvPr>
              <p14:cNvContentPartPr/>
              <p14:nvPr/>
            </p14:nvContentPartPr>
            <p14:xfrm>
              <a:off x="7096772" y="2583023"/>
              <a:ext cx="360" cy="1080"/>
            </p14:xfrm>
          </p:contentPart>
        </mc:Choice>
        <mc:Fallback>
          <p:pic>
            <p:nvPicPr>
              <p:cNvPr id="306" name="墨迹 305">
                <a:extLst>
                  <a:ext uri="{FF2B5EF4-FFF2-40B4-BE49-F238E27FC236}">
                    <a16:creationId xmlns:a16="http://schemas.microsoft.com/office/drawing/2014/main" id="{39A3D380-BF70-96A2-0A65-C2A39EE096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9132" y="2565023"/>
                <a:ext cx="36000" cy="3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1733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19" y="1851747"/>
            <a:ext cx="9136056" cy="4270663"/>
          </a:xfrm>
          <a:prstGeom prst="rect">
            <a:avLst/>
          </a:prstGeom>
          <a:ln>
            <a:noFill/>
            <a:prstDash val="solid"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CCB82653-6D91-3968-A779-AE1E41C06D04}"/>
                  </a:ext>
                </a:extLst>
              </p14:cNvPr>
              <p14:cNvContentPartPr/>
              <p14:nvPr/>
            </p14:nvContentPartPr>
            <p14:xfrm>
              <a:off x="8204132" y="5343503"/>
              <a:ext cx="360" cy="36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CCB82653-6D91-3968-A779-AE1E41C06D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86492" y="532586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" hasCustomPrompt="1"/>
          </p:nvPr>
        </p:nvSpPr>
        <p:spPr>
          <a:xfrm>
            <a:off x="171307" y="76136"/>
            <a:ext cx="7810500" cy="86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125000"/>
              </a:lnSpc>
            </a:pPr>
            <a:r>
              <a:rPr lang="en-US" sz="4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2.2 算法入门2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452" y="939736"/>
            <a:ext cx="8849541" cy="5787341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291</Words>
  <Application>Microsoft Office PowerPoint</Application>
  <PresentationFormat>宽屏</PresentationFormat>
  <Paragraphs>97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Noto Sans SC</vt:lpstr>
      <vt:lpstr>Arial</vt:lpstr>
      <vt:lpstr>Consolas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Zhengyang Zhu</cp:lastModifiedBy>
  <cp:revision>21</cp:revision>
  <dcterms:modified xsi:type="dcterms:W3CDTF">2026-03-17T13:09:13Z</dcterms:modified>
</cp:coreProperties>
</file>