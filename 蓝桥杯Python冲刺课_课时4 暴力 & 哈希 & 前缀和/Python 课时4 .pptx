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4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notesSlides/notesSlide5.xml" ContentType="application/vnd.openxmlformats-officedocument.presentationml.notesSlide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notesSlides/notesSlide6.xml" ContentType="application/vnd.openxmlformats-officedocument.presentationml.notesSlide+xml"/>
  <Override PartName="/ppt/ink/ink86.xml" ContentType="application/inkml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ink/ink87.xml" ContentType="application/inkml+xml"/>
  <Override PartName="/ppt/notesSlides/notesSlide16.xml" ContentType="application/vnd.openxmlformats-officedocument.presentationml.notesSlide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  <p:sldMasterId id="2147483660" r:id="rId2"/>
  </p:sldMasterIdLst>
  <p:notesMasterIdLst>
    <p:notesMasterId r:id="rId19"/>
  </p:notesMasterIdLst>
  <p:sldIdLst>
    <p:sldId id="256" r:id="rId3"/>
    <p:sldId id="257" r:id="rId4"/>
    <p:sldId id="258" r:id="rId5"/>
    <p:sldId id="259" r:id="rId6"/>
    <p:sldId id="260" r:id="rId7"/>
    <p:sldId id="269" r:id="rId8"/>
    <p:sldId id="276" r:id="rId9"/>
    <p:sldId id="277" r:id="rId10"/>
    <p:sldId id="281" r:id="rId11"/>
    <p:sldId id="264" r:id="rId12"/>
    <p:sldId id="265" r:id="rId13"/>
    <p:sldId id="266" r:id="rId14"/>
    <p:sldId id="267" r:id="rId15"/>
    <p:sldId id="262" r:id="rId16"/>
    <p:sldId id="263" r:id="rId17"/>
    <p:sldId id="268" r:id="rId1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48" d="100"/>
          <a:sy n="148" d="100"/>
        </p:scale>
        <p:origin x="524" y="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25:29.87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25 24575,'0'-2'0,"0"-3"0,12 0 0,33 0 0,60 2 0,84 0 0,73 2 0,43 0-2356,4 1 2356,-26 0 0,-52 0 0,-63 1 0,-59-1-5835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25:43.68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1 106 24575,'960'-11'-572,"-498"-4"-88,89-4-1911,789-21-2819,677 19 2312,-1691 26 2727,-82 4 123,-31 6 1120,-13 17 4150,-193-30-4666,-6-2-45,1 0-1,0 0 1,0 1 0,0-1-1,0 1 1,0-1 0,0 1 0,-1 0-1,1 0 1,0-1 0,-1 1-1,1 1 1,0-1 0,-1 0 0,0 0-1,1 0 1,-1 1 0,2 2-1,0-2-308,0-1 0,0 1 0,0-1-1,0 0 1,1 0 0,-1 0 0,0 0-1,0-1 1,0 1 0,1-1 0,3 1-1,-5-1-25,149 15-1361,-133-12-5461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27:03.7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1003 25 24575,'0'-1'0,"0"0"0,-1 0 0,1 0 0,0 0 0,-1 0 0,1 0 0,-1 0 0,1 0 0,-1 0 0,1 0 0,-1 0 0,0 0 0,0 1 0,1-1 0,-1 0 0,0 0 0,0 1 0,0-1 0,0 1 0,0-1 0,0 1 0,0-1 0,0 1 0,0-1 0,0 1 0,0 0 0,0 0 0,0-1 0,0 1 0,-2 0 0,-41-2 0,33 2 0,8 0 0,-22-1 0,-1 1 0,-34 4 0,52-2 0,-1-1 0,1 2 0,0-1 0,0 1 0,-1 0 0,2 1 0,-1 0 0,0 0 0,1 0 0,0 1 0,-7 6 0,0 3 0,0 0 0,1 1 0,1 0 0,0 1 0,1 1 0,-16 32 0,-40 115 0,15 1 0,-35 207 0,17-64 0,44-213 0,-45 108 0,66-191 0,-1 6 0,-2 0 0,0-1 0,-1 1 0,0-2 0,-2 1 0,-17 20 0,26-34 0,0-1 0,0 0 0,-1 0 0,1 0 0,-1-1 0,1 1 0,-1-1 0,0 1 0,1-1 0,-1 0 0,0 0 0,0 0 0,0 0 0,0 0 0,0-1 0,0 0 0,0 1 0,0-1 0,0 0 0,-6-1 0,3 0 0,1-1 0,-1 1 0,0-1 0,0 0 0,1-1 0,-1 1 0,1-1 0,0 0 0,-6-5 0,10 7 0,1 1 0,0 0 0,-1-1 0,1 1 0,0 0 0,-1-1 0,1 1 0,-1 0 0,1-1 0,-1 1 0,1 0 0,-1 0 0,1 0 0,-1-1 0,1 1 0,-1 0 0,1 0 0,-1 0 0,1 0 0,-1 0 0,1 0 0,-1 0 0,1 0 0,-1 0 0,1 0 0,-1 0 0,1 1 0,-1-1 0,1 0 0,-1 0 0,1 0 0,-1 1 0,1-1 0,-1 0 0,0 1 0,0 0 0,1 1 0,-1-1 0,0 1 0,1-1 0,-1 1 0,1-1 0,0 1 0,-1-1 0,1 1 0,0 0 0,0 2 0,5 50 0,32 131 0,7 49 0,-8 94 0,18 104 0,-51-418 0,0 0 0,1 0 0,1 0 0,0-1 0,8 15 0,-9-21 0,0 0 0,1-1 0,0 1 0,0-1 0,0 0 0,1 0 0,0-1 0,0 0 0,1 0 0,10 6 0,6 1-227,1-1-1,0-1 1,1-1-1,0-1 1,31 5-1,-35-9-6598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27:20.2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83 24575,'551'-27'0,"-463"21"0,501-32 0,2 26 0,-557 13-1365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0:08.6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187 143 24575,'0'0'0,"-1"1"0,1-1 0,-1 0 0,1 1 0,0-1 0,-1 1 0,1-1 0,-1 1 0,1-1 0,0 0 0,-1 1 0,1-1 0,0 1 0,0 0 0,-1-1 0,1 1 0,0-1 0,0 1 0,0-1 0,0 1 0,0-1 0,0 1 0,0 0 0,0 0 0,-2 18 0,2-16 0,-16 768 0,17-546 0,5-24 0,43 265 0,-49-462 0,1 0 0,-1 1 0,1-1 0,1 0 0,-1 0 0,0 1 0,5 6 0,-5-9 0,0-1 0,1 1 0,-1-1 0,0 0 0,1 0 0,-1 0 0,1 0 0,-1 0 0,1 0 0,0 0 0,-1 0 0,1 0 0,0-1 0,0 1 0,0-1 0,-1 0 0,1 1 0,0-1 0,0 0 0,0 0 0,3 0 0,488-16 0,-60 1 0,313 20 0,-165 2 0,-292-8 0,642 8 0,63 0 0,-595-9 0,-129 3-165,290-2-332,-541 1 497,26-1 0,-42 1 0,0 0 0,-1-1 0,1 1 0,-1-1 0,1 0 0,-1 1 0,1-1 0,-1 0 0,1-1 0,-1 1 0,0 0 0,4-3 0,-5 3 11,-1 0 0,1 0 0,0-1 0,-1 1 1,1 0-1,-1 0 0,0 0 0,1 0 1,-1 0-1,0-1 0,1 1 0,-1 0 0,0 0 1,0 0-1,0-1 0,0 1 0,-1 0 1,1-2-1,-7-26 340,3 13-253,-3-38-98,2-1 0,4-83 0,2 83 0,19-336 0,21 1 0,-24 242 0,-14 117 0,-1 1 0,-2-44 0,-1 63 0,0 0 0,-1 1 0,0-1 0,-1 1 0,0 0 0,0 0 0,-2 0 0,1 0 0,-1 0 0,-8-10 0,-3-5 0,7 10 0,-1 1 0,-22-24 0,28 34 0,0 1 0,0-1 0,0 1 0,0 0 0,0 0 0,-1 1 0,0-1 0,1 1 0,-1 0 0,0 0 0,0 1 0,0-1 0,-10-1 0,-421-9 0,312 12 0,-812 1-421,-528-2-400,1133-8 746,-431-66-1,433 31 773,-564-2-1,808 44-696,33 1 0,-96 9 0,111-1 0,-68 23 0,17-4 0,-38 1-1365,94-21-5461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1:29.9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4116 2079 24575,'-660'23'0,"-183"15"-443,592-41 222,-339-46-1,466 29 217,2-6 1,0-4-1,2-6 0,-218-98 0,200 65 233,4-5-1,3-7 1,-164-130-1,267 188-227,1 0 0,1-2 0,1-1 0,1-1 0,1-1 0,-23-38 0,39 53 0,0 0 0,0-1 0,1 0 0,1-1 0,1 1 0,0-1 0,-3-22 0,6 25 0,0 1 0,1-1 0,1 1 0,0-1 0,0 1 0,1-1 0,1 1 0,0 0 0,0 0 0,10-21 0,-1 10 0,2-1 0,0 2 0,1 0 0,1 1 0,1 0 0,1 2 0,20-18 0,152-108 0,-84 75-193,3 5 0,3 5 0,2 5 0,130-42 0,-83 44-303,2 8 0,265-37-1,273 17-1331,0 78 1753,-370 32-707,-279-34 883,-1 1-1,0 3 1,-1 3-1,53 26 1,-89-38 14,-1 1 0,0 0-1,-1 0 1,0 1 0,-1 1 0,21 21 0,-25-21 112,0-1 1,0 1 0,-1 0-1,0 1 1,-1-1 0,0 1-1,-1 0 1,0 1 0,3 13-1,11 71 84,-5 1 1,-4 1-1,-4-1 0,-10 137 0,-1-161-311,-3 0 0,-3 0 0,-3-1 0,-33 93 0,31-118 0,-3-1 0,-1-1 0,-2-1 0,-2-1 0,-2-1 0,-2-2 0,-47 52 0,28-44 57,-2-2 0,-3-2 0,-1-2 0,-1-3 0,-70 36 0,28-25-626,-2-4 0,-151 48 0,188-75-6257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1:32.9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1 24575,'5'0'0,"-1"0"0,1 0 0,-1 0 0,1 1 0,-1 0 0,0 0 0,1 0 0,-1 0 0,0 1 0,6 2 0,-8-3 0,0 1 0,0 0 0,0 0 0,0 0 0,0 0 0,0 0 0,-1 0 0,1 0 0,-1 1 0,1-1 0,-1 0 0,0 1 0,0-1 0,0 1 0,0 0 0,0-1 0,-1 1 0,1 3 0,0 4 0,0 0 0,-1-1 0,0 1 0,0 0 0,-1-1 0,-1 1 0,0 0 0,0-1 0,0 0 0,-2 1 0,1-1 0,-1 0 0,0-1 0,-8 13 0,10-19 0,-1 1 0,1 0 0,-1-1 0,0 0 0,1 1 0,-1-1 0,0 0 0,-1 0 0,1-1 0,0 1 0,-6 1 0,5-1 0,0-1 0,0 1 0,0 0 0,0 1 0,0-1 0,-4 4 0,8-6 0,0 0 0,0 1 0,0-1 0,0 0 0,0 0 0,-1 1 0,1-1 0,0 0 0,0 0 0,0 1 0,0-1 0,0 0 0,0 1 0,0-1 0,0 0 0,0 0 0,0 1 0,0-1 0,0 0 0,0 1 0,0-1 0,0 0 0,0 0 0,0 1 0,1-1 0,-1 0 0,0 0 0,0 1 0,0-1 0,0 0 0,0 0 0,1 1 0,-1-1 0,0 0 0,0 0 0,0 0 0,1 1 0,-1-1 0,0 0 0,0 0 0,1 0 0,-1 0 0,0 0 0,1 0 0,-1 1 0,0-1 0,1 0 0,16 7 0,-17-7 0,18 4 114,0 0-1,27 3 1,-27-5-683,-1 0 1,33 10-1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1:44.0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572 0 24575,'2'2'0,"1"3"0,-1 4 0,-4 8 0,-10 14 0,-14 24 0,-16 31 0,-17 29 0,-12 29 0,-6 19 0,1 10-744,5 2 744,14-14 0,16-26 0,15-32 0,11-31 0,12-29 0,5-21-7447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1:44.5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302 216 24575,'-3'0'0,"-1"1"0,1-1 0,-1 1 0,1 0 0,0 0 0,-1 0 0,1 1 0,0-1 0,0 1 0,0 0 0,-5 3 0,-32 29 0,35-29 0,-17 17 0,1 1 0,1 0 0,1 2 0,1 0 0,1 1 0,2 1 0,0 0 0,2 2 0,1-1 0,-15 55 0,23-65 0,0 1 0,2-1 0,0 1 0,1 0 0,1-1 0,1 1 0,0 0 0,6 23 0,-4-27 0,1-1 0,1 1 0,1-1 0,0-1 0,0 1 0,1-1 0,1 0 0,1-1 0,-1 0 0,2 0 0,14 14 0,-6-10 0,1 0 0,0-2 0,2 0 0,0-1 0,0-1 0,1-1 0,0-1 0,1-1 0,45 12 0,-40-14 0,1-2 0,0 0 0,0-2 0,0-1 0,1-2 0,-1 0 0,57-10 0,-72 7 0,0 0 0,-1-1 0,1-1 0,-1 0 0,0-1 0,-1 0 0,1-1 0,-1 0 0,0-1 0,-1 0 0,0-1 0,11-12 0,-10 8 0,-2 0 0,0 0 0,0-1 0,-1-1 0,-1 1 0,0-1 0,-1-1 0,-1 1 0,8-32 0,-3-1 0,-3 0 0,5-92 0,-15-100 0,1 218 0,0-9 0,-1 0 0,-1-1 0,-11-42 0,12 65 0,0 1 0,-1 0 0,0 0 0,0 1 0,-1-1 0,0 0 0,-1 1 0,0 0 0,0 0 0,0 1 0,-1-1 0,0 1 0,0 0 0,0 1 0,-1 0 0,0 0 0,-13-8 0,-1 4 0,-1 1 0,0 0 0,-1 1 0,1 2 0,-42-5 0,-120-1 0,160 11 0,-303 6-1365,248 1-5461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1:50.2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407 217 24575,'18'-18'0,"-10"11"0,-1 0 0,0-1 0,9-12 0,-14 16 0,1 0 0,-1 0 0,-1 0 0,1 0 0,-1-1 0,1 1 0,-1 0 0,0-1 0,-1 1 0,1-1 0,-1-5 0,1-3 0,-1-30 0,0 40 0,-1 1 0,1-1 0,0 0 0,-1 0 0,0 0 0,1 0 0,-1 1 0,0-1 0,-1 0 0,-1-4 0,2 7 0,1-1 0,0 1 0,-1 0 0,1-1 0,0 1 0,-1-1 0,1 1 0,0 0 0,-1-1 0,1 1 0,-1 0 0,1-1 0,-1 1 0,1 0 0,-1 0 0,1 0 0,-1-1 0,1 1 0,-1 0 0,1 0 0,-1 0 0,1 0 0,-1 0 0,1 0 0,-1 0 0,1 0 0,-1 0 0,1 0 0,-1 0 0,1 0 0,-2 1 0,1 0 0,0-1 0,0 1 0,-1 0 0,1 0 0,0 1 0,0-1 0,0 0 0,0 0 0,0 0 0,1 1 0,-2 0 0,-13 37 0,9-9 0,-2 41 0,0-2 0,4-46 0,-3 19 0,-3 77 0,10-117 0,-1 24 0,2 1 0,1-1 0,7 34 0,-7-52 0,0-1 0,0 1 0,1-1 0,0 1 0,0-1 0,1 0 0,0 0 0,0-1 0,1 1 0,-1-1 0,1 0 0,1 0 0,-1-1 0,1 1 0,13 8 0,33 16 0,2-3 0,1-2 0,84 26 0,-104-39 0,336 96 0,-361-104 0,-25-3 0,1-1 0,-23 5 0,1 1 0,0 1 0,-39 14 0,-106 46 0,-3 1 0,105-44 0,0-3 0,-156 20 0,228-40 0,0-1 0,0 1 0,0-2 0,0 1 0,1-1 0,-1 0 0,0 0 0,0-1 0,1 0 0,-13-5 0,11 2 0,0 0 0,0 0 0,1-1 0,-1 0 0,1-1 0,0 1 0,-6-9 0,4 4 0,0 2 0,0-2 0,1 1 0,-8-13 0,14 20 0,1 1 0,-1-1 0,1 0 0,0 1 0,0-1 0,0 0 0,0 0 0,1 0 0,-1 0 0,1 0 0,-1 0 0,1 0 0,0 0 0,0 1 0,1-1 0,-1 0 0,1 0 0,-1 0 0,3-5 0,3-4 0,1 1 0,1 1 0,0-1 0,0 1 0,1 1 0,0-1 0,1 1 0,11-8 0,-6 5 0,196-154 0,-18 16 0,-147 111 0,-2-3 0,40-49 0,-60 64 0,-5 6 0,20-30 0,-35 45 0,0 1 0,-1-1 0,0 0 0,0 0 0,0 0 0,-1-1 0,0 1 0,0 0 0,-1-1 0,2-12 0,-3 16 0,-1 0 0,1 0 0,-1 1 0,0-1 0,0 0 0,0 1 0,0-1 0,0 1 0,0-1 0,-1 1 0,0-1 0,1 1 0,-1 0 0,0 0 0,0 0 0,0 0 0,0 0 0,-5-3 0,-5-4 0,-1 0 0,-19-8 0,12 6 0,-151-89-1365,142 82-5461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1:50.6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317 0 24575,'-2'0'0,"-3"0"0,-2 0 0,-2 2 0,-2 5 0,-2 7 0,-4 11 0,-4 15 0,-5 16 0,0 18 0,-1 14 0,0 12 0,-2 3 0,2-1 0,4-6 0,4-12 0,3-16 0,5-19-8191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1:53.9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127 1 24575,'-4'101'0,"-4"1"0,-5-1 0,-4 0 0,-35 112 0,47-192 0,3-14 0,1 0 0,-1 0 0,0 0 0,0-1 0,-1 1 0,0 0 0,-7 10 0,10-17 0,0 0 0,0 0 0,0 0 0,0 0 0,0 0 0,0 0 0,0-1 0,0 1 0,0 0 0,0 0 0,0 0 0,0 0 0,0 0 0,0 0 0,0 0 0,0 0 0,0 0 0,0 0 0,0-1 0,0 1 0,0 0 0,0 0 0,0 0 0,0 0 0,0 0 0,0 0 0,0 0 0,0 0 0,0 0 0,0 0 0,0-1 0,0 1 0,0 0 0,0 0 0,0 0 0,0 0 0,0 0 0,0 0 0,-1 0 0,1 0 0,0 0 0,0 0 0,0 0 0,0 0 0,0 0 0,0 0 0,0 0 0,0 0 0,0 0 0,-1 0 0,1 0 0,0 0 0,0 0 0,0 0 0,0 0 0,0 0 0,0 0 0,0 0 0,0 0 0,0 0 0,0 0 0,-1 0 0,1 0 0,2-11 0,3-4 0,1 0 0,0 0 0,1 1 0,1-1 0,12-16 0,53-63 0,-48 66 0,34-31 0,-50 51 0,0 1 0,0 0 0,0 1 0,1 0 0,0 0 0,0 1 0,1 0 0,15-5 0,-24 10 0,0-1 0,0 1 0,0 0 0,0 0 0,-1 0 0,1 0 0,0 0 0,0 0 0,0 0 0,0 0 0,-1 1 0,1-1 0,0 1 0,0-1 0,-1 1 0,1 0 0,0 0 0,-1 0 0,1 0 0,-1 0 0,1 0 0,-1 0 0,1 0 0,-1 1 0,0-1 0,0 0 0,1 1 0,-1-1 0,0 1 0,1 2 0,2 5 0,0 0 0,-1 0 0,0 1 0,3 15 0,-3-15 0,34 185 0,0-3 0,-37-192 0,2 7 0,-1 0 0,1 0 0,1 0 0,-1 0 0,5 6 0,-6-11 0,-1-1 0,1 0 0,0 0 0,0 0 0,0 0 0,0 0 0,0 0 0,0 0 0,0 0 0,0 0 0,0 0 0,0 0 0,0-1 0,1 1 0,-1-1 0,0 1 0,1-1 0,-1 1 0,0-1 0,1 1 0,-1-1 0,0 0 0,1 0 0,-1 0 0,1 0 0,-1 0 0,0 0 0,1 0 0,-1-1 0,0 1 0,1 0 0,-1-1 0,2 0 0,19-10-1365,1-4-5461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1:54.2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24575,'28'2'0,"0"1"0,-1 1 0,1 1 0,30 11 0,39 8 0,-10-14-15,1-3 0,133-7 1,-100-2-1307,-95 2-5505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1:54.7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24575,'5'2'0,"15"3"0,22 4 0,26 3 0,29 5 0,20 4 0,8 0 0,-5 0 0,-19-1 0,-25-4-8191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1:55.2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156 1 24575,'0'0'0,"-1"0"0,1 1 0,-1-1 0,1 0 0,-1 1 0,1-1 0,0 0 0,-1 1 0,1-1 0,0 0 0,0 1 0,-1-1 0,1 1 0,0-1 0,0 1 0,-1-1 0,1 0 0,0 1 0,0-1 0,0 1 0,0-1 0,0 1 0,0-1 0,0 1 0,0-1 0,0 1 0,0-1 0,0 1 0,0 0 0,-3 23 0,-68 749 0,-1 13 0,71-763 0,0-12 0,0 0 0,1 0 0,0 0 0,1 0 0,3 19 0,-3-29-65,-1 0 0,0 0 0,0 0 0,1-1 0,-1 1 0,1 0 0,-1 0 0,1 0 0,-1-1 0,1 1 0,-1 0 0,1-1 0,-1 1 0,1 0 0,0-1 0,-1 1 0,1-1 0,0 1 0,0-1 0,1 1 0,14-1-6761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1:55.6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1 256 24575,'-1'123'0,"3"147"0,-1-259 0,0 0 0,0 0 0,1 0 0,0 0 0,1-1 0,0 1 0,1 0 0,8 15 0,-9-21 0,0-1 0,-1 0 0,2 0 0,-1 0 0,0 0 0,1 0 0,0-1 0,0 0 0,0 1 0,0-1 0,0-1 0,1 1 0,-1-1 0,1 0 0,-1 0 0,1 0 0,0 0 0,0-1 0,0 0 0,9 1 0,-7-1 0,0-1 0,-1-1 0,1 1 0,0-1 0,-1 0 0,1 0 0,-1-1 0,1 0 0,-1 0 0,1 0 0,-1-1 0,0 0 0,0 0 0,-1-1 0,1 1 0,-1-1 0,0-1 0,0 1 0,0-1 0,0 0 0,-1 0 0,0 0 0,6-8 0,-1-2 0,0-1 0,-1 1 0,-1-1 0,0-1 0,-1 1 0,-1-1 0,6-33 0,-5 6 0,-1 1 0,-3-1 0,-6-85 0,2 103 0,-2 1 0,-1-1 0,0 1 0,-2 0 0,-1 1 0,-1 0 0,-1 0 0,-15-24 0,21 41 49,-1 0 0,0 0 0,-1 0-1,1 1 1,-1-1 0,-12-9 0,14 13-181,-1 1 1,1-1 0,0 1-1,-1-1 1,1 1 0,-1 1 0,0-1-1,1 1 1,-1 0 0,0 0 0,0 0-1,-9 0 1,-2 2-6695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1:56.2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266 263 24575,'-11'-28'0,"-1"0"0,-1 1 0,-1 1 0,-1 0 0,-1 1 0,-34-40 0,46 61 0,-22-23 0,26 26 0,-1 1 0,0-1 0,1 1 0,-1-1 0,1 1 0,-1-1 0,0 1 0,1 0 0,-1-1 0,0 1 0,0 0 0,1 0 0,-1-1 0,0 1 0,0 0 0,0 0 0,1 0 0,-1 0 0,0 0 0,0 0 0,0 0 0,1 0 0,-1 0 0,0 0 0,0 0 0,1 1 0,-1-1 0,0 0 0,0 1 0,1-1 0,-1 0 0,0 1 0,1-1 0,-1 1 0,0-1 0,1 1 0,-1-1 0,0 2 0,-3 4 0,1 1 0,0 0 0,0 0 0,0 0 0,1 0 0,0 0 0,-1 9 0,1-8 0,-15 69 0,3 0 0,4 0 0,-1 148 0,12-204 0,1-1 0,0 1 0,2-1 0,0 0 0,8 22 0,-9-35 0,-1-1 0,1 0 0,0 0 0,1 0 0,0 0 0,0 0 0,0-1 0,7 8 0,-8-11 0,0 1 0,1-1 0,-1 1 0,1-1 0,-1 0 0,1 0 0,0 0 0,-1-1 0,1 1 0,0-1 0,0 0 0,0 0 0,0-1 0,0 1 0,5-1 0,-4 0 0,0 0 0,0-1 0,0 0 0,-1 0 0,1 0 0,0-1 0,-1 1 0,1-1 0,-1 0 0,1-1 0,-1 1 0,0-1 0,0 1 0,0-1 0,-1-1 0,1 1 0,0 0 0,-1-1 0,4-6 0,3-3 0,-2 0 0,1 0 0,-2-1 0,11-27 0,-2-10 0,-2 0 0,-2-1 0,8-89 0,-26 281-50,-44 706-831,-69 27 881,118-866 0,-4 25 0,-2-2 0,-11 32 0,17-60 1,1 0 0,-1 0-1,0-1 1,0 1-1,0 0 1,0-1-1,0 1 1,0-1-1,0 1 1,-2 1-1,2-3 0,1 0-1,0 1 1,-1-1-1,1 0 1,-1 0-1,1 1 1,0-1-1,-1 0 0,1 0 1,-1 0-1,1 0 1,-1 0-1,1 0 1,-1 0-1,1 0 1,-1 0-1,1 0 1,0 0-1,-1 0 1,1 0-1,-1 0 1,1 0-1,-1 0 1,1 0-1,-1-1 0,0 1 1,-1-2 16,-1-1 1,1 1-1,0-1 0,0 1 1,0-1-1,0 0 1,0 1-1,0-1 0,-2-6 1,-44-107-607,23 48-6236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1:56.8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24575,'5'1'0,"0"-1"0,-1 1 0,1 0 0,0 0 0,-1 1 0,1-1 0,-1 1 0,1 0 0,5 4 0,40 28 0,-28-18 0,-17-12 0,134 98 0,-118-84 0,-1 0 0,0 1 0,-2 1 0,22 30 0,-37-46 0,0 0 0,-1 0 0,1 1 0,-1-1 0,0 0 0,0 1 0,-1-1 0,1 1 0,-1 0 0,0-1 0,-1 1 0,1 7 0,-1-9 0,0 0 0,-1 0 0,0 1 0,0-1 0,0 0 0,0-1 0,0 1 0,0 0 0,-1 0 0,1 0 0,-1-1 0,0 1 0,0-1 0,0 1 0,0-1 0,0 0 0,-1 0 0,1 0 0,-5 3 0,-14 9 0,-1-2 0,0 0 0,0-1 0,-34 10 0,-96 21 0,131-37 0,21-5 0,0 0 0,0 0 0,0 0 0,0 0 0,0 0 0,0 0 0,0 0 0,0 0 0,-1 0 0,1 0 0,0 0 0,0 0 0,0 0 0,0 0 0,0 0 0,0 0 0,0 0 0,0 0 0,-1 0 0,1 0 0,0 0 0,0 0 0,0 0 0,0 0 0,0 0 0,0 0 0,0 0 0,0 0 0,0 0 0,0 1 0,0-1 0,0 0 0,-1 0 0,1 0 0,0 0 0,0 0 0,0 0 0,0 0 0,0 0 0,0 0 0,0 1 0,0-1 0,0 0 0,0 0 0,0 0 0,0 0 0,0 0 0,0 0 0,0 0 0,0 1 0,0-1 0,0 0 0,0 0 0,0 0 0,1 0 0,-1 0 0,0 0 0,0 0 0,0 0 0,9 4 0,14 1 0,-18-4 1,363 34-1367,-352-35-5460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1:57.5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282 0 24575,'-10'22'0,"1"1"0,-7 28 0,-2 4 0,-54 161 0,-72 356 0,142-563 0,-2 9 0,1 1 0,0 24 0,3-42 18,0 1 0,0-1 0,0 0 0,0 0 0,0 0 0,0 0 0,0 0 0,0 0 0,1 0 0,-1 0 0,0 0 0,1 0 0,-1 0 0,1 0 0,-1 0 0,1 0 0,-1 0 0,2 1 0,-1-2-84,-1 0 0,1 0 1,0 1-1,-1-1 0,1 0 1,0 0-1,0 0 0,-1 0 1,1 0-1,0 0 1,-1 0-1,1 0 0,0 0 1,-1-1-1,1 1 0,0 0 1,-1 0-1,1-1 0,0 1 1,-1 0-1,1-1 1,0 1-1,-1 0 0,1-1 1,0 0-1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1:58.0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4 135 24575,'-1'109'0,"-2"-26"0,14 127 0,-10-202 0,1 0 0,-1-1 0,1 1 0,1 0 0,-1-1 0,1 1 0,1-1 0,-1 0 0,10 13 0,-10-16 0,-1-1 0,1-1 0,0 1 0,0 0 0,0-1 0,0 1 0,0-1 0,1 0 0,-1 0 0,1 0 0,0-1 0,-1 1 0,1-1 0,0 0 0,0 0 0,0 0 0,0-1 0,0 1 0,0-1 0,0 0 0,7-1 0,-1 0 0,0-2 0,0 1 0,-1-1 0,1 0 0,-1-1 0,1 0 0,-1-1 0,0 0 0,-1 0 0,0-1 0,1 0 0,-2 0 0,1-1 0,-1 0 0,0-1 0,11-14 0,-6 6 0,-1 0 0,-1-1 0,-1 0 0,0-1 0,-1 0 0,-1-1 0,9-32 0,-11 29 0,-1 0 0,-1 0 0,-1-1 0,0 1 0,-2-1 0,-3-25 0,2 39 0,0 0 0,-1 0 0,-1 0 0,1 0 0,-1 0 0,-1 0 0,0 1 0,0 0 0,-1-1 0,1 1 0,-2 1 0,1-1 0,-1 1 0,0 0 0,-1 0 0,0 1 0,-9-7 0,4 5-76,-1 0 1,0 2-1,0-1 0,-1 2 0,0 0 0,0 0 0,0 1 0,0 1 1,-1 1-1,1 0 0,-1 0 0,1 2 0,-1-1 0,0 2 1,1 0-1,-1 1 0,-16 4 0,12 1-6750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1:58.5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60 3 24575,'0'-3'0,"0"7"0,0 11 0,-2 16 0,-3 16 0,-4 12 0,-3 9 0,1 2 0,2-7 0,3-11 0,2-12 0,2-12-8191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1:59.3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533 247 24575,'0'-6'0,"-1"0"0,-1-1 0,1 1 0,-1 0 0,0 0 0,0 0 0,0 0 0,-1 0 0,0 0 0,-1 1 0,1-1 0,-1 1 0,0 0 0,-5-6 0,-10-8 0,0 1 0,-22-16 0,41 34 0,-12-10 0,0 0 0,0 1 0,-1 1 0,0 0 0,-1 1 0,0 0 0,0 1 0,0 1 0,-22-6 0,33 11 0,0-1 0,0 1 0,0 0 0,0 0 0,0 0 0,0 0 0,0 0 0,0 1 0,0-1 0,0 1 0,0 0 0,0 0 0,1 0 0,-1 0 0,0 0 0,1 1 0,-5 2 0,4-1 0,0 0 0,0 0 0,0 0 0,1 1 0,-1-1 0,1 1 0,0-1 0,0 1 0,0 0 0,0 0 0,-1 4 0,-1 9 0,1-1 0,0 1 0,1 0 0,0 33 0,3-23 0,0 1 0,2-1 0,1 0 0,15 52 0,-2-29 0,39 78 0,-29-68 0,-3 0 0,-2 2 0,-4 0 0,-1 2 0,-4 0 0,-2 0 0,3 93 0,-14-135 0,0 0 0,-1 0 0,-1 1 0,-1-1 0,-1-1 0,-1 1 0,-10 27 0,12-41 0,-1 1 0,1-1 0,-1 0 0,-1-1 0,0 1 0,0-1 0,0 0 0,-1 0 0,0 0 0,-1-1 0,1 0 0,-1 0 0,0-1 0,0 0 0,-1 0 0,0 0 0,0-1 0,0 0 0,0-1 0,-15 4 0,12-4 0,1-1 0,-1 0 0,0-1 0,1 0 0,-1-1 0,0 0 0,0-1 0,1 0 0,-12-3 0,16 3 0,1-1 0,-1 0 0,1 0 0,0 0 0,0-1 0,0 0 0,0 0 0,1 0 0,-1 0 0,1-1 0,0 0 0,0 0 0,0 0 0,0 0 0,1-1 0,-1 1 0,1-1 0,-4-10 0,1 2 0,2 1 0,0-1 0,1-1 0,0 1 0,1 0 0,0-1 0,1 1 0,1-1 0,0 0 0,1 1 0,0-1 0,1 1 0,4-15 0,0 3 0,2 1 0,0 0 0,2 0 0,1 1 0,0 0 0,16-23 0,-4 15 0,1 0 0,1 1 0,1 2 0,2 1 0,0 1 0,2 1 0,1 1 0,1 2 0,1 1 0,64-29 0,-78 41 0,-1 0 0,-1 0 0,0-2 0,25-19 0,-34 23 0,-1-1 0,0 1 0,0-1 0,0-1 0,-1 1 0,-1-1 0,1 0 0,-1-1 0,-1 1 0,5-13 0,-4 5 0,0 1 0,-1-1 0,0 0 0,-2 1 0,0-2 0,0 1 0,-2 0 0,-2-23 0,2 38 19,-1 0-1,0 0 0,1 0 0,-1 0 1,0 0-1,0 0 0,0 1 1,-1-1-1,1 0 0,0 1 1,0-1-1,-1 1 0,1-1 0,-1 1 1,0 0-1,1 0 0,-3-2 1,-33-16-941,29 16 149,-25-11-6053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2:04.0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1 376 24575,'130'-2'0,"29"-2"0,103-4 0,98-6-546,911-32-2833,-601 22 2827,-629 23-225,-13 1-1118,45-7-1,-72 7 1911,-1 0-1,1 0 1,-1 0-1,1 0 1,-1 0-1,1 0 1,-1-1-1,1 1 1,-1 0-1,1 0 1,-1 0-1,0 0 1,1-1-1,-1 1 1,1 0-1,-1 0 1,1-1-1,-1 1 1,0 0-1,1-1 1,-1 1-1,0 0 1,1-1-1,-1 1 1,0 0-1,0-1 1,1 1-1,-1-1 1,0 1-1,0-1 1,0 1-1,0 0 1,1-1-1,-1 1 1,0-1 0,0 1-1,0-1 1,0 1-1,0-1 1,0 1-1,0-1 1,0 1-1,0-1 1,-1 1-1,1-1 1,0 1-1,0 0 1,0-1-1,0 1 1,-1-1-1,1 1 1,0-1-1,0 1 1,-1 0-1,0-1 1,-24-27 1831,13 16-2244,-105-112 5350,54 61-3120,54 55-1832,-6-5 0,15 10 0,11 7 0,26 15 0,0 3 0,-2 0 0,51 43 0,-84-63 0,0 0 0,1-1 0,-2 1 0,1 0 0,0 0 0,0 0 0,-1 0 0,1 1 0,-1-1 0,1 0 0,-1 1 0,0-1 0,0 0 0,0 1 0,0 0 0,-1-1 0,1 1 0,-1-1 0,1 5 0,-1-1 0,-1 1 0,0-1 0,0 0 0,-1 0 0,0 0 0,-5 12 0,3-6 0,1 0 0,0 0 0,1 0 0,-1 13 0,2-14 0,-1 0 0,0 0 0,0 0 0,-1 0 0,-6 14 0,-3 4 0,-2-2 0,-1 1 0,-1-2 0,-1 0 0,-1-1 0,-2 0 0,-25 24 0,33-38 68,-61 53-1501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2T06:32:43.101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0,'23'2,"-1"0,0 2,0 0,35 13,-28-9,49 9,-18-12,97-4,-77-2,6-1,128 5,-205-1,0-1,0 2,0-1,-1 1,1 0,-1 1,0 0,0 1,0-1,0 1,12 12,-3-5,-9-7,-1-1,1 0,0-1,1 0,-1 0,0-1,1 0,16 2,-8-1,-2-1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2T06:32:43.915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13,'0'-2,"1"-1,6 1,9-1,19 2,32 0,32 1,27-1,16 1,2 0,-19 1,-27-1,-31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2:05.5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406 1 24575,'-2'0'0,"-3"2"0,0 3 0,-1 6 0,-3 9 0,0 19 0,-6 27 0,-9 32 0,-11 31 0,-10 27 0,-6 19 0,-1 3-663,2-15 663,8-28 0,12-36 0,11-37 0,13-35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2:06.1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144 60 24575,'-2'1'0,"1"0"0,-1 0 0,1 0 0,-1 0 0,1 0 0,0 0 0,0 1 0,-1-1 0,1 0 0,0 1 0,0-1 0,0 1 0,0-1 0,0 3 0,-3 1 0,-6 11 0,0 0 0,1 0 0,1 1 0,0 0 0,1 0 0,1 0 0,1 1 0,-5 32 0,1 13 0,0 74 0,8-114 0,0 12 0,-3 92 0,5-104 0,1 0 0,1 0 0,7 31 0,-9-49 0,1 1 0,0-1 0,0 1 0,0-1 0,1 0 0,0 0 0,0 0 0,0-1 0,1 1 0,-1-1 0,1 1 0,0-1 0,0 0 0,8 5 0,-9-7 0,1 0 0,-1 0 0,1-1 0,0 1 0,-1-1 0,1 0 0,0 0 0,0 0 0,0 0 0,0-1 0,0 1 0,0-1 0,-1 0 0,1-1 0,0 1 0,0 0 0,0-1 0,0 0 0,0 0 0,0 0 0,6-4 0,-2 1 0,0-1 0,0 0 0,-1 0 0,1-1 0,-1 0 0,-1 0 0,1-1 0,-1 0 0,9-12 0,3-9 0,21-39 0,5-25 0,-4-2 0,-3-1 0,23-103 0,-59 192 0,2-3 0,0-1 0,-1 1 0,0-1 0,-1 0 0,0-14 0,-1 21 0,0 0 0,-1 1 0,1-1 0,-1 1 0,0-1 0,1 1 0,-1-1 0,-1 1 0,1-1 0,0 1 0,-1 0 0,1-1 0,-1 1 0,1 0 0,-1 0 0,0 0 0,0 0 0,0 1 0,0-1 0,0 0 0,0 1 0,-1 0 0,1-1 0,-5-1 0,-25-8 0,-1 1 0,0 1 0,0 1 0,-41-3 0,3 0 0,18 2-682,-75-5-1,112 14-6143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2:21.6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334 1 24575,'200'0'0,"-197"0"0,0 0 0,0 0 0,0 1 0,0-1 0,0 1 0,0 0 0,0 0 0,-1 0 0,1 0 0,0 0 0,-1 1 0,1-1 0,-1 1 0,1 0 0,-1 0 0,0 0 0,4 3 0,-4-1 0,1 0 0,-1 0 0,1 0 0,-1 0 0,0 0 0,-1 1 0,1-1 0,-1 0 0,0 1 0,1 6 0,0 1 0,-2 1 0,0 0 0,0-1 0,-1 1 0,0-1 0,-1 1 0,-6 18 0,2-15 0,-1 1 0,-1-1 0,0-1 0,-2 1 0,1-1 0,-2-1 0,0 0 0,0-1 0,-2 0 0,1 0 0,-2-2 0,1 1 0,-19 10 0,-7 3 0,-1-2 0,0-2 0,-82 31 0,96-42 0,-1-2 0,0 0 0,0-2 0,-49 5 0,69-11 0,18-3 0,22-3 0,-30 6 0,137-10 0,-120 9 0,0 2 0,-1 0 0,1 2 0,0 0 0,20 6 0,-33-6 0,0-1 0,-1 1 0,0 0 0,1 0 0,-1 1 0,-1 0 0,1 0 0,0 0 0,-1 1 0,0-1 0,0 2 0,-1-1 0,6 8 0,-4-5 0,-1 1 0,-1 0 0,0 0 0,0 0 0,0 0 0,-1 0 0,-1 1 0,3 18 0,-3-14 0,-2-1 0,1 1 0,-2 0 0,1-1 0,-2 1 0,0-1 0,-1 1 0,0-1 0,-1 0 0,0 0 0,-1 0 0,0-1 0,-15 24 0,16-30 0,0-1 0,0 0 0,-1 0 0,1 0 0,-1 0 0,0-1 0,-1 0 0,1 0 0,-1 0 0,0-1 0,0 0 0,-10 5 0,4-5 0,0 0 0,0-1 0,0 0 0,0 0 0,0-2 0,-15 0 0,-161-5-1365,157 4-5461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2:22.1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24575,'2'0'0,"4"0"0,10 0 0,13 0 0,25 0 0,17 0 0,14 0 0,0 2 0,-7 3 0,-12 0 0,-14-1 0,-13 2 0,-12-1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2:22.5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24575,'4'0'0,"3"0"0,13 0 0,30 0 0,42 2 0,40 4 0,17 2 0,-9 1 0,-25-1 0,-31-1-8191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2:23.5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292 1 24575,'-1'0'0,"0"0"0,0 1 0,0-1 0,0 0 0,1 1 0,-1-1 0,0 1 0,0-1 0,0 1 0,1-1 0,-1 1 0,0-1 0,0 1 0,1 0 0,-1 0 0,1-1 0,-1 1 0,1 0 0,-1 0 0,1-1 0,-1 3 0,-9 21 0,8-20 0,-35 127 0,8-23 0,-79 205 0,75-221 0,-18 52-1365,45-124-5461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2:24.0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 48 24575,'0'4'0,"-1"-1"0,0 0 0,0 0 0,0 0 0,0 0 0,0 0 0,-1 0 0,-1 3 0,-7 14 0,4 2 0,0 1 0,1 0 0,1 0 0,2 0 0,0 0 0,1 1 0,6 45 0,-5-64 0,1-1 0,0 1 0,0-1 0,0 1 0,1-1 0,0 0 0,-1 0 0,1 0 0,1 0 0,-1 0 0,1 0 0,0 0 0,-1-1 0,1 1 0,1-1 0,-1 0 0,1 0 0,6 4 0,-6-4 0,1-1 0,-1 0 0,1-1 0,0 1 0,0-1 0,0 0 0,-1-1 0,1 1 0,0-1 0,0 0 0,0 0 0,0 0 0,0 0 0,0-1 0,0 0 0,0 0 0,4-2 0,1 0 0,0-1 0,-1 0 0,0-1 0,0 1 0,0-2 0,0 1 0,-1-1 0,0-1 0,0 1 0,-1-1 0,0-1 0,0 1 0,0-1 0,-1 0 0,-1-1 0,1 1 0,-1-1 0,-1-1 0,1 1 0,-2 0 0,1-1 0,-1 0 0,-1 0 0,0 0 0,0 0 0,-1 0 0,0 0 0,-1 0 0,0-1 0,0 1 0,-1 0 0,-1 0 0,0 0 0,0 0 0,-1 0 0,0 0 0,-8-16 0,5 13-227,-1 1-1,0 0 1,-1 0-1,0 0 1,-12-12-1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2:24.4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 64 24575,'-2'16'0,"0"0"0,0-1 0,-2 0 0,0 0 0,0 0 0,-11 22 0,6-14 0,-8 29 0,17-51 0,-3 10 0,1-1 0,0 1 0,0-1 0,1 1 0,1 14 0,0-23 0,0 0 0,1 1 0,-1-1 0,1 1 0,-1-1 0,1 0 0,0 0 0,0 1 0,0-1 0,0 0 0,0 0 0,1 0 0,-1 0 0,1 0 0,-1 0 0,1-1 0,0 1 0,-1 0 0,1-1 0,0 1 0,0-1 0,0 0 0,0 1 0,1-1 0,-1 0 0,0 0 0,0-1 0,1 1 0,2 0 0,6 2 0,0-1 0,1 0 0,-1-1 0,1-1 0,-1 0 0,0 0 0,1-1 0,-1 0 0,21-6 0,-27 6 0,-1 0 0,0-1 0,1 0 0,-1 0 0,0 0 0,0 0 0,0-1 0,0 1 0,0-1 0,-1 0 0,1 0 0,-1-1 0,0 1 0,0-1 0,0 1 0,0-1 0,-1 0 0,1 0 0,-1 0 0,0-1 0,0 1 0,-1 0 0,1-1 0,-1 1 0,0-1 0,1-6 0,-1-14-136,0 0-1,-1 0 1,-2 0-1,0 0 1,-2 0-1,-1 1 1,-1-1-1,0 1 0,-11-23 1,3 13-6690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2:24.8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0 179 24575,'1'0'0,"-1"0"0,1 0 0,0 1 0,-1-1 0,1 0 0,-1 1 0,1-1 0,-1 1 0,1-1 0,-1 0 0,1 1 0,-1-1 0,0 1 0,1-1 0,-1 1 0,0 0 0,1-1 0,-1 1 0,0-1 0,0 1 0,1-1 0,-1 1 0,0 0 0,0-1 0,0 1 0,0 0 0,0-1 0,0 2 0,2 22 0,-2-20 0,-1 46 0,-1-36 0,2-1 0,0 1 0,0 0 0,1-1 0,6 27 0,-6-39 0,-1 1 0,1 0 0,-1-1 0,1 1 0,0-1 0,0 1 0,0-1 0,0 1 0,0-1 0,0 0 0,0 1 0,0-1 0,1 0 0,-1 0 0,0 0 0,1 0 0,-1 0 0,1 0 0,-1 0 0,1-1 0,-1 1 0,4 1 0,-1-2 0,-1 0 0,1 1 0,-1-1 0,0-1 0,1 1 0,-1 0 0,1-1 0,-1 0 0,1 1 0,5-4 0,2-1 0,1 0 0,-1-1 0,0-1 0,-1 0 0,13-10 0,-15 10 0,0-1 0,0 0 0,-1 0 0,0-1 0,0 0 0,-1 0 0,0 0 0,-1-1 0,0 0 0,-1 0 0,0 0 0,3-13 0,-5 15 0,0-1 0,-1 0 0,0 1 0,0-1 0,-1 0 0,-1 1 0,1-1 0,-1 0 0,-1 1 0,1-1 0,-2 1 0,1-1 0,-1 1 0,0 0 0,-8-13 0,7 13 57,-1 0 0,0 1 0,0 0 0,0 0 0,-13-11 0,15 15-164,0 1 0,0 0 1,0 0-1,-1 0 0,1 0 1,0 1-1,-1-1 0,0 1 1,1 0-1,-1 0 0,0 0 1,1 0-1,-1 1 0,0 0 1,-7 0-1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2:26.0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100 48 24575,'4'0'0,"0"-1"0,-1 0 0,1 0 0,0 0 0,-1 0 0,1 0 0,3-3 0,9-2 0,13-3 0,1 2 0,32-4 0,-46 9 0,0 0 0,1 2 0,-1 0 0,0 0 0,28 6 0,-37-4 0,-1 0 0,1 0 0,-1 1 0,0-1 0,1 1 0,-1 1 0,-1-1 0,1 1 0,0 0 0,9 10 0,-8-6 0,1 0 0,-2 1 0,1 0 0,-1 0 0,0 1 0,5 12 0,-2 0 0,-1 1 0,-1 0 0,-1 1 0,-1 0 0,3 37 0,-7-51 0,0-1 0,-1 1 0,0-1 0,-1 1 0,0 0 0,0-1 0,-1 0 0,0 1 0,-5 11 0,4-15 0,0 1 0,-1-1 0,0-1 0,0 1 0,0-1 0,0 1 0,-1-1 0,0-1 0,0 1 0,-1-1 0,1 1 0,-1-2 0,-11 7 0,-19 8 0,0-2 0,-2-2 0,-41 11 0,-121 22 0,195-46 0,-78 13 0,81-12 0,10 1 0,13 2 0,506 88 0,-435-71-1365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2:26.7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1 24575,'0'4'0,"0"5"0,0 8 0,0 4 0,0 2 0,0 4 0,0 5 0,0 5 0,-2 6 0,0 4 0,-3 3 0,0 0 0,-1-3 0,1-4 0,0 0 0,0-5 0,1-6 0,0-9-8191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2:27.3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24575,'-1'73'0,"2"80"0,0-150 0,-1 1 0,0-1 0,1 1 0,0-1 0,0 0 0,0 0 0,0 1 0,0-1 0,1 0 0,-1 0 0,1 0 0,0 0 0,0 0 0,0-1 0,0 1 0,1 0 0,-1-1 0,1 0 0,-1 0 0,1 1 0,0-1 0,0-1 0,0 1 0,0 0 0,6 1 0,-1 0 0,-1-1 0,1 0 0,-1-1 0,1 0 0,-1 0 0,1-1 0,0 0 0,0 0 0,-1 0 0,15-4 0,-20 4 0,-1-1 0,0 0 0,1 1 0,-1-1 0,0 0 0,0 0 0,0 0 0,1 1 0,-1-1 0,0 0 0,0-1 0,0 1 0,-1 0 0,1 0 0,0 0 0,0-1 0,0 1 0,-1 0 0,1 0 0,-1-1 0,1 1 0,-1-1 0,0 1 0,1 0 0,-1-3 0,2-42 0,-2 35 0,1-23 0,0 2 0,-2 1 0,-4-40 0,5 70 14,-1 0 0,1-1-1,0 1 1,0 0 0,-1 0-1,1-1 1,-1 1-1,1 0 1,-1 0 0,1 0-1,-1 0 1,0-1 0,0 1-1,1 0 1,-1 0 0,0 0-1,0 1 1,0-1 0,0 0-1,0 0 1,0 0 0,0 1-1,0-1 1,-3 0-1,0 0-246,0 0-1,0 1 0,0-1 0,0 1 0,0 0 0,-6 1 0,9-1 165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2:30.1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26 24575,'8'0'0,"7"0"0,12-4 0,22-2 0,26 1 0,20 1 0,12 1 0,-7 1 0,-15 1 0,-24 1-8191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2:30.6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24575,'4'0'0,"11"0"0,9 0 0,11 2 0,10 1 0,11 3 0,8 4 0,2-1 0,-2-2 0,-8-1 0,-14-3-8191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2:31.5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189 0 24575,'-3'85'0,"-18"116"0,-30 83 0,29-174 0,-8 34 180,-12 67-99,33-153-894,-1 95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2:32.1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1 24575,'0'58'0,"-11"85"0,7-121 0,1-6 0,0 0 0,1 1 0,1 0 0,0 0 0,2-1 0,0 1 0,3 18 0,-3-31 0,0 0 0,1-1 0,0 1 0,-1 0 0,1-1 0,0 1 0,1-1 0,-1 0 0,1 0 0,-1 0 0,1 0 0,0 0 0,0 0 0,0-1 0,1 0 0,-1 1 0,0-1 0,6 2 0,-3-1 0,0-1 0,1 0 0,-1 0 0,1-1 0,-1 0 0,1 0 0,-1 0 0,1-1 0,0 0 0,9-1 0,-14 0 0,1 0 0,0 0 0,-1 0 0,1 0 0,-1 0 0,1-1 0,-1 1 0,0-1 0,1 1 0,-1-1 0,0 0 0,0 0 0,0 0 0,0 0 0,-1 0 0,1-1 0,0 1 0,-1 0 0,0-1 0,1 1 0,0-5 0,3-4 0,-1-1 0,0 0 0,2-16 0,-1 0 0,3-43 0,-8 60 0,0-1 0,0 0 0,-1 0 0,0 0 0,-1 1 0,-5-17 0,5 23 0,1 0 0,-1 1 0,0-1 0,-1 0 0,1 1 0,-1-1 0,0 1 0,0 0 0,0 0 0,-1 0 0,1 0 0,-1 0 0,0 1 0,0 0 0,0 0 0,0 0 0,-1 0 0,1 1 0,-1-1 0,0 1 0,0 0 0,0 1 0,0-1 0,0 1 0,0 0 0,-9-1 0,-22 3-1365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2:32.9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12 24575,'109'-6'0,"19"1"0,-126 5 0,1 0 0,0 1 0,0-1 0,0 1 0,-1 0 0,1 0 0,0 0 0,-1 0 0,1 0 0,0 1 0,-1-1 0,0 1 0,1 0 0,-1-1 0,0 1 0,0 0 0,0 0 0,0 1 0,0-1 0,-1 0 0,1 1 0,-1-1 0,1 1 0,-1-1 0,0 1 0,0-1 0,0 1 0,0 0 0,0 5 0,2 9 0,0-1 0,-2 1 0,0 33 0,-1-35 0,-1 0 0,0 0 0,0 0 0,-2 0 0,0 0 0,0 0 0,-2-1 0,0 0 0,0 0 0,-1 0 0,-1-1 0,0 1 0,-1-2 0,-1 1 0,0-1 0,-11 12 0,-182 191 0,190-203 0,0 4 0,12-16 0,0 0 0,0 1 0,0-1 0,0 0 0,0 1 0,-1-1 0,1 1 0,0-1 0,0 0 0,0 1 0,0-1 0,0 1 0,0-1 0,0 0 0,0 1 0,1-1 0,-1 1 0,0-1 0,0 0 0,0 1 0,0-1 0,0 0 0,1 1 0,-1 0 0,2 0 0,0 0 0,0 0 0,0 0 0,0 0 0,0-1 0,0 1 0,0 0 0,0-1 0,0 0 0,0 1 0,0-1 0,1 0 0,2 0 0,280-7 329,-53-1-2023,-212 8-5132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2:33.5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566 1 24575,'-1'3'0,"-1"0"0,1-1 0,-1 1 0,0 0 0,1-1 0,-1 1 0,0-1 0,-1 0 0,1 0 0,0 0 0,-1 0 0,1 0 0,-5 3 0,-2 1 0,-58 48 0,2 3 0,-66 75 0,56-41 0,-91 142 0,163-228 0,0-1 0,1 0 0,-1 0 0,1 0 0,0 0 0,0 1 0,-1 4 0,3-8 0,0 0 0,0 0 0,0 0 0,0 0 0,0 0 0,0 0 0,0 0 0,0 0 0,0 0 0,1 0 0,-1 0 0,0 0 0,1-1 0,-1 1 0,0 0 0,1 0 0,-1 0 0,1 0 0,0-1 0,-1 1 0,1 0 0,0 0 0,-1-1 0,1 1 0,0 0 0,0-1 0,-1 1 0,1-1 0,0 1 0,0-1 0,0 0 0,0 1 0,0-1 0,1 1 0,23 5 0,-1 0 0,1-2 0,0-1 0,0-1 0,30-1 0,-29 0 0,427 1 0,-239-3 0,-195 1 116,28 0 65,-45 0-292,1 0 1,-1 0-1,0-1 0,1 1 0,-1-1 0,0 1 0,1-1 1,-1 0-1,0 0 0,0 0 0,0 0 0,0-1 1,0 1-1,3-3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2:33.9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168 1 24575,'0'2'0,"0"6"0,0 17 0,0 28 0,0 34 0,0 28 0,-6 28 0,-8 17 0,-5 9 0,-6 2 0,0-8 0,0-17 0,2-18 0,5-26 0,6-30-8191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2:51.6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472 1 24575,'0'0'0,"0"0"0,1 0 0,-1 0 0,0 0 0,1 0 0,-1 0 0,0 0 0,0 1 0,1-1 0,-1 0 0,0 0 0,1 0 0,-1 1 0,0-1 0,0 0 0,0 0 0,1 1 0,-1-1 0,0 0 0,0 0 0,0 1 0,1-1 0,-1 0 0,0 1 0,0-1 0,0 0 0,0 1 0,0-1 0,0 0 0,0 1 0,0-1 0,0 0 0,0 0 0,0 1 0,0-1 0,0 0 0,0 1 0,0-1 0,0 0 0,-1 1 0,-2 14 0,-6 3 0,0 0 0,-1-1 0,-19 25 0,4-6 0,-62 96 0,6 3 0,-68 158 0,133-254 0,3 1 0,1 1 0,3 0 0,0 0 0,-2 61 0,7 212 0,5-214 0,-1 109 105,6 190-756,-3-361-1437,2 0 1,17 66-1,-9-58 2231,3-1 0,1-1 0,40 72-1,-51-105 1092,1-1-1,0 0 0,9 10 0,-8-12-839,0-1 1,0 0 0,11 8-1,-5-6-722,1-1 1,0 0-1,0-1 1,32 10-1,-14-6-6498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2:52.4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487 1 24575,'0'4'0,"1"1"0,0-1 0,0 1 0,0-1 0,0 1 0,1-1 0,0 1 0,3 4 0,2 7 0,25 64 0,-4 2 0,-3 0 0,-3 2 0,-5 1 0,-3 0 0,5 136 0,-17-123 0,-5 0 0,-4 1 0,-4-2 0,-5 0 0,-45 155 0,-3-62 0,-174 350 0,165-410 0,61-112 0,-1 0 0,-1-1 0,0-1 0,-29 27 0,35-37-136,0-1-1,0 0 1,-1 0-1,0-1 1,1 0-1,-1 0 1,-1-1-1,1 0 0,-10 1 1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2:53.3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448 0 24575,'-5'1'0,"0"-1"0,0 1 0,1 0 0,-1 0 0,0 1 0,0 0 0,1-1 0,-1 1 0,1 1 0,0-1 0,0 1 0,-5 3 0,-6 6 0,-22 23 0,30-29 0,-18 20 0,2 1 0,0 1 0,2 1 0,1 1 0,-23 46 0,19-25 0,3 1 0,-27 95 0,35-95 0,-9 73 0,19-98 0,1 0 0,2 0 0,0 0 0,8 44 0,-6-62 0,0 0 0,1 0 0,0-1 0,0 1 0,1-1 0,0 0 0,0 0 0,1 0 0,10 12 0,-12-17 0,-1 0 0,1 0 0,0-1 0,0 1 0,0-1 0,0 1 0,0-1 0,0 0 0,1 0 0,-1 0 0,1-1 0,-1 1 0,1-1 0,0 0 0,0 0 0,0 0 0,-1 0 0,1-1 0,0 0 0,0 0 0,0 0 0,0 0 0,0 0 0,7-2 0,-7 0 0,0 0 0,0 0 0,0 0 0,0-1 0,-1 1 0,1-1 0,-1 0 0,0 0 0,0 0 0,0 0 0,0-1 0,0 1 0,-1-1 0,1 0 0,-1 0 0,0 1 0,0-1 0,-1-1 0,3-6 0,1-4 0,-1 0 0,-1-1 0,0 0 0,0-18 0,-1-13 0,-6-56 0,3 99 0,0 0 0,0-1 0,0 1 0,-1 0 0,0 0 0,0 0 0,0 0 0,-1 0 0,1 0 0,-1 0 0,0 1 0,0-1 0,0 1 0,0 0 0,0 0 0,-1 0 0,0 0 0,1 1 0,-1 0 0,-6-3 0,-5-3 0,-1 1 0,0 0 0,0 2 0,-17-5 0,16 7-273,1 0 0,0 2 0,-1 0 0,-21 1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2:59.9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13 233 24575,'9'-12'0,"0"1"0,1 0 0,1 0 0,0 1 0,0 1 0,1 0 0,0 0 0,0 2 0,16-8 0,10-4 0,76-24 0,-50 23 0,79-13 0,-106 27 0,0 1 0,1 2 0,63 3 0,-89 1 0,1 1 0,-1 0 0,0 1 0,0 0 0,0 1 0,0 0 0,0 1 0,-1 0 0,0 1 0,0 0 0,0 1 0,13 11 0,-12-7 0,0 1 0,0 0 0,-2 0 0,1 1 0,-2 1 0,0 0 0,0 0 0,10 26 0,-9-15 0,-1 1 0,-1 0 0,-2 1 0,0-1 0,-2 1 0,-1 1 0,-1-1 0,-2 0 0,0 0 0,-2 1 0,-6 35 0,0-31 0,-2 1 0,-1-2 0,-1 0 0,-1 0 0,-2-1 0,-2-1 0,0-1 0,-38 48 0,19-34 0,-1-2 0,-2-2 0,-1-1 0,-74 51 0,59-52 0,-1-3 0,-2-2 0,-1-2 0,-1-4 0,-1-2 0,-2-2 0,-107 20 0,161-39 0,12 0 0,23 0 0,-11-1 0,180 21 0,-1 9 0,242 70 0,-427-99-124,1 0 0,0 0 0,0-1 0,0 0 0,0-1 0,0 0-1,0 0 1,0-1 0,0 0 0,20-6 0,-11-1-6702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3:00.5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472 1 24575,'-11'0'0,"0"0"0,-1 1 0,1 0 0,0 1 0,0 1 0,1 0 0,-1 0 0,0 1 0,1 0 0,0 1 0,0 0 0,0 0 0,1 1 0,-1 1 0,2-1 0,-16 15 0,-5 10 0,1 2 0,1 0 0,2 2 0,2 1 0,1 0 0,2 2 0,1 0 0,2 2 0,2 0 0,2 0 0,1 1 0,2 1 0,2 0 0,2 0 0,-1 82 0,7-113 0,0 0 0,1-1 0,0 1 0,1 0 0,1 0 0,-1-1 0,2 0 0,-1 1 0,2-1 0,-1 0 0,1-1 0,8 11 0,-6-10 0,0-2 0,1 1 0,0-1 0,1 0 0,0-1 0,0 0 0,1 0 0,-1-1 0,1 0 0,1-1 0,12 5 0,-1-2 0,1 0 0,-1-2 0,39 7 0,-49-11 0,0-1 0,0-1 0,0 1 0,0-2 0,0 0 0,-1 0 0,1-1 0,0 0 0,12-5 0,-20 5 0,1 1 0,-1-2 0,0 1 0,1 0 0,-1-1 0,0 0 0,-1 0 0,1 0 0,-1 0 0,1-1 0,-1 0 0,0 1 0,5-8 0,-5 4 0,0 1 0,0-1 0,0 0 0,-1 0 0,0 0 0,-1 0 0,1 0 0,0-10 0,-2-3 0,0 0 0,-1 0 0,-1 0 0,-1 0 0,-9-31 0,7 33 0,0 1 0,-1 1 0,-1-1 0,-1 1 0,0 0 0,-19-27 0,21 35 0,-2-1 0,1 1 0,-1 0 0,0 1 0,-1 0 0,0 0 0,0 1 0,0 0 0,-1 1 0,1 0 0,-1 0 0,-13-3 0,7 3-227,0 1-1,-1 1 1,1 0-1,-1 1 1,-23 1-1,20 1-6598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3:01.1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111 91 24575,'-1'13'0,"-1"-1"0,0 1 0,-1-1 0,-6 21 0,-2 4 0,0 13 0,3 0 0,1 0 0,3 1 0,4 80 0,0-123 0,1 0 0,0 0 0,0 0 0,1-1 0,0 1 0,0 0 0,5 11 0,-5-17 0,0 1 0,0 0 0,-1 0 0,2-1 0,-1 1 0,0-1 0,0 0 0,1 0 0,-1 0 0,1 0 0,0 0 0,0 0 0,0 0 0,-1-1 0,1 0 0,1 0 0,-1 1 0,0-2 0,0 1 0,6 1 0,2-1 0,0 0 0,0 0 0,0-1 0,-1-1 0,1 0 0,0 0 0,0-1 0,-1 0 0,1-1 0,-1 0 0,11-5 0,-14 4 0,1 1 0,-1-2 0,0 1 0,-1-1 0,1 0 0,-1 0 0,0-1 0,0 0 0,0 0 0,-1 0 0,0-1 0,0 0 0,-1 0 0,0 0 0,4-10 0,4-14 0,-2 0 0,-1-1 0,-1 0 0,4-46 0,0-133 0,-12 198 0,1 3 0,-1 0 0,-1 0 0,1 0 0,-4-12 0,4 20 0,-1 0 0,1-1 0,-1 1 0,0 0 0,0 0 0,0 0 0,0 0 0,0 0 0,0 0 0,-1 0 0,1 1 0,-1-1 0,1 0 0,-1 1 0,0-1 0,1 1 0,-1 0 0,0-1 0,0 1 0,0 0 0,0 0 0,0 0 0,0 0 0,-3 0 0,-18-3 0,1 2 0,-1 1 0,0 0 0,1 2 0,-25 3 0,12-1 0,-90 14-1365,60-4-5461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3:01.6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522 6 24575,'-1'-1'0,"-1"0"0,0 0 0,1 1 0,-1-1 0,0 1 0,1-1 0,-1 1 0,0 0 0,0-1 0,1 1 0,-1 0 0,0 0 0,0 0 0,1 1 0,-1-1 0,0 0 0,0 1 0,1-1 0,-1 1 0,0-1 0,1 1 0,-1 0 0,1 0 0,-1 0 0,1 0 0,-1 0 0,1 0 0,0 0 0,-1 0 0,1 0 0,-1 3 0,-4 3 0,1 1 0,0 0 0,0 1 0,-6 16 0,6-13 0,-36 93-12,-46 189 0,62-199-114,-5 13-243,-99 380-57,21 0 470,100-441-1259,4-23-4860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3:02.0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2 267 24575,'-2'89'0,"5"102"0,-2-169 0,2 0 0,1 1 0,1-1 0,1 0 0,0-1 0,13 26 0,-15-38 0,1 0 0,0-1 0,0 0 0,1 0 0,0-1 0,0 1 0,0-1 0,1 0 0,1-1 0,-1 0 0,1 0 0,0-1 0,0 0 0,0 0 0,1-1 0,0 0 0,0 0 0,0-1 0,0 0 0,15 2 0,-9-3 0,-1-1 0,1 0 0,0-1 0,0-1 0,0 0 0,0-1 0,-1-1 0,1 0 0,-1-1 0,0 0 0,0-2 0,24-11 0,-13 2 0,0 0 0,-1-2 0,-1-1 0,-1-1 0,0-1 0,-1-1 0,-2-1 0,0 0 0,-1-2 0,-1 0 0,20-39 0,-21 33 0,-2-1 0,-1 0 0,-1-1 0,-2 0 0,-1-1 0,-2 0 0,-1 0 0,-1 0 0,-1-60 0,-4 78 0,-1 0 0,0 1 0,-2-1 0,-6-25 0,8 36 0,-1 0 0,1 1 0,-1-1 0,0 0 0,0 0 0,-1 1 0,1-1 0,-1 1 0,-4-4 0,5 5 0,0 1 0,0-1 0,0 1 0,0-1 0,0 1 0,0 0 0,-1 0 0,1 0 0,0 0 0,-1 1 0,1-1 0,-1 1 0,1-1 0,-1 1 0,1 0 0,-6 0 0,-28 4-1365,19-2-5461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3:02.7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738 120 24575,'-26'-29'-2287,"11"16"2678,-2 1 0,-27-16 1,34 22-304,0 0 1,0 1-1,0 1 0,-1-1 1,0 2-1,-15-4 1,21 6-63,0 1 0,0-1 0,1 1 0,-1 0 0,0 0 0,1 1 0,-1-1 0,0 1 0,1 0 0,-1 1 0,1-1 0,-1 1 0,1 0 0,0 0 0,-1 0 0,1 0 0,0 1 0,-5 4 0,-6 7-26,1 1 0,0 0 0,0 1 0,2 1 0,-12 19 0,-49 96 0,-23 90 0,82-180 0,1 0 0,3 1 0,-9 65 0,19-105 0,-1 0 0,1 0 0,0 0 0,0 0 0,0-1 0,0 1 0,0 0 0,1 0 0,-1 0 0,1 0 0,0 0 0,0-1 0,0 1 0,0 0 0,0-1 0,3 4 0,-2-4 0,0-1 0,0 1 0,0-1 0,0 0 0,0 0 0,0 0 0,0 0 0,1 0 0,-1-1 0,0 1 0,0-1 0,1 1 0,-1-1 0,0 0 0,1 0 0,-1 0 0,0 0 0,1 0 0,-1-1 0,0 1 0,3-1 0,16-4 0,-1 0 0,0-1 0,0-1 0,0-1 0,-1-1 0,0-1 0,33-23 0,-24 14 0,-2-2 0,-1-1 0,0-1 0,28-35 0,-29 26 0,-1-1 0,-2-1 0,-1-1 0,-1-1 0,-3-1 0,-1 0 0,-1-1 0,-2 0 0,12-72 0,-37 233 0,-70 328-662,21-127-175,8-11-419,-82 424 820,-52-16 366,176-684 68,3-6 40,-1-1-1,-2 0 1,-27 50-1,38-78 11,0-1 0,0 1 0,0-1-1,0 1 1,0-1 0,-1 0-1,1 1 1,0-1 0,-1 0-1,1 0 1,-1 0 0,-1 1-1,3-2 2,-1 1-1,0-1 0,1 0 0,-1 0 1,0 0-1,1 0 0,-1 0 1,0 0-1,1 0 0,-1 0 0,1 0 1,-1 0-1,0 0 0,1 0 1,-1-1-1,0 1 0,1 0 1,-1 0-1,1-1 0,-1 1 0,1 0 1,-1-1-1,0 0 0,-2-2 100,-1-1 0,1 0 0,1 0 0,-1 0 0,1 0 0,-1 0 0,-2-8 0,-35-93-1363,20 43-5611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3:03.3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87 0 24575,'14'1'0,"1"0"0,-1 1 0,1 1 0,-1 0 0,0 1 0,0 0 0,-1 1 0,0 1 0,14 7 0,-7-1 0,-1 0 0,0 1 0,0 1 0,31 30 0,-41-35 0,-1 1 0,0 0 0,0 0 0,-1 0 0,0 1 0,10 21 0,-15-27 0,0 0 0,-1 1 0,1-1 0,-1 0 0,0 1 0,0-1 0,-1 1 0,0-1 0,0 0 0,0 1 0,0-1 0,-1 1 0,0-1 0,0 0 0,-1 1 0,1-1 0,-1 0 0,-4 8 0,-2-1 0,0 0 0,-1 0 0,0 0 0,-1-1 0,0-1 0,-1 1 0,0-2 0,0 1 0,-25 13 0,6-5 0,-2-2 0,-65 25 0,64-31 0,-59 10 0,81-18 0,3 1 0,10 0 0,17 4 0,-14-6 0,63 19 0,355 87 0,-364-100-1365,-42-6-5461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3:03.9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24575,'2'0'0,"7"0"0,5 0 0,7 0 0,15 0 0,18 0 0,19 0 0,15 4 0,5 1 0,-8 0 0,-17-1 0,-17-1 0,-15-2 0,-13 2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3:04.2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24575,'2'0'0,"6"0"0,16 0 0,26 2 0,24 5 0,15 2 0,3 1 0,-11-2 0,-15-2 0,-14-3 0,-17-1-8191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3:04.8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511 0 24575,'0'0'0,"1"1"0,-1-1 0,0 1 0,0-1 0,0 1 0,1-1 0,-1 1 0,0-1 0,0 0 0,0 1 0,0-1 0,0 1 0,0-1 0,0 1 0,0-1 0,0 1 0,0-1 0,0 1 0,0-1 0,0 1 0,0-1 0,-1 1 0,1-1 0,0 1 0,0-1 0,-1 0 0,1 1 0,0 0 0,-8 16 0,-100 186 0,38-79 0,-121 270 0,160-317 0,3 1 0,4 2 0,-19 104 0,40-166 0,1-1 0,0 0 0,1 1 0,1-1 0,1 1 0,6 34 0,-5-43 0,1 0 0,0-1 0,0 1 0,1-1 0,0 1 0,0-1 0,1 0 0,0-1 0,1 1 0,0-1 0,0 0 0,0-1 0,1 1 0,13 9 0,2-2 0,0-1 0,1 0 0,1-2 0,0-1 0,0-1 0,1 0 0,33 5 0,-5-4 0,0-2 0,82 1 0,-115-8 0,0-2 0,-1 0 0,1 0 0,0-2 0,27-7 0,-43 9 0,1-1 0,-1 1 0,0-1 0,0 0 0,0 0 0,0 0 0,0 0 0,0-1 0,0 1 0,-1-1 0,1 0 0,-1-1 0,0 1 0,0 0 0,0-1 0,-1 0 0,1 1 0,-1-1 0,0 0 0,0 0 0,0 0 0,0-1 0,-1 1 0,1 0 0,-1-1 0,0 1 0,-1-1 0,1 1 0,-1-8 0,-1-1 0,-1 0 0,0 0 0,-1 1 0,0-1 0,-1 1 0,0-1 0,-1 1 0,0 0 0,-1 1 0,-1 0 0,1-1 0,-2 2 0,-10-13 0,-13-12 0,0 2 0,-50-41 0,54 52 69,0 0-1,-2 2 0,0 1 0,-63-30 1,72 41-240,0 1 0,0 0 1,-1 2-1,1 0 0,-1 2 1,0 0-1,0 1 0,0 1 1,-30 3-1,16 2-6655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3:05.3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334 1 24575,'-28'30'0,"1"1"0,2 2 0,1 1 0,-33 59 0,28-34 0,2 1 0,-22 73 0,-3 60 0,46-162 0,2 0 0,1 0 0,1 1 0,3 41 0,0-62 0,0 0 0,1-1 0,1 1 0,-1 0 0,1-1 0,1 0 0,0 0 0,1 0 0,0 0 0,6 9 0,-6-12 0,1 0 0,0-1 0,-1 0 0,2 0 0,-1-1 0,1 1 0,0-1 0,0-1 0,0 1 0,1-1 0,-1-1 0,1 1 0,10 2 0,5 0 0,0-1 0,1 0 0,0-2 0,-1-1 0,1-1 0,0 0 0,0-2 0,0-1 0,0-1 0,-1-1 0,1-1 0,37-14 0,-44 13 0,1-1 0,-2 0 0,1-2 0,-1 0 0,0 0 0,-1-2 0,0 0 0,-1-1 0,0 0 0,-1-1 0,-1 0 0,1-1 0,-2-1 0,0 0 0,-1 0 0,15-33 0,-17 28 0,-1-1 0,-1 0 0,-1 0 0,0 0 0,-2 0 0,-1-1 0,0 0 0,-2 1 0,-1-1 0,0 0 0,-8-36 0,3 32 0,-1 1 0,-1-1 0,-1 2 0,-1-1 0,-2 1 0,0 1 0,-1 0 0,-2 0 0,-19-22 0,2 10-1365,5 12-5461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2T06:33:12.573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239 984,'16'16,"-1"0,2 0,27 20,-37-31,0-1,1 0,-1 0,1-1,0 0,0 0,0-1,0 0,0 0,14 0,179 1,-29-1,912 94,-1060-90,-24-6,1 0,-1 0,0 0,0 0,0 0,0 0,0 0,1 0,-1 0,0 0,0 0,0 1,0-1,0 0,0 0,0 0,1 0,-1 0,0 0,0 0,0 0,0 1,0-1,0 0,0 0,0 0,0 0,0 0,0 1,0-1,0 0,0 0,0 0,0 0,0 0,0 1,0-1,0 0,0 0,0 0,0 0,0 0,0 1,0-1,0 0,0 0,0 0,0 0,0 0,0 0,0 1,-1-1,1 0,0 0,0 0,0 0,0 0,0 0,0 0,-1 0,1 0,0 0,0 0,0 1,0-1,0 0,-1 0,1 0,0 0,-9 4,0 0,-1 0,1-1,-1 0,-14 2,-4 1,-823 178,-8-62,775-114,67-3,17-5,0 1,0-1,0 0,0 0,0 1,0-1,0 0,0 0,1 1,-1-1,0 0,0 0,0 0,1 1,-1-1,0 0,0 0,0 0,1 0,-1 1,0-1,0 0,1 0,-1 0,0 0,0 0,1 0,-1 0,0 0,0 0,1 0,-1 0,1 0,46 10,-44-10,132 19,80 6,312 28,524 65,-968-104,-83-14,0 0,1-1,-1 1,0 0,0 0,1 0,-1-1,0 1,0 0,1 0,-1-1,0 1,0 0,0 0,0-1,1 1,-1 0,0-1,0 1,0 0,0-1,0 1,0 0,0-1,0 1,0 0,0 0,0-1,0 1,0 0,0-1,0 1,0 0,-1-1,1 1,0 0,0-1,0 1,0 0,-1 0,1-1,-9-27,1 3,-42-194,-26-105,20 128,-59-267,110 436,1-1,2 0,0 1,2-1,1 0,2 1,11-55,-11 70,1-1,1 1,0 0,1 0,0 0,0 1,2 0,-1 0,1 0,1 1,0 1,0-1,1 2,0-1,0 1,1 1,0 0,22-10,-7 6,1 1,1 2,-1 1,41-6,114 0,-172 12,-5 1,1 0,-1 0,0 0,0 0,0 1,5 1,-9-2,-1 0,0 0,0 1,0-1,1 0,-1 0,0 0,0 0,0 0,1 0,-1 1,0-1,0 0,0 0,0 0,0 0,0 1,1-1,-1 0,0 0,0 0,0 1,0-1,0 0,0 0,0 0,0 1,0-1,0 0,0 0,0 1,0-1,0 0,0 0,0 0,0 1,0-1,0 0,0 0,-1 0,1 1,0-1,0 0,0 0,0 0,0 0,-1 1,1-1,0 0,0 0,0 0,0 0,-1 0,1 0,0 0,0 1,0-1,-1 0,1 0,-18 11,-21 6,-54 17,56-22,-1047 327,700-224,358-107,-131 45,156-52,-2 0,0 0,0 0,0 1,0 0,0-1,-4 5,6-6,1 0,0 0,0 0,0 1,0-1,0 0,0 0,0 0,-1 1,1-1,0 0,0 0,0 0,0 1,0-1,0 0,0 0,0 1,0-1,0 0,0 0,0 0,0 1,0-1,1 0,-1 0,0 0,0 1,0-1,0 0,0 0,0 0,0 0,1 1,-1-1,0 0,17 8,20 1,1-2,61 4,-54-7,180 15,396 23,443 38,-1031-77,-7-1,-1 1,45 11,-51-5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2T06:33:13.792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0 655,'119'-2,"38"-5,81-5,1216-102,-1431 111,173-23,-162 16,-34 10,0 0,1 0,-1 0,0 0,0 0,0 0,0 0,1-1,-1 1,0 0,0 0,0 0,0 0,0 0,1-1,-1 1,0 0,0 0,0 0,0-1,0 1,0 0,0 0,0 0,0-1,0 1,0 0,0 0,0 0,0-1,0 1,0 0,0 0,0 0,0-1,0 1,0 0,0 0,0 0,0-1,0 1,-1 0,1 0,0 0,0 0,0-1,0 1,0 0,-1 0,1 0,0 0,0 0,0-1,0 1,-1 0,1 0,0 0,0 0,0 0,-1 0,1 0,-9-4,0 0,-1 0,1 1,0 0,-12-1,-4-2,-499-95,-51-14,523 101,1-3,1-2,1-2,1-2,-52-34,94 53,1 1,-1-2,1 1,0 0,0-1,1 0,-1 0,1-1,-4-5,8 10,0 1,0-1,0 1,0-1,-1 0,1 1,0-1,0 1,0-1,0 1,0-1,0 1,0-1,1 0,-1 1,0-1,0 1,0-1,0 1,1-1,-1 1,0-1,1 1,-1-1,0 1,1 0,-1-1,0 1,1-1,-1 1,1 0,-1-1,1 1,-1 0,1 0,-1-1,1 1,-1 0,1 0,-1 0,1 0,-1 0,1 0,-1 0,1-1,0 2,33-5,-30 4,413-2,-199 4,-206-2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2T06:33:19.486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2,'528'-1,"552"2,-530 48,-218-12,-259-31,-20-3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3:29.01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522 0 24575,'0'1'0,"1"-1"0,-1 1 0,1-1 0,-1 1 0,1-1 0,-1 1 0,1-1 0,-1 1 0,1 0 0,-1-1 0,0 1 0,0 0 0,1-1 0,-1 1 0,0 0 0,0-1 0,1 1 0,-1 0 0,0-1 0,0 1 0,0 0 0,0 1 0,2 22 0,-2-21 0,0 15 0,0 1 0,-1-1 0,-1 0 0,-1 0 0,-1 0 0,-10 31 0,-49 103 0,47-116 0,-111 231 0,-23 49 0,26 8 0,121-314 0,-3 9 0,0 0 0,-5 39 0,13-35-1365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3:29.45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22 0 24575,'-11'350'0,"1"58"0,10-398 0,5 97 0,-3-94 0,0-1 0,1 1 0,0-1 0,1 0 0,0 0 0,8 14 0,-11-23 0,0 0 0,0-1 0,1 1 0,-1-1 0,1 1 0,0-1 0,0 0 0,0 1 0,0-1 0,0 0 0,0 0 0,0-1 0,1 1 0,-1 0 0,1-1 0,0 1 0,-1-1 0,1 0 0,0 0 0,-1 0 0,1 0 0,0 0 0,0-1 0,0 1 0,0-1 0,0 0 0,0 0 0,0 0 0,0 0 0,0-1 0,0 1 0,0-1 0,-1 1 0,1-1 0,5-2 0,1-2 0,0 0 0,0 0 0,0-1 0,0 0 0,-1 0 0,0-1 0,-1 0 0,14-16 0,-5 3 0,-1-1 0,-1 0 0,-1-2 0,-1 1 0,-1-1 0,-1-1 0,-1 0 0,11-46 0,-16 51 0,-1-1 0,-1 1 0,0-1 0,-1 1 0,-2-1 0,0 0 0,-1 1 0,0-1 0,-2 1 0,0 0 0,-2 0 0,-8-21 0,1 12 69,-1 1-1,-2 0 0,0 1 0,-40-46 1,40 53-313,-2 1 0,0 1 0,-1 0 0,-1 2 1,0 0-1,-33-18 0,28 21-6582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3:30.10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321 141 24575,'-9'-13'-986,"-41"-57"208,44 63 898,0 1 1,-1-1-1,1 1 0,-1 1 1,-1-1-1,1 1 1,-11-6-1,17 11-109,0-1 0,0 1 0,1-1 0,-1 1 0,0-1 0,0 1 1,0 0-1,0-1 0,0 1 0,0 0 0,0 0 0,0 0 0,0 0 0,0-1 0,0 1 0,0 1 0,0-1 0,0 0 1,0 0-1,0 0 0,0 0 0,0 1 0,0-1 0,0 0 0,0 1 0,0-1 0,1 1 0,-1-1 0,0 1 0,0 0 0,0-1 1,1 1-1,-1 0 0,0-1 0,1 1 0,-1 0 0,1 0 0,-1 0 0,0-1 0,1 1 0,0 0 0,-1 0 0,1 0 1,0 0-1,-1 0 0,1 2 0,-2 4 36,1 1-1,0-1 1,1 1 0,0 0 0,1 8-1,1 12-46,2 0 0,1-1 0,2 0 0,13 38 0,51 106 0,-35-88 0,-28-65 0,78 200 0,-69-168 0,-2 0 0,12 75 0,-25-115 0,-1 1 0,-1 0 0,0 0 0,0 0 0,-1-1 0,0 1 0,-1 0 0,0 0 0,0-1 0,-7 15 0,6-18 0,-1 1 0,0-1 0,0 0 0,0 0 0,-1-1 0,-1 1 0,1-1 0,-1 0 0,0-1 0,0 1 0,0-1 0,-1 0 0,0-1 0,-8 5 0,0-2 0,0-1 0,-1 0 0,1-1 0,-1-1 0,0 0 0,0-1 0,-25 1 0,31-3 0,0 0 0,0-1 0,0-1 0,0 0 0,1 0 0,-1-1 0,0 0 0,1-1 0,-1 0 0,1-1 0,0 1 0,0-2 0,-13-8 0,17 10 0,1 0 0,0-1 0,-1 0 0,2 0 0,-1 0 0,0 0 0,1 0 0,0-1 0,0 0 0,0 0 0,1 0 0,-1 0 0,1 0 0,0 0 0,-2-11 0,3 9 0,1 0 0,0 0 0,0 0 0,0-1 0,1 1 0,0 0 0,1 0 0,-1 0 0,1 0 0,0 1 0,4-8 0,3-4 0,2-1 0,0 2 0,0 0 0,2 0 0,0 1 0,1 0 0,24-20 0,23-12 0,2 2 0,116-63 0,13-8 0,-187 113 0,1 1 0,-1-1 0,0-1 0,0 1 0,0-1 0,0 0 0,5-7 0,-9 10 0,0 0 0,0 0 0,0-1 0,0 1 0,-1 0 0,1 0 0,-1-1 0,1 1 0,-1 0 0,0-1 0,0 1 0,0 0 0,0-1 0,0 1 0,0 0 0,-1-1 0,1 1 0,-1 0 0,0 0 0,0-1 0,0 1 0,0 0 0,-2-3 0,-64-114-1365,49 86-5461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3:40.9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1856 31 24575,'-22'-6'-3074,"-33"-7"-1,-24 4 2604,-80 6 2908,146 3-2688,-156 6 1425,-185 31 0,-159 63 912,464-89-2086,1 2 0,-71 31 0,104-38 0,1 1 0,0 1 0,1 0 0,0 1 0,0 1 0,1 0 0,0 0 0,0 1 0,2 1 0,-1 0 0,2 0 0,-11 17 0,4 1 0,2 0 0,1 1 0,2 0 0,1 1 0,1 1 0,-9 64 0,1 206 0,17-302 0,4 286-471,52 370-1,94 280-921,-83-547 1192,-3-24 12,70 472-478,-51 196 667,-80-987-9,-2-15 403,1 0 0,8 36-1,-10-66-348,1 0-1,-1-1 1,1 1 0,-1-1-1,1 1 1,-1-1 0,1 1-1,0-1 1,0 1-1,0-1 1,0 0 0,0 1-1,0-1 1,0 0 0,0 0-1,0 0 1,0 0-1,1 0 1,-1 0 0,0 0-1,1 0 1,2 1 0,1-1 104,0 0 0,0 0 0,-1-1 0,1 1 0,0-1 0,6-1 0,8 1 2,104 9-151,199 28-467,223 23-2342,337-2-1254,982-62 0,-62-117 3121,-22-105 0,-1408 158 1324,-68 4 1144,-67 5-799,-206 51-457,192-56 1259,-182 50-858,0-3-1,0-1 1,38-24-1,-67 34-305,0-1 0,0 0 0,-1 0-1,-1-1 1,0-1 0,0 0 0,16-23-1,-3-4 1134,23-51-1,-26 49-1240,217-470-754,-50-24 0,19-493-1483,-152 568 2005,-45 311-312,-10-165 1,-3 254 262,-2-1 0,-4 2 0,-1-1 1,-31-90-1,27 110 25,-1 1 0,-2 0 0,-2 1 1,-1 2-1,-2 0 0,-1 1 0,-41-44 0,18 31-11,-2 3 0,-1 1 0,-2 3 0,-83-48 0,33 32-626,-186-74 0,-12 27 62,-55 8-662,-57 10 611,-1289-98-1573,-16 145 125,1110 31 1824,175 1-495,46-2 588,-1483-12 4670,1661 22-4717,-78 1 1549,0 9 3647,262-9-5089,11 0-5840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4:41.2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529 760 24575,'1385'2'-2746,"-872"0"2740,665 8-216,-797 8-744,-7 37 343,-66 21 968,3 2 463,-224-61-358,143 10 0,-202-26 178,0 0-1,0-2 1,36-5-1,-62 5-627,0 0 0,1 0 0,-1 0 0,1 0 0,-1-1 0,0 1 0,0-1 0,0 1 0,0-1 0,0 0 0,0 0 0,0 0 0,-1 0 0,1 0 0,-1 0 0,3-4 0,20-45 0,-17 34 0,46-100 0,-5-2 0,44-171 0,-90 283 0,0-1 0,-1 0 0,1 0 0,-1 0 0,0-9 0,-1 15 0,0 0 0,0 0 0,-1 0 0,1 1 0,0-1 0,-1 0 0,1 0 0,-1 0 0,0 0 0,0 0 0,0 1 0,0-1 0,0 0 0,0 1 0,0-1 0,0 0 0,-1 1 0,1 0 0,0-1 0,-1 1 0,-3-2 0,-10-5 0,-1 2 0,0 0 0,0 0 0,0 2 0,-1 0 0,-25-2 0,18 2 0,-693-71-1269,608 67 1021,-200-14-558,-351-23-1712,-893-51 2519,89 66 73,787 33 4692,675-3-4766,1 0 0,0 0 0,-1 0 0,1 0 0,-1 1 0,1-1 0,0 1 0,0-1 0,-1 1 0,1-1 0,0 1 0,0 0 0,-1 0 0,1-1 0,0 1 0,0 0 0,0 0 0,0 0 0,0 0 0,1 0 0,-1 1 0,0-1 0,0 0 0,1 0 0,-1 0 0,1 1 0,-1-1 0,1 0 0,-1 1 0,1 1 0,-2 6 0,1-1 0,0 1 0,0 16 0,1-15 0,-3 107 0,5 0 0,6 0 0,28 149 0,-20-190-682,30 90-1,-35-140-6143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4:42.5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3111 24575,'-6'-11'0,"0"-1"0,1 0 0,1 0 0,0 0 0,1-1 0,0 1 0,0-1 0,2 0 0,0 0 0,0 0 0,1 0 0,0 0 0,1 0 0,1 0 0,0 1 0,1-1 0,0 1 0,7-17 0,1 1 0,1 1 0,0 1 0,24-34 0,68-79 0,97-71-546,96-45-1803,96-32 599,83-15-825,-38 56-13,694-281 0,-36 154 2302,-734 281 151,-87 35-407,58 11 1919,-324 45-1291,88-4 1396,-36 9 8803,-80-15-10164,-269-75-113,258 78-8,-210-39 0,128 28 0,99 15 0,17 2 0,23 0 0,487 2 0,-512 0 0,5 0 0,0 0 0,-1 1 0,0 0 0,1 0 0,6 2 0,-12-3 0,0 1 0,1-1 0,-1 1 0,0 0 0,1-1 0,-1 1 0,0 0 0,0 0 0,1 0 0,-1 0 0,0 0 0,0 0 0,0 0 0,0 1 0,-1-1 0,1 0 0,0 0 0,0 1 0,-1-1 0,1 1 0,-1-1 0,1 0 0,-1 1 0,0-1 0,1 1 0,-1 1 0,1 20 0,-1-1 0,-4 28 0,-1 2 0,-56 430 0,52-430 0,3-28-1365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4:43.0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91 24575,'0'0'0,"1"0"0,-1 0 0,0-1 0,0 1 0,0 0 0,1-1 0,-1 1 0,0 0 0,0 0 0,1-1 0,-1 1 0,0 0 0,0 0 0,1 0 0,-1 0 0,0-1 0,1 1 0,-1 0 0,0 0 0,1 0 0,-1 0 0,0 0 0,1 0 0,-1 0 0,0 0 0,1 0 0,-1 0 0,0 0 0,1 0 0,-1 0 0,1 0 0,-1 0 0,0 0 0,1 0 0,-1 0 0,0 1 0,0-1 0,1 0 0,-1 0 0,0 0 0,1 0 0,-1 1 0,0-1 0,0 0 0,1 0 0,-1 1 0,0-1 0,0 0 0,0 1 0,1-1 0,4 22 0,-1 50 0,-3 1 0,-11 92 0,3-65 0,1 15 0,6-108 0,-1 6 0,7-26 0,18-64 0,53-155 0,-62 193 0,3 1 0,1 1 0,43-64 0,-55 91 0,1-1 0,0 2 0,1-1 0,0 1 0,0 0 0,1 0 0,0 1 0,1 1 0,0 0 0,0 0 0,0 1 0,1 1 0,15-6 0,-25 10 0,0 1 0,1-1 0,-1 1 0,0 0 0,1-1 0,-1 1 0,1 0 0,-1 0 0,0 1 0,1-1 0,-1 0 0,0 1 0,1-1 0,-1 1 0,0 0 0,0 0 0,0 0 0,0 0 0,1 0 0,-1 0 0,-1 1 0,1-1 0,0 1 0,0-1 0,0 1 0,-1 0 0,1 0 0,-1-1 0,0 1 0,1 0 0,-1 0 0,0 0 0,1 4 0,3 6 0,0 1 0,-1 0 0,-1 0 0,3 24 0,-4-25 0,18 144 0,-13-86 0,2 0 0,39 134 0,-43-189 0,1 0 0,0-1 0,1 1 0,1-1 0,0 0 0,1-1 0,0 0 0,1-1 0,0 0 0,1 0 0,1-1 0,0 0 0,0-1 0,1-1 0,0 0 0,26 13 0,0-6-273,1-1 0,1-2 0,0-2 0,77 11 0,39-1-6553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4:50.02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164 96 24575,'-12'56'0,"-1"108"-1913,-9 68-2219,-35 349 7281,15-118-253,24-23-2896,18-438 0,0 0 0,0-1 0,0 1 0,1-1 0,-1 1 0,0-1 0,1 1 0,-1-1 0,1 1 0,-1-1 0,1 1 0,0-1 0,-1 1 0,1-1 0,0 0 0,0 0 0,0 1 0,0-1 0,0 0 0,0 0 0,0 0 0,1 0 0,-1 0 0,0 0 0,1 0 0,-1-1 0,2 2 0,4 0 0,-1 0 0,1-1 0,0 1 0,-1-2 0,10 1 0,4 1 0,48 6-7,639 89-555,-398-38 436,404 67 138,242-9-12,-854-111 0,1-4 0,188-22 0,-176 5 57,417-44 569,-529 59-626,0 0 0,0-1 0,-1 1 0,1 0 0,0-1 0,0 0 0,0 1 0,0-1 0,0 0 0,-1 0 0,1 0 0,0 0 0,-1 0 0,1-1 0,-1 1 0,1 0 0,-1-1 0,1 1 0,-1-1 0,0 1 0,0-1 0,2-3 0,0-2 0,0-1 0,0 0 0,0 0 0,1-10 0,1-4 0,26-82 0,31-114 0,-46 151 0,8-89 0,-13 1 0,-7 1 0,-21-207 0,5 248 0,-5 1 0,-5 0 0,-63-189 0,79 284 0,1 1 0,-1 1 0,-11-22 0,15 33 0,0 1 0,0-1 0,-1 1 0,1 0 0,-1 0 0,1 0 0,-1 0 0,0 0 0,0 1 0,-1-1 0,1 1 0,0 0 0,-1 0 0,1 0 0,-7-2 0,-76-17 0,-136-15 0,128 22 0,-1969-210-1237,1458 201 999,2 25 54,584-2-6348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4:50.88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0 928 24575,'0'-9'0,"0"0"0,1 0 0,0-1 0,0 1 0,1 0 0,4-12 0,-3 15 0,-1 0 0,2 0 0,-1 1 0,0-1 0,1 1 0,0 0 0,1 0 0,-1 1 0,1-1 0,8-6 0,20-12 0,1 1 0,1 1 0,49-20 0,102-38 0,83-17-546,88-9-1660,81 2 1029,165-13-1808,906-55 0,-1170 161 2985,-318 10 21,-3 0 558,0 0 0,34 6 0,-44-1 1852,-8-5-2393,-9 0-2557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4:51.46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11 24575,'0'0'0,"0"-1"0,0 1 0,1-1 0,-1 1 0,0 0 0,0-1 0,0 1 0,1 0 0,-1-1 0,0 1 0,0 0 0,1-1 0,-1 1 0,0 0 0,0 0 0,1-1 0,-1 1 0,0 0 0,1 0 0,-1 0 0,1-1 0,-1 1 0,0 0 0,1 0 0,-1 0 0,0 0 0,1 0 0,0 0 0,15-2 0,-12 2 0,64-2 0,0 4 0,-1 2 0,1 3 0,92 23 0,-144-27 0,36 10 0,-48-12 0,0 1 0,0-1 0,0 1 0,0 0 0,0 1 0,0-1 0,-1 0 0,1 1 0,3 4 0,-6-5 0,1 0 0,-1 0 0,0 0 0,0 0 0,0 0 0,0 1 0,-1-1 0,1 1 0,0-1 0,-1 0 0,0 1 0,1-1 0,-1 1 0,-1 2 0,-3 42 0,1-25 0,-1 27 112,-3 0 0,-19 66-1,-37 91-1232,51-171 542,-3 9-6247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4:53.91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86 1 24575,'0'2'0,"0"4"0,-2 10 0,-3 9 0,-4 15 0,-3 16 0,-3 19 0,1 16 0,2 10 0,4 1 0,3-10 0,3-17 0,1-18 0,1-20-8191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4:54.56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209 168 24575,'0'-135'0,"0"133"0,0 1 0,0 0 0,0 0 0,0 0 0,0 0 0,0-1 0,0 1 0,-1 0 0,1 0 0,0 0 0,-1 0 0,1 0 0,0-1 0,-1 1 0,1 0 0,-1 0 0,0 0 0,1 0 0,-1 0 0,0 1 0,0-1 0,0 0 0,1 0 0,-1 0 0,0 1 0,0-1 0,0 0 0,0 1 0,0-1 0,0 1 0,0-1 0,-1 1 0,1 0 0,0-1 0,0 1 0,0 0 0,0 0 0,-1 0 0,1 0 0,0 0 0,0 0 0,0 0 0,0 0 0,-1 0 0,1 0 0,0 1 0,0-1 0,0 1 0,0-1 0,0 1 0,-2 0 0,-3 2 0,1 0 0,-1 0 0,1 0 0,-1 1 0,1 0 0,0 0 0,1 0 0,-6 6 0,-3 8 0,0 1 0,2 0 0,0 0 0,1 1 0,1 0 0,1 1 0,1 0 0,-8 40 0,8-24 0,2 0 0,2 1 0,1-1 0,4 54 0,1-64 0,0 0 0,9 31 0,-10-48 0,1 0 0,1 0 0,0 0 0,0-1 0,1 0 0,0 1 0,1-2 0,10 14 0,-15-20 0,0 0 0,1-1 0,-1 1 0,1 0 0,0-1 0,0 0 0,-1 1 0,1-1 0,0 0 0,0 0 0,0 0 0,0 0 0,1-1 0,-1 1 0,0 0 0,0-1 0,0 1 0,0-1 0,1 0 0,-1 0 0,3 0 0,-2-1 0,0 0 0,0 0 0,0 0 0,0 0 0,0 0 0,0-1 0,0 1 0,0-1 0,-1 0 0,1 0 0,-1 0 0,5-5 0,4-6 0,0-1 0,-1 0 0,-1 0 0,10-21 0,-16 31 0,22-46 0,-2-2 0,-3 0 0,27-106 0,-46 153 0,0 1 0,0-1 0,0 0 0,-1 0 0,0 0 0,0 1 0,0-1 0,0 0 0,-1 0 0,0 0 0,-1-5 0,1 7 0,-1 0 0,0-1 0,0 1 0,0 0 0,0 0 0,0 1 0,-1-1 0,1 0 0,-1 1 0,0-1 0,0 1 0,1 0 0,-2 0 0,1 0 0,-4-2 0,-32-15 257,20 9-1068,-37-22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4:55.41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490 168 24575,'5'-14'0,"14"-48"0,-18 57 0,0-1 0,-1 1 0,1 0 0,-1-1 0,0 1 0,0-1 0,-1 1 0,1 0 0,-3-9 0,2 12 0,0 0 0,-1 0 0,1 1 0,0-1 0,0 0 0,-1 1 0,1-1 0,-1 1 0,0-1 0,1 1 0,-1 0 0,0 0 0,0 0 0,1 0 0,-1 0 0,0 0 0,0 0 0,0 0 0,-4 0 0,4 0 0,1 1 0,-1 0 0,1-1 0,-1 1 0,1 0 0,-1 0 0,0 0 0,1 0 0,-1 0 0,1 0 0,-1 0 0,0 1 0,1-1 0,-1 1 0,1-1 0,-1 1 0,1-1 0,-1 1 0,1 0 0,0 0 0,-1 0 0,1 0 0,0 0 0,0 0 0,0 0 0,-1 0 0,0 2 0,-1 5 0,-1 0 0,2 1 0,-1-1 0,1 1 0,0 0 0,1-1 0,0 1 0,1 13 0,-2-4 0,-4 88 0,7 128 0,0-224 0,4 34 0,-5-42 0,1 1 0,-1-1 0,1 1 0,0 0 0,0-1 0,0 1 0,1-1 0,-1 0 0,0 1 0,1-1 0,0 0 0,3 4 0,-5-6 0,1 1 0,-1-1 0,1 0 0,-1 1 0,1-1 0,-1 0 0,1 1 0,0-1 0,-1 0 0,1 0 0,-1 1 0,1-1 0,0 0 0,-1 0 0,1 0 0,0 0 0,-1 0 0,1 0 0,-1 0 0,1 0 0,0 0 0,-1 0 0,1 0 0,0-1 0,-1 1 0,1 0 0,-1 0 0,2-1 0,0 0 0,-1-1 0,1 1 0,-1 0 0,1-1 0,-1 1 0,1-1 0,-1 0 0,0 0 0,1-1 0,17-40 0,-18 42 0,6-24 0,0-2 0,-2 1 0,0-1 0,0-35 0,-10 219 0,-5 72 0,-120 662 0,126-872 0,-11 62 0,-30 91 0,44-170 0,0 1 0,1-1 0,-1 0 0,0 0 0,0 1 0,-1-1 0,1 0 0,0 0 0,-1 0 0,1 0 0,-1-1 0,0 1 0,1 0 0,-1-1 0,0 1 0,0-1 0,0 0 0,0 1 0,0-1 0,0 0 0,-1 0 0,-2 0 0,2 0 0,0-1 0,0 0 0,0 0 0,0 0 0,0 0 0,0-1 0,0 0 0,0 1 0,0-1 0,0 0 0,1 0 0,-1 0 0,0-1 0,0 1 0,1-1 0,-1 1 0,-3-5 0,-7-4 0,2-1 0,-1 0 0,1-1 0,1 0 0,-14-22 0,4 1 0,-20-44 0,1-15-1365,7 2-5461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4:56.30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13 24575,'54'-7'0,"-43"5"0,-1 1 0,1 0 0,0 0 0,11 1 0,-18 0 0,0 1 0,-1 0 0,1 0 0,-1 0 0,1 0 0,-1 0 0,1 1 0,-1-1 0,0 1 0,1 0 0,-1 0 0,0 0 0,0 0 0,-1 1 0,1-1 0,2 4 0,-1-2 0,-1 0 0,0 1 0,0-1 0,0 1 0,-1 0 0,1 0 0,-1 0 0,-1 0 0,1 0 0,0 0 0,-1 0 0,1 10 0,-2-6 0,0 0 0,0 0 0,-1 0 0,0 0 0,-1 0 0,0 0 0,-3 8 0,-5 9 0,-1-1 0,-1 0 0,-30 45 0,31-55 0,0 0 0,0-1 0,-1 0 0,-25 21 0,36-34 0,1-1 0,0 0 0,-1 0 0,1 1 0,-1-1 0,1 0 0,0 0 0,-1 1 0,1-1 0,0 0 0,0 1 0,-1-1 0,1 1 0,0-1 0,0 0 0,-1 1 0,1-1 0,0 1 0,0-1 0,0 1 0,0-1 0,0 1 0,-1-1 0,1 0 0,0 1 0,0-1 0,0 1 0,12 4 0,28-6 0,-29 0 0,28 0 0,-1 2 0,1 2 0,57 10 0,-93-12 13,-2-1-59,0 1 0,0-1 0,0 0 0,0 1 0,0-1 0,1 0 0,-1 0 1,0 1-1,0-1 0,0 0 0,0 0 0,1 0 0,-1-1 0,0 1 0,0 0 0,0 0 0,0-1 0,0 1 0,1 0 0,-1-1 0,0 1 0,0-1 1,0 0-1,0 1 0,0-1 0,0 0 0,0 1 0,-1-1 0,3-2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4:57.69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59 1 24575,'-7'171'0,"-35"200"0,37-336 0,1-12 0,4-44 0,8-39 0,1 0 0,4 1 0,2 0 0,3 1 0,28-64 0,-44 117 0,0 1 0,-1-1 0,1 1 0,0-1 0,1 1 0,-1-1 0,1 1 0,0 0 0,0 0 0,0 1 0,0-1 0,1 0 0,-1 1 0,5-3 0,-7 6 0,-1-1 0,1 1 0,0 0 0,0 0 0,-1 0 0,1 0 0,0 0 0,0-1 0,-1 1 0,1 1 0,0-1 0,0 0 0,-1 0 0,1 0 0,0 0 0,-1 0 0,1 1 0,0-1 0,-1 0 0,1 0 0,0 1 0,-1-1 0,1 1 0,0-1 0,-1 1 0,1-1 0,-1 1 0,1-1 0,-1 1 0,1-1 0,-1 1 0,1 0 0,-1-1 0,0 1 0,1 0 0,12 30 0,-11-24 0,49 153 0,-29-86 0,46 105 0,-66-173-57,1-1 0,0 1 1,0-1-1,0 0 0,1 0 0,0 0 0,0 0 0,0-1 0,0 1 0,1-1 0,0 0 1,0-1-1,0 1 0,0-1 0,0 0 0,1 0 0,-1 0 0,1-1 0,0 0 1,0 0-1,0-1 0,0 1 0,11 0 0,9 0-6769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5:06.76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201 272 24575,'0'15'0,"-2"0"0,0 0 0,-1 0 0,0 0 0,-8 20 0,0 2 0,-79 254 0,12-40 0,78-248 0,5-10 0,10-17 0,258-421 0,-197 337 0,178-194 0,-248 295 0,4-3 0,0-1 0,0 2 0,1-1 0,1 1 0,13-8 0,-24 16 0,0 1 0,-1 0 0,1-1 0,-1 1 0,1-1 0,0 1 0,-1 0 0,1-1 0,0 1 0,0 0 0,-1 0 0,1 0 0,0-1 0,-1 1 0,1 0 0,0 0 0,0 0 0,-1 0 0,1 0 0,0 0 0,0 1 0,-1-1 0,1 0 0,0 0 0,0 0 0,-1 1 0,1-1 0,0 0 0,-1 1 0,1-1 0,-1 1 0,1-1 0,0 1 0,-1-1 0,1 1 0,-1-1 0,1 1 0,-1-1 0,1 1 0,-1 0 0,0-1 0,1 1 0,-1 0 0,1 0 0,0 4 0,0 0 0,0 0 0,-1 1 0,1-1 0,-1 7 0,0-7 0,-16 301 0,3-125 0,9-103 0,-2 31 0,8 124 0,0-215 0,7 33 0,-8-46 0,0 0 0,1 0 0,-1-1 0,1 1 0,0 0 0,1-1 0,-1 0 0,1 1 0,0-1 0,0 0 0,4 4 0,-6-7-50,0-1-1,0 1 1,0 0-1,0-1 0,0 1 1,0-1-1,0 1 1,0-1-1,0 0 1,0 1-1,0-1 0,0 0 1,0 0-1,0 0 1,1 0-1,-1 0 1,0 0-1,0 0 0,0 0 1,0 0-1,0 0 1,0 0-1,0-1 1,0 1-1,1-1 1,0 0-1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5:06.93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8 24575,'3'-2'0,"5"-1"0,1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5:07.39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463 5 24575,'-1'0'0,"-1"-1"0,1 0 0,0 1 0,-1-1 0,1 1 0,-1-1 0,1 1 0,0 0 0,-1-1 0,1 1 0,-1 0 0,1 0 0,-1 0 0,1 0 0,-1 1 0,1-1 0,-1 0 0,1 0 0,-1 1 0,1-1 0,0 1 0,-1 0 0,1-1 0,0 1 0,0 0 0,-1 0 0,1-1 0,0 1 0,0 0 0,0 0 0,0 0 0,0 1 0,0-1 0,0 0 0,0 0 0,-1 3 0,-2 4 0,0 0 0,1 1 0,-1-1 0,2 1 0,-3 9 0,-58 320 28,36-169-258,-198 836-780,194-876 1056,-14 53-1255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5:07.83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34 66 24575,'-1'27'0,"-7"42"0,1-10 0,-6 105 0,9 189 0,4-343 0,2 16 0,5 36 0,-6-55 0,1 0 0,0-1 0,0 1 0,0-1 0,1 0 0,-1 1 0,2-1 0,-1 0 0,1-1 0,6 9 0,-8-12 0,0 0 0,0-1 0,0 1 0,0 0 0,1-1 0,-1 1 0,0-1 0,1 0 0,-1 0 0,1 0 0,-1 0 0,1 0 0,0-1 0,-1 1 0,1-1 0,0 0 0,-1 0 0,1 0 0,0 0 0,-1 0 0,1 0 0,0-1 0,-1 1 0,4-2 0,5-1 0,-1-1 0,0-1 0,0 0 0,16-9 0,-2-2 0,0-2 0,-1 0 0,-1-1 0,0-1 0,-2-2 0,0 0 0,-2 0 0,0-2 0,-2 0 0,16-30 0,-17 25 0,-2 0 0,-1-1 0,-1-1 0,-2 0 0,-1 0 0,-1 0 0,-2-1 0,-1 0 0,0-36 0,-4 54 0,-1 0 0,0 0 0,-1 0 0,0 0 0,-1 0 0,-1 1 0,0-1 0,-1 1 0,-11-23 0,11 27 0,-1 0 0,0 1 0,0 0 0,-1 0 0,0 0 0,0 1 0,-1 0 0,0 1 0,0-1 0,-1 2 0,0-1 0,0 1 0,0 0 0,-10-3 0,-5 1-170,0 1-1,0 0 0,0 2 1,-1 1-1,0 1 0,1 1 1,-43 4-1,45-2-6655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5:08.51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789 95 24575,'1'-4'0,"1"1"0,-1-1 0,1 1 0,-1-1 0,0 1 0,-1-1 0,1 0 0,-1 0 0,1 1 0,-1-1 0,0 0 0,0 0 0,-1 1 0,0-6 0,0 7 0,1 0 0,-1 0 0,0 0 0,0 1 0,0-1 0,0 0 0,0 1 0,0-1 0,0 0 0,0 1 0,-1-1 0,1 1 0,-1 0 0,1-1 0,-1 1 0,1 0 0,-1 0 0,0 0 0,1 0 0,-1 0 0,0 1 0,0-1 0,0 0 0,0 1 0,0-1 0,0 1 0,0 0 0,-3 0 0,-4 0 0,0 0 0,0 1 0,0 0 0,0 1 0,0 0 0,1 0 0,-1 1 0,0 0 0,1 1 0,0 0 0,-8 5 0,-5 4 0,1 0 0,1 1 0,-19 19 0,6-2 0,2 1 0,1 2 0,1 1 0,2 2 0,2 0 0,1 1 0,2 2 0,2 0 0,-19 55 0,33-81 0,1 0 0,0 1 0,1-1 0,0 1 0,2 0 0,-1 28 0,2-39 0,1 1 0,-1-1 0,1 1 0,0-1 0,0 1 0,1-1 0,-1 0 0,1 1 0,0-1 0,0 0 0,0 0 0,1 0 0,-1-1 0,1 1 0,0-1 0,0 1 0,1-1 0,-1 0 0,0 0 0,1 0 0,0-1 0,0 1 0,0-1 0,0 0 0,0 0 0,6 2 0,1-1 0,0 0 0,0-1 0,0-1 0,0 1 0,1-2 0,-1 1 0,0-2 0,0 0 0,1 0 0,-1-1 0,0 0 0,18-7 0,-2 0 0,-1-1 0,-1-2 0,0 0 0,25-18 0,-18 8 0,-1-2 0,0 0 0,-2-3 0,-1 0 0,41-52 0,-32 29 0,-2-2 0,51-102 0,-70 123 0,-11 26 0,-2 8 0,-2 6 0,0-1 0,-1 0 0,0 0 0,0 0 0,-1 0 0,0 1 0,-4 14 0,0-1 0,-188 806-1124,21-260 1124,-50-21 0,214-532 0,0 3 0,-1 0 0,-22 32 0,31-49 14,-1 1 1,0-1-1,0 0 0,0 0 0,0 1 0,-1-1 0,1 0 0,0 0 1,0 0-1,-1 0 0,1 0 0,-1 0 0,1-1 0,-1 1 0,1 0 0,-1-1 1,1 1-1,-1-1 0,0 1 0,1-1 0,-1 0 0,1 0 0,-1 0 0,0 0 1,1 0-1,-1 0 0,0 0 0,1-1 0,-1 1 0,0 0 0,1-1 0,-1 1 1,1-1-1,-1 0 0,1 0 0,-2 0 0,-5-5 85,1 0 0,0 0 0,1 0 0,-1-1 0,-7-10 0,10 12-92,-27-35 79,1-1-1,2-2 0,-30-63 1,27 39-940,-38-118 1,36 68-5973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5:09.41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202 352 24575,'0'9'0,"0"1"0,-1 0 0,0 0 0,-1-1 0,0 1 0,0 0 0,-1-1 0,0 0 0,-6 12 0,-51 99 0,-41 94 0,83-151 0,21-94 0,1 0 0,2 0 0,1 0 0,20-53 0,62-114 0,-53 128 0,58-86 0,-77 132 0,1 1 0,0 1 0,2 0 0,0 2 0,2 0 0,0 1 0,25-15 0,-37 27 0,0 1 0,1 0 0,0 1 0,16-5 0,-24 9 0,-1 0 0,0 0 0,0 1 0,1-1 0,-1 1 0,1-1 0,-1 1 0,1 0 0,-1 0 0,0 0 0,1 0 0,-1 1 0,1-1 0,-1 1 0,1-1 0,-1 1 0,0 0 0,0 0 0,1 0 0,-1 0 0,0 0 0,0 0 0,0 1 0,0-1 0,0 1 0,0-1 0,-1 1 0,4 3 0,1 8 0,0 0 0,-1 0 0,0 0 0,-1 1 0,0-1 0,-1 1 0,0 0 0,0 16 0,-1-17 0,13 188 0,-13-141 0,3 1 0,2-1 0,18 72 0,-21-118 0,0 0 0,1-1 0,1 0 0,0 0 0,13 19 0,-17-28 0,0-1 0,0 0 0,1 0 0,-1-1 0,1 1 0,-1 0 0,1-1 0,0 0 0,0 1 0,0-1 0,0 0 0,1-1 0,-1 1 0,0 0 0,1-1 0,-1 0 0,1 0 0,0 0 0,-1 0 0,1-1 0,0 1 0,-1-1 0,1 0 0,0 0 0,-1 0 0,7-1 0,-8 0-97,1 0-1,0 0 1,-1 0-1,1 0 1,-1 0-1,0-1 1,1 1-1,-1-1 1,0 0-1,0 1 1,0-1-1,0 0 0,2-2 1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06:35:11.28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8229 5326 24575,'-10'5'0,"0"-1"0,0 0 0,-1-1 0,0 0 0,-11 1 0,6-1 0,-231 34 0,9-17-526,-98-5-1577,-95-4 1031,-81-10-1289,-61-14 1111,-70-24 1053,-645-122-1,787 64-1758,-875-287-1,839 176 1428,77-10-904,90-2 1075,294 165 357,-127-114 0,168 133 96,1-2 1,2-1-1,1-2 0,3-1 0,1-1 0,-42-84 0,51 82-11,2 0 0,2-1-1,2-1 1,2 0 0,2 0-1,1-1 1,1-66 0,6 40 13,4-1-1,21-118 1,-4 97 483,63-184 1,-46 182-484,5 3-1,68-113 1,-55 117-97,5 3 0,129-143 0,-102 140 0,4 4 0,188-133 0,-129 119-59,5 6-1,182-77 0,-73 58-297,316-88 0,443-46-120,662 20-980,7 156-36,-790 97 1050,-211 48-161,-583-56 612,0 4 1,160 58-1,-230-66 86,0 1 0,-2 2-1,1 2 1,-2 2 0,-1 1-1,40 35 1,-53-39-71,-2 1-1,-1 2 1,-1 0 0,0 1 0,-2 0 0,0 2 0,-2 0-1,-1 0 1,16 45 0,-15-25-23,-1 1 0,-3 0 0,-2 0 0,-1 1 0,-1 72 0,-7-21 0,-5 0 0,-24 135 0,-91 255 0,44-258 29,-10-3 0,-10-5-1,-10-4 1,-9-4 0,-161 221 0,165-281-15,-8-6 1,-236 229-1,238-271-16,-4-7 0,-4-4 0,-254 142-1,177-135 3,-262 92 0,-275 37-288,-3-57 1730,94-53 4329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2T06:35:36.068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1,'704'21,"-11"27,-604-41,192 17,349 19,-593-42,-48 0,-55 4,-257 43,-404 42,110-73,226-11,369-6,5 0,1 1,-29 5,42-3,10 0,18 4,185 17,-199-23,195 17,69 3,63 1,238 13,897 62,-1425-93,130 14,-143-10,-35-8,0 0,0 0,1 1,-1-1,0 0,0 0,0 0,0 0,1 0,-1 0,0 1,0-1,0 0,0 0,0 0,0 0,1 1,-1-1,0 0,0 0,0 0,0 0,0 1,0-1,0 0,0 0,0 0,0 1,0-1,0 0,0 0,0 1,0-1,0 0,0 0,0 0,0 0,0 1,0-1,-1 0,1 0,0 0,0 1,0-1,0 0,0 0,0 0,-1 0,1 0,0 1,0-1,0 0,0 0,-1 0,1 0,0 0,0 0,0 0,-1 0,1 0,0 0,0 0,-1 0,-9 5,-1 0,0-1,0-1,-12 3,-1 0,-968 229,656-160,332-74,-383 97,335-78,42-13,10-7,0 1,0-1,0 0,0 0,0 0,0 1,0-1,0 0,0 0,0 0,0 1,0-1,0 0,0 0,0 0,0 1,0-1,0 0,0 0,0 0,1 1,-1-1,0 0,0 0,0 0,0 0,0 0,1 1,-1-1,0 0,0 0,0 0,0 0,1 0,-1 0,0 0,7 3,-1-2,0 1,1-1,-1 0,11 0,349 8,-246-10,1174-3,-1843-24,292 11,63 6,22 3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2T06:35:37.832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0,'137'1,"38"7,126 17,150 21,135 19,440 56,1122 123,-1789-210,-118-14,-20-8,-198-12,-23 0,-37 1,-2796-5,1893-73,4-25,830 90,78 9,-225-20,217 22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2T06:43:53.384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0,'0'0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34:32.8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3 24575,'0'0'0,"0"-1"0,0 1 0,0 0 0,0 0 0,-1 0 0,1 0 0,0-1 0,0 1 0,-1 0 0,1 0 0,0 0 0,0 0 0,-1 0 0,1 0 0,0 0 0,0 0 0,-1 0 0,1-1 0,0 1 0,0 0 0,-1 0 0,1 0 0,0 1 0,-1-1 0,1 0 0,0 0 0,0 0 0,-1 0 0,1 0 0,0 0 0,-1 0 0,0 10 0,10 19 0,77 166 0,-61-145 0,112 224-546,74 135-1847,76 132 464,60 122-685,43 95 643,836 1774-3559,-872-1740 4948,-57-129-73,-67-171 677,-67-171 718,-57-139-125,-95-163-41,2-1-1,21 24 0,-19-30-103,-14-12-443,-1 0 0,0 0 1,1 1-1,-1-1 0,0 0 1,1 0-1,-1 0 0,0 0 1,1 0-1,-1 0 0,0 0 1,1 0-1,-1 0 0,1 0 1,-1 0-1,0 0 0,1 0 0,-1 0 1,0 0-1,1-1 0,-1 1 1,0 0-1,0 0 0,1 0 1,0-1-1,-1 0 286,1-1-1,0 1 1,0-1 0,-1 0-1,1 1 1,-1-1-1,1 0 1,-1 0 0,0 1-1,0-1 1,0-3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37:25.89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132 1 24575,'0'2'0,"0"2"0,0 11 0,0 15 0,-4 16 0,-3 11 0,-7 15 0,-2 7 0,-3 4 0,0-5 0,1-7 0,4-12 0,2-16 0,3-16-8191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37:26.08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3 24575,'2'-2'0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37:26.60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1089 123 24575,'0'-3'0,"0"-4"0,0-1 0,0 1 0,-1 0 0,0 0 0,-3-12 0,3 16 0,0 0 0,-1 0 0,1 1 0,-1-1 0,0 1 0,0-1 0,0 1 0,0 0 0,0 0 0,0 0 0,-1 0 0,1 0 0,-1 0 0,1 0 0,-1 1 0,-4-2 0,-2-2 0,0 1 0,0 1 0,0 0 0,0 0 0,-1 1 0,0 0 0,1 1 0,-1 0 0,0 0 0,0 1 0,1 0 0,-1 1 0,0 0 0,1 1 0,-19 4 0,17-2 0,0 1 0,1 0 0,0 0 0,0 1 0,0 0 0,0 0 0,1 1 0,0 1 0,1 0 0,0 0 0,0 0 0,1 1 0,-10 14 0,-2 8 0,2 1 0,1 0 0,1 1 0,-14 53 0,-29 145 0,51-201 0,-25 114 0,-55 264 0,30 5 0,42-176 0,-15 153 0,28-376 0,2-8 0,0 0 0,-1-1 0,1 1 0,-2 0 0,1-1 0,0 1 0,-1-1 0,0 1 0,-1-1 0,1 0 0,-7 9 0,9-13 0,-1 0 0,0 0 0,0 0 0,0-1 0,-1 1 0,1-1 0,0 1 0,0-1 0,0 1 0,0-1 0,-1 0 0,1 1 0,0-1 0,0 0 0,0 0 0,-1 0 0,1 0 0,0 0 0,0 0 0,-1 0 0,1-1 0,0 1 0,0 0 0,0-1 0,-1 1 0,1 0 0,0-1 0,0 0 0,-1 0 0,-33-24 0,31 22 0,-22-21-124,1-1 0,2-1 0,0-1 0,2-1 0,0-1 0,3 0-1,0-2 1,2 0 0,1-1 0,-13-41 0,8 11-6702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37:26.91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97 24575,'2'-2'0,"5"-3"0,14-2 0,25-4 0,11 0 0,16-1 0,24-1 0,23 1 0,14 2 0,5 4 0,-13 2 0,-25 2 0,-29 1-8191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37:30.17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520 134 24575,'0'-8'0,"0"0"0,0 1 0,-1-1 0,0 0 0,0 1 0,-5-14 0,4 17 0,1 1 0,-1 0 0,0-1 0,-1 1 0,1 0 0,0 0 0,-1 0 0,0 1 0,1-1 0,-1 1 0,0-1 0,0 1 0,-1 0 0,1 0 0,-7-3 0,2 2 0,-1-1 0,0 1 0,0 1 0,0-1 0,0 2 0,0-1 0,0 1 0,0 1 0,0-1 0,-1 2 0,-13 1 0,9 0 0,1 2 0,0-1 0,0 2 0,1-1 0,-1 2 0,1 0 0,-15 9 0,7-1 0,0 0 0,1 2 0,1 0 0,1 1 0,0 1 0,1 0 0,1 1 0,-18 31 0,26-37 0,0 0 0,1 1 0,1 0 0,0 0 0,1 0 0,-5 29 0,6-17 0,2 0 0,0-1 0,3 31 0,-1-47 0,0 0 0,0 0 0,1 0 0,1-1 0,-1 1 0,1 0 0,1-1 0,0 0 0,0 0 0,0 0 0,1 0 0,0-1 0,13 14 0,-9-12 0,0-1 0,1 0 0,0-1 0,0 0 0,1 0 0,0-1 0,0-1 0,0 0 0,21 6 0,7 0 114,0-3 0,76 8 0,83-11-1821,-172-6-5119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37:39.26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13 24575,'0'-2'0,"4"-1"0,5 1 0,5 0 0,5 0 0,0 1 0,5 1 0,5 0 0,3 0 0,0 0 0,0 0 0,6 0 0,7 0 0,4 0 0,0 0 0,-4 0 0,-11 0-8191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37:39.91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34 0 24575,'-14'9'0,"-4"2"0,16-5 0,11-2 0,17 0 0,-1-1 0,1-1 0,0-1 0,31-3 0,-2 0 0,17 1 0,-24-1 0,55 5 0,-38 8-1365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37:40.31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13 24575,'4'0'0,"7"0"0,12 0 0,6 0 0,6 0 0,8-2 0,14-1 0,14 1 0,3 0 0,-4 0 0,-13 1 0,-16 1-8191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37:40.90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45 40 24575,'-41'7'0,"38"-5"0,26-6 0,167-33 0,-155 33 0,-1 1 0,1 2 0,58 6 0,-62 2-1365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37:41.39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 0 24575,'0'2'0,"0"3"0,0 4 0,0 6 0,0 8 0,0 4 0,0 5 0,0 4 0,0-1 0,-2-6 0,0-7-8191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37:42.16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448 38 24575,'-5'-5'0,"-1"1"0,0 0 0,0 1 0,0-1 0,0 1 0,0 1 0,-1-1 0,1 1 0,-1 0 0,0 0 0,0 1 0,1 0 0,-1 0 0,0 1 0,0-1 0,0 2 0,0-1 0,-11 3 0,15-3 0,1 1 0,-1 0 0,0 1 0,1-1 0,-1 0 0,1 1 0,0-1 0,-1 1 0,1 0 0,0 0 0,0 0 0,0 0 0,0 0 0,0 0 0,0 1 0,1-1 0,-1 1 0,1-1 0,-2 5 0,-2 6 0,0 0 0,-5 26 0,7-28 0,-52 244 0,17-71 0,8-50 0,-75 362 0,102-481 0,-2 13 0,0 1 0,0 52 0,5-73 0,0 0 0,1 0 0,0 0 0,1 0 0,0 0 0,0 0 0,0-1 0,1 1 0,0-1 0,1 0 0,0 0 0,0 0 0,0 0 0,10 11 0,15 10 0,1-1 0,1-2 0,64 39 0,-91-61-124,0-1 0,-1 0 0,2-1 0,-1 1 0,0-1 0,0 1-1,0-1 1,1-1 0,-1 1 0,9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37:42.73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14 3 24575,'0'-2'0,"0"2"0,0 4 0,0 4 0,0 4 0,0 4 0,0 4 0,0 2 0,0 3 0,0 3 0,-2 6 0,0 2 0,-3 1 0,0-6-8191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37:46.5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84 0 24575,'1'944'-1349,"-3"975"-2655,-60-162 2972,60-1715 1625,1-20-111,0 0 0,-2 1 0,0-1 0,-7 25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38:12.91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0 24575,'2'0'0,"0"2"0,1 5 0,-1 5 0,-1 4 0,0 4 0,-1 2 0,1 1 0,-1-1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38:13.38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212 0 24575,'1'1'0,"0"-1"0,0 1 0,0 0 0,0-1 0,0 1 0,0 0 0,0 0 0,0-1 0,0 1 0,-1 0 0,1 0 0,0 0 0,-1 0 0,1 0 0,-1 0 0,1 0 0,-1 0 0,1 3 0,1-1 0,16 36 0,0 2 0,-3 0 0,-2 1 0,-1 0 0,-2 1 0,-3 0 0,-1 0 0,-1 1 0,-3 0 0,-2 0 0,-2-1 0,-1 1 0,-3 0 0,-18 71 0,6-54 0,-3-2 0,-3 0 0,-2-2 0,-3-1 0,-56 84 0,77-128 114,-2 0 0,-13 14 0,20-23-236,0-1 0,0 1 0,0 0 0,-1-1 0,1 0 0,-1 0 0,1 0 0,-1 0 0,0-1 1,0 1-1,0-1 0,1 0 0,-8 1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38:13.82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42 21 24575,'0'-2'0,"0"-2"0,0-3 0,0 1 0,0 5 0,0 4 0,0 5 0,0 4 0,0 7 0,0 5 0,0 4 0,0 9 0,-2 10 0,-5 11 0,-3 6 0,-2-2 0,2-12-8191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38:08.39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171 376 24575,'49'0'0,"-14"2"0,1-3 0,-1 0 0,1-2 0,40-10 0,-67 11 0,0 0 0,0-1 0,-1-1 0,1 1 0,-1-1 0,1-1 0,-1 1 0,-1-2 0,1 1 0,-1-1 0,0 0 0,0 0 0,0-1 0,-1 0 0,0 0 0,-1-1 0,1 1 0,-1-1 0,-1 0 0,7-17 0,-8 17 0,0 0 0,-1 0 0,0 0 0,-1-1 0,1 1 0,-2 0 0,1-1 0,-1 1 0,0-1 0,-1 1 0,0 0 0,-1-1 0,1 1 0,-1 0 0,-1 0 0,-3-8 0,4 10 0,-1 1 0,0 0 0,0 1 0,0-1 0,-1 0 0,0 1 0,0 0 0,0 0 0,0 0 0,0 0 0,-1 1 0,0-1 0,1 1 0,-1 0 0,0 1 0,-1-1 0,1 1 0,0 0 0,-1 1 0,1-1 0,-1 1 0,0 0 0,1 0 0,-9 1 0,6 0 0,-1 1 0,1 0 0,0 0 0,0 1 0,-1 0 0,1 0 0,0 1 0,1 0 0,-12 7 0,-10 6 0,-27 21 0,43-28 0,-21 14 0,0 2 0,2 1 0,1 2 0,-50 56 0,73-73 0,-1 1 0,2 0 0,-1 0 0,2 1 0,-1 0 0,2 0 0,-7 23 0,10-27 0,0 1 0,1 0 0,0 0 0,1 0 0,0 0 0,0 0 0,1 0 0,0 0 0,1 0 0,0-1 0,1 1 0,4 11 0,-2-9 0,2 0 0,-1 0 0,1 0 0,1-1 0,0 0 0,1-1 0,0 0 0,1 0 0,0 0 0,0-2 0,1 1 0,0-1 0,0-1 0,1 0 0,14 6 0,-3-3 0,-1 0 0,1-2 0,1-1 0,0-1 0,0-1 0,0-1 0,40 1 0,-48-5 0,-1-1 0,0-1 0,0 0 0,30-9 0,55-25 0,-79 28 0,-13 5-151,-1 0-1,1 0 0,-1-1 0,0 0 1,0-1-1,0 1 0,0-1 1,9-9-1,-1-4-6674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38:08.75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118 1 24575,'0'2'0,"0"2"0,0 9 0,-2 14 0,-3 14 0,-4 19 0,-2 17 0,-4 17 0,-2 14 0,3 12 0,0 6 0,2-4 0,3-9 0,3-17 0,3-20 0,3-24 0,6-26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38:09.38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394 96 24575,'1'-2'0,"0"0"0,1-1 0,-1 1 0,0 0 0,0 0 0,0-1 0,-1 1 0,1 0 0,0-1 0,-1 1 0,0-1 0,1 1 0,-1-1 0,0 1 0,0-1 0,0 1 0,-1-1 0,1 1 0,-1-1 0,1 1 0,-1 0 0,0-1 0,0 1 0,0 0 0,0-1 0,0 1 0,-1 0 0,1 0 0,0 0 0,-1 0 0,0 0 0,-3-2 0,1 1 0,-1 1 0,0 0 0,0 0 0,0 0 0,-1 1 0,1-1 0,0 1 0,-9 0 0,-45-1 0,46 3 0,-4-1 0,0 1 0,0 1 0,1 1 0,-1 0 0,1 1 0,0 1 0,0 0 0,-25 14 0,34-16 0,1 1 0,-1 0 0,1 1 0,0 0 0,1-1 0,-1 2 0,1-1 0,0 1 0,-7 9 0,9-10 0,1 0 0,-1 0 0,1 0 0,0 0 0,0 0 0,1 1 0,0-1 0,0 1 0,0-1 0,0 1 0,1-1 0,0 1 0,0-1 0,2 8 0,-1-6 0,1 0 0,0 0 0,0 0 0,1-1 0,-1 1 0,2-1 0,-1 0 0,1 0 0,8 11 0,5 3 0,25 24 0,-23-26 0,9 10 0,-4-4 0,38 46 0,-55-61 0,-1 0 0,0 1 0,-1-1 0,0 1 0,0 0 0,-1 1 0,-1-1 0,0 1 0,3 17 0,-4-16 0,-1 1 0,0 0 0,-1 0 0,-1 0 0,0 0 0,-1 0 0,-5 22 0,6-30 0,-1-1 0,1 0 0,-1 0 0,0 0 0,0 0 0,0 0 0,0 0 0,-1-1 0,1 1 0,-1-1 0,0 0 0,0 1 0,0-1 0,-1-1 0,1 1 0,-1 0 0,0-1 0,1 0 0,-1 0 0,0 0 0,0 0 0,-1 0 0,1-1 0,0 0 0,0 0 0,-6 1 0,7-2 19,-1-1 0,0 1 0,1 0-1,-1-1 1,0 0 0,1 0 0,-1 0 0,1 0 0,0-1-1,-1 1 1,1-1 0,0 0 0,0 0 0,0 0-1,0 0 1,-5-6 0,-5-5-252,0-1 0,-12-15 0,11 11-753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38:10.12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1 343 24575,'3'3'0,"1"-1"0,-1 1 0,1-1 0,0 1 0,0-1 0,0 0 0,0-1 0,0 1 0,0-1 0,1 0 0,-1 0 0,0 0 0,7 0 0,9 0 0,36-2 0,-22 0 0,-15 1 0,1-1 0,-1-1 0,-1 0 0,1-1 0,22-7 0,-34 7 0,1 0 0,0 0 0,-1-1 0,1 0 0,-1 0 0,0-1 0,-1 1 0,1-2 0,-1 1 0,0-1 0,0 0 0,-1 0 0,1 0 0,5-11 0,-5 7 0,0 0 0,-1 0 0,0-1 0,-1 0 0,0 0 0,0 0 0,1-13 0,-4 20 0,0 0 0,-1-1 0,0 1 0,0-1 0,0 1 0,0 0 0,-1-1 0,0 1 0,0 0 0,0 0 0,0-1 0,-1 1 0,1 0 0,-1 0 0,0 0 0,0 1 0,-1-1 0,1 0 0,-1 1 0,0 0 0,-6-6 0,-1 1 0,0 0 0,-1 1 0,0 0 0,0 1 0,0 0 0,-1 1 0,0 0 0,0 1 0,-14-3 0,7 3 0,1 1 0,-1 1 0,-1 0 0,1 1 0,-29 3 0,44-1 0,-1-1 0,0 1 0,1 0 0,-1 1 0,1-1 0,-1 1 0,1 0 0,0 0 0,-1 0 0,1 0 0,0 1 0,1 0 0,-1 0 0,-6 6 0,5-3 0,0 0 0,0 1 0,1-1 0,0 1 0,0 0 0,1 0 0,0 0 0,-3 10 0,-1 9 0,2 0 0,1 0 0,1 0 0,0 34 0,2-38 0,1 0 0,1 0 0,8 43 0,-6-54 0,0 0 0,1-1 0,0 1 0,1-1 0,0 0 0,0 0 0,1-1 0,0 0 0,13 15 0,-7-12 0,0-1 0,1 0 0,0-1 0,1 0 0,-1-1 0,2-1 0,-1-1 0,1 0 0,25 9 0,-15-9 0,1 0 0,-1-1 0,1-2 0,0-1 0,35 1 0,-34-7-1365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38:10.96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246 0 24575,'0'2'0,"-2"11"0,-2 18 0,-6 31 0,-1 28 0,-6 18 0,-4 13 0,-4 6 0,0-1 0,2-11 0,0-14 0,1-18 0,2-20 0,4-16 0,1-15 0,4-12-8191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38:11.36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404 0 24575,'-1'21'0,"-2"0"0,0 0 0,-7 24 0,1-4 0,-73 314 0,-181 492 0,260-837 87,-8 20 137,10-29-329,0 0 0,1 1 1,-1-1-1,0 0 0,0 1 0,0-1 1,0 0-1,0 0 0,0 0 0,0 0 1,0 0-1,0 0 0,-1 0 0,1 0 1,-3 1-1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38:11.95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 24575,'154'9'0,"301"11"0,2 37 0,-394-48 0,1-4 0,88-2 0,41 2 0,-167-1-1365,-10 1-5461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38:12.44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1 24575,'2'0'0,"6"0"0,14 0 0,20 2 0,25 1 0,30 3 0,26 4 0,17 3 0,2 1 0,-14-1 0,-23-1 0,-25-2 0,-25-4 0,-19 0 0,-13-1 0,-10 0 0,-4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39:42.87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515 0 24575,'-2'0'0,"-5"4"0,-6 7 0,-10 10 0,-11 9 0,-11 10 0,-12 9 0,-6 7 0,-2 1 0,2 0 0,7-7 0,10-9 0,16-16 0,20-18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39:43.19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9 24575,'2'-2'0,"2"0"0,3-1 0,3 1 0,0 5 0,2 11 0,1 14 0,4 13 0,1 18 0,0 15 0,0 13 0,-1 2 0,-2-2 0,-3-16 0,-4-24 0,-3-25 0,-3-28 0,-1-13-8191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39:52.56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0 113 24575,'2'0'0,"1"-2"0,4-2 0,2-1 0,6 0 0,16 0 0,23-4 0,29-3 0,37-2 0,34-1 0,18 1 0,-3 4 0,-23 3 0,-33 3 0,-36 1 0,-31 0-8191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39:53.15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165 1 24575,'0'3'0,"-1"-1"0,1 1 0,-1-1 0,0 1 0,0-1 0,0 1 0,0-1 0,-2 3 0,-4 11 0,-10 45 0,3 1 0,-9 100 0,19-124 0,-69 705 0,55 3 0,19-731-1365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39:53.49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1 121 24575,'10'-2'0,"7"0"0,8-3 0,19-3 0,13-4 0,11 0 0,-1 1 0,-5 2 0,-9 4 0,-6-1 0,-5 0 0,-4-2 0,-4-3 0,-4-1 0,-7 0-8191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39:54.12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272 72 24575,'-1'-2'0,"1"0"0,-1-1 0,0 1 0,0 0 0,0 0 0,0 0 0,0 0 0,0 0 0,-1 0 0,1 0 0,-1 0 0,-3-2 0,-22-20 0,25 22 0,-1 0 0,0 0 0,1 1 0,-1-1 0,0 1 0,0 0 0,0 0 0,0 0 0,0 0 0,0 0 0,-1 1 0,1-1 0,0 1 0,0 0 0,0 0 0,0 0 0,-1 0 0,-2 1 0,1 1 0,0-1 0,1 1 0,-1 0 0,1 0 0,-1 0 0,1 1 0,0 0 0,0 0 0,0 0 0,-5 6 0,-2 3 0,0 1 0,1 0 0,0 1 0,2 0 0,-14 28 0,12-20 0,-12 42 0,19-54 0,1-1 0,0 1 0,1 0 0,0-1 0,1 1 0,-1 0 0,3 13 0,-2-22 0,1 1 0,0 0 0,-1-1 0,1 1 0,0-1 0,0 1 0,0-1 0,0 0 0,0 1 0,0-1 0,0 0 0,1 0 0,-1 0 0,0 0 0,1 0 0,-1 0 0,1 0 0,-1 0 0,1-1 0,-1 1 0,1 0 0,0-1 0,-1 0 0,1 1 0,0-1 0,-1 0 0,1 0 0,0 0 0,-1 0 0,4 0 0,5 0 0,-1-1 0,1 1 0,-1-2 0,12-2 0,-10 1 0,-1-1 0,1 0 0,-1 0 0,0-1 0,0 0 0,0-1 0,-1 0 0,0-1 0,0 0 0,-1 0 0,1-1 0,-2 0 0,1 0 0,-1-1 0,0 0 0,-1 0 0,7-15 0,-2 3 0,-2-1 0,-1 0 0,0-1 0,-2 1 0,0-2 0,-2 1 0,2-27 0,-5 114 0,1-22 0,-1 42 0,-2 9 0,21 169 0,-19-254 0,1 0 0,0 0 0,5 12 0,-7-19 0,1 0 0,-1-1 0,0 1 0,1 0 0,-1 0 0,1-1 0,-1 1 0,1 0 0,-1-1 0,1 1 0,0 0 0,-1-1 0,1 1 0,0-1 0,-1 1 0,1-1 0,0 0 0,1 1 0,-2-1 0,1 0 0,0 0 0,0 0 0,-1 0 0,1-1 0,0 1 0,0 0 0,-1-1 0,1 1 0,0 0 0,-1-1 0,1 1 0,0-1 0,-1 1 0,1-1 0,-1 1 0,1-1 0,-1 1 0,1-1 0,-1 0 0,1 1 0,-1-1 0,0 0 0,1-1 0,10-21-1365,0-4-5461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39:54.45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239 0 24575,'0'106'0,"-5"-1"0,-28 170 0,-149 389 0,175-646 0,5-13 0,0 0 0,0 0 0,1 0 0,-1 0 0,1 0 0,0 1 0,1-1 0,-1 9 0,1-14-50,0 1-1,0-1 1,1 1-1,-1-1 0,0 1 1,0-1-1,0 1 1,1-1-1,-1 1 1,0-1-1,0 1 0,1-1 1,-1 0-1,0 1 1,1-1-1,-1 0 1,1 1-1,-1-1 0,0 0 1,1 1-1,-1-1 1,1 0-1,-1 0 1,1 1-1,-1-1 1,1 0-1,15 1-6775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39:54.90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398 22 24575,'-1'-1'0,"1"0"0,-1 0 0,1 0 0,0 0 0,-1 0 0,0 0 0,1 0 0,-1 0 0,0 0 0,1 1 0,-1-1 0,0 0 0,0 0 0,1 1 0,-1-1 0,0 0 0,0 1 0,0-1 0,0 1 0,0-1 0,0 1 0,0 0 0,0-1 0,0 1 0,0 0 0,0 0 0,-2 0 0,-30-4 0,26 5 0,-1 0 0,1 0 0,-1 1 0,1 0 0,0 0 0,-1 1 0,1 0 0,0 0 0,1 0 0,-1 1 0,1 0 0,0 1 0,0-1 0,0 1 0,0 1 0,1-1 0,-5 6 0,2-2 0,1 1 0,0-1 0,0 1 0,1 0 0,1 1 0,-1 0 0,2-1 0,-1 2 0,2-1 0,-4 15 0,5-12 0,1 0 0,0 0 0,1 1 0,1-1 0,4 27 0,23 67 0,-1-5 0,-21-74 0,-1 1 0,-2 0 0,-1 0 0,-3 56 0,0-83 0,1 0 0,0-1 0,-1 1 0,1 0 0,-1-1 0,0 1 0,0 0 0,0-1 0,0 0 0,-1 1 0,1-1 0,0 0 0,-1 1 0,0-1 0,0 0 0,1 0 0,-1 0 0,0 0 0,0-1 0,-1 1 0,-3 2 0,1-2 0,-1 0 0,0-1 0,1 1 0,-1-1 0,0 0 0,0 0 0,0-1 0,-11 0 0,17 0 0,-12 0 86,1-1-1,-1 0 0,-19-4 1,27 4-193,1 0 0,0 0 1,-1-1-1,1 1 0,0-1 1,-1 0-1,1 0 0,0 0 1,0 0-1,1 0 0,-1-1 1,0 0-1,1 1 0,0-1 1,-4-6-1,-5-9-6719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39:55.49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0 400 24575,'40'8'0,"117"18"0,-136-24 0,1-1 0,-1 0 0,0-2 0,0-1 0,30-6 0,-43 6 0,1-1 0,-1 1 0,0-2 0,0 1 0,0-2 0,0 1 0,0-1 0,-1 0 0,0 0 0,0-1 0,-1 0 0,1 0 0,-1 0 0,0-1 0,-1 0 0,0 0 0,0-1 0,0 1 0,-1-1 0,4-10 0,-1 0 0,-1-1 0,-1 1 0,-1-1 0,0-1 0,-1 1 0,-1 0 0,-1-1 0,-2-23 0,1 38 0,0 1 0,0 0 0,-1-1 0,1 1 0,-1 0 0,0 0 0,0-1 0,-1 1 0,1 0 0,-1 0 0,0 0 0,0 0 0,0 1 0,0-1 0,-1 0 0,0 1 0,1 0 0,-1 0 0,-1 0 0,1 0 0,0 0 0,-1 0 0,1 1 0,-1 0 0,0-1 0,0 2 0,0-1 0,0 0 0,0 1 0,0-1 0,0 1 0,0 1 0,-1-1 0,-7 0 0,5 0 0,0 0 0,0 0 0,0 1 0,0 0 0,0 1 0,0-1 0,0 1 0,0 1 0,0-1 0,0 1 0,0 1 0,1-1 0,-1 1 0,1 0 0,0 0 0,0 1 0,0 0 0,0 0 0,1 0 0,-1 1 0,1 0 0,-6 7 0,-11 14 0,1 1 0,1 1 0,-17 31 0,27-39 0,0-1 0,1 1 0,1 1 0,2 0 0,-9 41 0,13-54 0,1 1 0,1-1 0,0 1 0,0-1 0,0 1 0,1-1 0,1 1 0,-1-1 0,1 0 0,1 1 0,3 7 0,-1-6 0,0 0 0,1 0 0,0-1 0,0 0 0,1 0 0,1 0 0,15 14 0,-1-5 0,0-1 0,1-1 0,1-1 0,0-1 0,1-1 0,0-1 0,1-1 0,1-1 0,0-2 0,0 0 0,37 4 0,31-1 0,1-4 0,99-5 0,-160-3 0,166 1 0,60 2-1365,8 1-5461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39:58.82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0 24575,'33'32'0,"0"1"0,-3 1 0,-1 2 0,-1 1 0,-2 2 0,29 57 0,-28-38 0,-3 2 0,25 89 0,-39-109 0,-2 2 0,-1-1 0,-2 1 0,-1 77 0,-6-98 0,-1-1 0,-1 0 0,-1 0 0,0 0 0,-1-1 0,-2 0 0,0 0 0,0 0 0,-2-1 0,-19 27 0,2-9 0,-1-1 0,-1-1 0,-61 52 0,82-79 68,-23 19 183,29-24-392,0-1 1,0 1 0,-1-1-1,1 0 1,0 0 0,-1 0 0,1 0-1,-1 0 1,1 0 0,-1-1-1,-3 1 1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0:00.82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0 142 24575,'0'-2'0,"6"-3"0,14-2 0,31-4 0,43-4 0,49-2 0,43-1 0,26 1-1034,-3 5 1034,-29 3 0,-42 3 0,-41-1-3276,-38-1 111,-29 1 2449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0:01.28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 24575,'0'0'0,"0"0"0,0 0 0,0 1 0,0-1 0,0 0 0,0 0 0,-1 1 0,1-1 0,0 0 0,0 1 0,0-1 0,0 0 0,0 0 0,0 1 0,0-1 0,0 0 0,0 0 0,1 1 0,-1-1 0,0 0 0,0 0 0,0 1 0,0-1 0,0 0 0,0 0 0,0 1 0,1-1 0,-1 0 0,0 0 0,0 0 0,0 1 0,1-1 0,-1 0 0,0 0 0,0 0 0,0 0 0,1 1 0,-1-1 0,0 0 0,1 0 0,10 12 0,72 56 0,-55-48 0,-1 2 0,-1 1 0,-1 1 0,24 30 0,-45-48 0,-1 1 0,1-1 0,-1 1 0,0 0 0,-1 0 0,2 9 0,8 19 0,-9-27 0,0-1 0,-1 0 0,0 1 0,0 0 0,0-1 0,0 14 0,-1-18 0,-2 1 0,1-1 0,0 1 0,-1-1 0,1 0 0,-1 1 0,0-1 0,0 0 0,0 0 0,0 0 0,-1 0 0,0 0 0,1 0 0,-1 0 0,0 0 0,0-1 0,0 1 0,-4 3 0,-15 11-45,-1-2-1,0 0 1,-36 18-1,27-17-1137,-44 26-5643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3:07.52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 3 24575,'0'-2'0,"0"3"0,0 6 0,0 5 0,0 9 0,0 10 0,0 12 0,0 11 0,0 6 0,0 0 0,-2-3 0,0-8 0,-1-12-8191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3:07.76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0 24575,'1'0'0,"4"0"0,0 2 0,2 3 0,-1 2 0,1 4 0,-1 8 0,0 7 0,0 4 0,-2-2-8191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3:08.31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692 91 24575,'0'-3'0,"0"1"0,-1 0 0,1-1 0,0 1 0,-1 0 0,0 0 0,1 0 0,-1-1 0,0 1 0,0 0 0,0 0 0,-1 0 0,1 0 0,0 1 0,-1-1 0,-1-2 0,-1 1 0,0-1 0,0 1 0,0 0 0,0 0 0,-1 1 0,-8-5 0,-4 1 0,0 1 0,0 0 0,-20-2 0,30 5 0,1 1 0,-1 0 0,0 1 0,0 0 0,1 0 0,-1 0 0,0 1 0,1 0 0,-1 0 0,1 1 0,-1 0 0,1 0 0,-13 6 0,13-4 0,0 0 0,0 1 0,0 0 0,0 0 0,1 0 0,-1 1 0,1 0 0,1 0 0,-1 0 0,1 0 0,0 1 0,-3 8 0,-4 9 0,2 1 0,1 0 0,0 0 0,2 1 0,-5 51 0,4 136 0,6-145 0,-5 137 0,-8 0 0,-51 248 0,53-391 0,-3 0 0,-39 103 0,51-158 0,0-1 0,0 1 0,-1-1 0,1 0 0,-8 8 0,10-13 0,1 0 0,-1 0 0,0-1 0,0 1 0,0 0 0,0 0 0,0-1 0,1 1 0,-1-1 0,0 1 0,0-1 0,0 1 0,-1-1 0,1 0 0,0 1 0,0-1 0,0 0 0,0 0 0,0 0 0,0 0 0,0 0 0,0 0 0,-1 0 0,1 0 0,0 0 0,0 0 0,0-1 0,0 1 0,0 0 0,0-1 0,0 1 0,0-1 0,0 1 0,0-1 0,0 0 0,0 1 0,0-1 0,1 0 0,-1 0 0,0 1 0,0-1 0,0-1 0,-3-3 0,0-1 0,0 1 0,0-1 0,1 0 0,0 0 0,0 0 0,-3-11 0,-12-49 0,15 51 0,-11-47-1365,2 0-5461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3:08.63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96 24575,'0'-2'0,"2"-3"0,3 0 0,6-2 0,3 1 0,10 0 0,16-3 0,23-2 0,17 0 0,0 2 0,-8 3 0,-16 0 0,-15-1 0,-14 1-8191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3:09.11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95 0 24575,'0'0'0,"-1"1"0,0-1 0,1 0 0,-1 0 0,0 1 0,1-1 0,-1 1 0,0-1 0,1 0 0,-1 1 0,1-1 0,-1 1 0,1-1 0,-1 1 0,1-1 0,0 1 0,-1 0 0,1-1 0,-1 1 0,1 0 0,0-1 0,0 1 0,-1 1 0,-6 19 0,6-16 0,-9 40 0,2 1 0,3-1 0,-1 80 0,3-46 0,-14 190 254,-8 270-1873,25-521-5207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3:09.67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1 356 24575,'21'-9'0,"0"1"0,1 1 0,1 1 0,29-4 0,-13 2 0,9-2 0,-3 2 0,-2-2 0,1-2 0,59-26 0,-100 37 0,0 0 0,0-1 0,0 0 0,0 1 0,0-1 0,0 0 0,0-1 0,-1 1 0,1 0 0,-1-1 0,0 0 0,1 1 0,-1-1 0,-1 0 0,4-5 0,-4 4 0,0 0 0,-1 0 0,1 0 0,-1 0 0,1 0 0,-1 0 0,0 0 0,-1 0 0,1 0 0,-1 0 0,0 0 0,-2-7 0,1 3 0,-1 0 0,0 0 0,0 1 0,-1-1 0,0 1 0,0 0 0,-1 0 0,0 0 0,0 1 0,0 0 0,-1 0 0,-8-7 0,9 9 0,0 0 0,0 1 0,-1 0 0,1 0 0,-1 0 0,0 1 0,1 0 0,-1 0 0,0 0 0,-1 1 0,1 0 0,0 0 0,0 0 0,0 1 0,-1 0 0,1 0 0,-7 2 0,9-2 0,0 2 0,1-1 0,-1 0 0,1 1 0,-1-1 0,1 1 0,0 0 0,0 0 0,-1 1 0,2-1 0,-1 1 0,0-1 0,0 1 0,1 0 0,-1 0 0,1 0 0,-2 4 0,-4 6 0,1 1 0,-11 25 0,6-2 0,0 1 0,3 0 0,1 1 0,2 0 0,1 0 0,3 1 0,1-1 0,4 43 0,-3-75 0,1 0 0,0 0 0,0 0 0,1 0 0,-1-1 0,2 1 0,-1 0 0,1-1 0,6 13 0,-6-16 0,0 1 0,0-1 0,0 0 0,1 0 0,-1 0 0,1 0 0,-1 0 0,1-1 0,0 0 0,0 0 0,0 0 0,0 0 0,1 0 0,-1-1 0,0 0 0,7 1 0,3 1 49,-1-1 0,0-1 0,0 0-1,1-1 1,-1-1 0,17-2 0,-22 2-205,0-1 1,0 0 0,1-1 0,-1 0 0,-1 0 0,1-1 0,0 0-1,-1 0 1,0-1 0,12-9 0,1-5-6671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3:10.16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93 24575,'0'309'0,"2"-297"0,1-9 0,12-19 0,8-16 0,128-163 0,-128 169 0,1 1 0,2 0 0,1 2 0,58-39 0,-83 60 0,1 1 0,-1-1 0,1 1 0,0 0 0,0 0 0,-1 0 0,1 0 0,0 0 0,0 0 0,0 1 0,4-1 0,-5 2 0,-1-1 0,1 0 0,-1 0 0,0 1 0,1-1 0,-1 1 0,0 0 0,1-1 0,-1 1 0,0 0 0,0 0 0,0 0 0,1-1 0,-1 1 0,0 0 0,0 1 0,-1-1 0,1 0 0,0 0 0,0 0 0,0 1 0,-1-1 0,1 0 0,-1 0 0,1 2 0,3 8 0,-1-1 0,0 0 0,-1 1 0,0 0 0,1 15 0,-3 59 0,-1-56 0,-3 172 0,4-195-80,1 0 0,-1 0-1,1 0 1,1 0 0,-1-1-1,1 1 1,0 0 0,1-1-1,-1 1 1,1-1 0,0 0 0,0 0-1,1 0 1,0 0 0,-1-1-1,6 6 1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3:11.45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381 0 24575,'-5'0'0,"-1"1"0,1-1 0,0 1 0,0 0 0,0 1 0,0-1 0,0 1 0,0 0 0,0 0 0,0 0 0,-7 6 0,4-2 0,1 0 0,-1 0 0,1 1 0,1 0 0,-12 15 0,1 4 0,1 1 0,-23 56 0,36-76 0,-33 82 0,3 2 0,4 1 0,5 1 0,3 2 0,5 0 0,-7 135 0,23-215 0,-1-1 0,0-1 0,1 1 0,4 23 0,-4-34 0,1 0 0,0-1 0,-1 1 0,1-1 0,0 1 0,0 0 0,0-1 0,1 0 0,-1 1 0,0-1 0,1 0 0,0 0 0,-1 0 0,1 1 0,0-2 0,0 1 0,0 0 0,1 0 0,-1-1 0,0 1 0,0-1 0,1 0 0,-1 0 0,5 2 0,2-1-341,0 0 0,1-1-1,18 0 1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3:12.03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343 137 24575,'-8'-7'0,"0"1"0,-1 0 0,0 0 0,0 1 0,-1 0 0,-12-4 0,-7-4 0,-9-6 0,-1 2 0,-74-23 0,111 39 0,0 0 0,1 1 0,-1 0 0,0-1 0,0 1 0,1 0 0,-1 0 0,0 0 0,0 0 0,1 0 0,-1 0 0,0 0 0,1 1 0,-1-1 0,0 1 0,0-1 0,1 1 0,-1 0 0,1 0 0,-1-1 0,1 1 0,-3 2 0,3-2 0,0 1 0,0 0 0,1-1 0,-1 1 0,0 0 0,0 0 0,1-1 0,-1 1 0,1 0 0,0 0 0,0 0 0,-1 0 0,1 0 0,0 0 0,1 0 0,-1-1 0,0 1 0,0 0 0,1 0 0,1 3 0,2 12 0,2-1 0,0 0 0,1-1 0,10 16 0,41 59 0,-22-34 0,6 12 0,33 73 0,-64-118 0,-1 1 0,-2 0 0,0 1 0,-2 0 0,0 0 0,-2 0 0,2 33 0,-6-52 0,0-1 0,0 1 0,-1 0 0,0 0 0,0-1 0,0 1 0,-1 0 0,0-1 0,0 1 0,0-1 0,0 0 0,-1 0 0,0 0 0,0 0 0,-1 0 0,1 0 0,-7 6 0,4-7 0,1 0 0,0 0 0,-1 0 0,0-1 0,0 0 0,0 0 0,0 0 0,-1-1 0,1 0 0,0 0 0,-1 0 0,0-1 0,1 0 0,-14 0 0,15-1-47,0 0 0,0-1 0,-1 1 0,1-1 0,0 0 0,0 0 0,0-1 0,0 1 0,0-1-1,0 0 1,1-1 0,-1 1 0,0-1 0,1 0 0,0 0 0,0 0 0,0-1 0,0 1 0,0-1 0,1 0 0,0 0 0,0 0-1,0-1 1,0 1 0,0-1 0,1 1 0,0-1 0,-3-8 0,-3-17-6779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3:12.47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203 0 24575,'-4'62'0,"-2"-1"0,-25 105 0,24-136 0,-47 200 0,-10 48 0,50-198 0,-7 121 0,21-197 0,-1 7 0,1-1 0,0 1 0,0-1 0,5 19 0,-5-27 0,1 0 0,-1 0 0,1 0 0,0 0 0,-1 0 0,1 0 0,0 0 0,0 0 0,1-1 0,-1 1 0,0 0 0,1-1 0,-1 1 0,1-1 0,-1 1 0,1-1 0,0 0 0,-1 0 0,1 0 0,0 0 0,0 0 0,0 0 0,0 0 0,0-1 0,0 1 0,0 0 0,0-1 0,0 0 0,4 1 0,4-2 0,0 0 0,0 0 0,0-1 0,-1 0 0,1 0 0,-1-1 0,1-1 0,-1 1 0,0-2 0,0 1 0,10-8 0,9-7 0,50-44 0,-60 48-227,-1-2-1,0 0 1,-1-1-1,-1-1 1,15-23-1,-17 17-6598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3:12.93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17 83 24575,'-2'0'0,"-1"-2"0,-2-1 0,1-1 0,2-1 0,7-1 0,16 0 0,21 0 0,20 0 0,11-2 0,3 0 0,-8-1 0,-11 1 0,-13 2 0,-15 1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3:13.38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166 0 24575,'1'0'0,"0"0"0,0 0 0,-1 1 0,1-1 0,0 0 0,-1 0 0,1 0 0,0 1 0,-1-1 0,1 0 0,0 1 0,-1-1 0,1 0 0,-1 1 0,1-1 0,0 1 0,-1-1 0,0 1 0,1-1 0,-1 1 0,1 0 0,-1-1 0,1 1 0,-1-1 0,0 1 0,0 0 0,1-1 0,-1 2 0,4 24 0,-4-20 0,4 64 0,-3 0 0,-12 108 0,-37 140 0,25-182 0,0 12 153,-63 344-1671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3:14.14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399 0 24575,'-15'1'0,"0"0"0,0 1 0,1 0 0,-1 1 0,1 1 0,0 0 0,0 1 0,0 1 0,1 0 0,0 1 0,0 0 0,0 1 0,1 0 0,-16 15 0,20-15 0,-1 0 0,0 0 0,0-1 0,-1 0 0,0-1 0,0 0 0,0-1 0,-1 0 0,-13 5 0,3-5 0,16-4 0,0 0 0,0 1 0,0-1 0,0 1 0,0 0 0,-7 5 0,11-7 0,1 0 0,0 1 0,-1-1 0,1 1 0,0-1 0,-1 1 0,1-1 0,0 1 0,0-1 0,0 1 0,0-1 0,-1 1 0,1-1 0,0 1 0,0-1 0,0 1 0,0-1 0,0 1 0,0-1 0,0 1 0,0-1 0,1 1 0,-1-1 0,0 1 0,0-1 0,0 1 0,0-1 0,1 1 0,-1-1 0,0 1 0,1-1 0,-1 0 0,0 1 0,1-1 0,0 1 0,16 17 0,-14-15 0,210 228 0,-211-229 47,9 12 233,-11-13-339,1-1 1,-1 0 0,0 1-1,0-1 1,1 1 0,-1-1-1,0 0 1,0 1 0,0-1-1,0 1 1,1-1 0,-1 1-1,0-1 1,0 1 0,0-1-1,0 1 1,0-1 0,0 1-1,0-1 1,-1 1 0,1-1-1,0 1 1,0-1 0,0 1-1,0-1 1,0 0 0,-1 1-1,1 0 1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3:14.95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9 24575,'1'-1'0,"1"0"0,0 0 0,0 0 0,0 0 0,0 0 0,0 1 0,0-1 0,0 1 0,0-1 0,0 1 0,0 0 0,1 0 0,-1-1 0,0 2 0,0-1 0,0 0 0,3 1 0,37 9 0,-41-9 0,14 4 0,0 1 0,-1 1 0,0 1 0,-1 0 0,1 0 0,-2 2 0,1-1 0,-1 2 0,-1-1 0,0 2 0,10 12 0,-5-4 0,-1 1 0,-1 0 0,-1 1 0,-1 1 0,-1 0 0,9 27 0,3 25 0,-4 0 0,20 151 0,-23 158 0,-20-299 0,-3 0 0,-5 0 0,-3-1 0,-42 134 0,10-82 0,-125 250 0,166-373 61,3-6-9,-1 0 0,1-1 0,-1 0 0,-8 11 1,11-15-112,0-1 1,0 0 0,-1 0 0,1 0 0,0 0 0,0 0-1,-1-1 1,1 1 0,0 0 0,-1-1 0,1 1 0,0-1 0,-1 1-1,1-1 1,-1 1 0,1-1 0,-1 0 0,1 0 0,-1 0-1,1 0 1,-1 0 0,1 0 0,-1 0 0,1-1 0,-1 1-1,1 0 1,-1-1 0,-1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3:18.20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1 24575,'2'0'0,"2"0"0,3 0 0,2 0 0,4 0 0,7 0 0,12 0 0,13 0 0,10 0 0,6 0 0,1 2 0,-3 2 0,-7 2 0,-11-2 0,-11 1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3:18.73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0 24575,'8'0'0,"9"0"0,9 0 0,4 0 0,3 0 0,6 2 0,2 3 0,2 0 0,-2 2 0,-7-1 0,-6 0 0,-7 0 0,-4-1 0,-5 0 0,-4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3:19.14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13 24575,'0'-2'0,"2"0"0,2-1 0,3 1 0,2 0 0,4 1 0,5 1 0,8 0 0,9 0 0,8 2 0,6 1-3276,-1-1-1,-3 1 3046,-9 0 231,-9 1-1407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3:19.69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1 24575,'1'0'0,"6"0"0,7 0 0,9 0 0,10 0 0,8 0 0,5 0 0,0 0 0,-4 0 0,-6 0 0,-8 0 0,-7 0 0,-4 0 0,-4 0 0,-2 0 0,-2 2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3:21.15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282 1 24575,'-3'0'0,"-1"0"0,1 1 0,0-1 0,-1 1 0,1 0 0,0 0 0,0 0 0,0 0 0,0 1 0,0-1 0,0 1 0,0 0 0,-3 2 0,-32 34 0,20-19 0,11-11 0,-1 1 0,2 0 0,-1 0 0,1 1 0,1 0 0,-5 11 0,-23 69 0,15-38 0,2-12 0,1 1 0,3 1 0,2 0 0,1 0 0,-6 83 0,15-115 0,-1 21 0,5 61 0,-2-82 0,0 1 0,0-1 0,1 0 0,0 0 0,1 0 0,0-1 0,1 1 0,-1-1 0,12 15 0,-5-9 0,1-1 0,1 0 0,0-1 0,0 0 0,2-1 0,27 18 0,-30-23 0,0 0 0,1-1 0,0-1 0,0 0 0,0-1 0,1 0 0,-1-1 0,1-1 0,24 2 0,23-2 0,0-2 0,84-12 0,-127 8 0,-1 0 0,1-1 0,-1-1 0,-1-1 0,1-1 0,-1 0 0,-1-1 0,1 0 0,-1-1 0,-1-1 0,0-1 0,-1 0 0,0-1 0,-1 0 0,0 0 0,-1-2 0,0 1 0,-1-1 0,-1-1 0,-1 0 0,0 0 0,10-33 0,-16 40 0,0-1 0,-1 0 0,0 0 0,0 0 0,-1 0 0,-1 0 0,0 0 0,0 0 0,-1 0 0,0 0 0,0 0 0,-1 1 0,-6-13 0,-5-8 0,-2 1 0,-33-45 0,22 34 0,10 13 0,-27-41 0,-101-121 0,92 135 0,50 52 0,1 0 0,-1 1 0,0-1 0,0 0 0,0 1 0,0 0 0,0 0 0,-1 0 0,1 0 0,0 0 0,0 0 0,-6 0 0,-45 2 0,31 0 0,-53 2-1365,57 0-5461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3:25.24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40 24575,'1'-1'0,"-1"-1"0,0 1 0,0 0 0,1 0 0,-1 0 0,1 0 0,-1 0 0,1 0 0,-1 0 0,1 0 0,0 0 0,0 0 0,-1 0 0,1 0 0,0 0 0,0 0 0,0 0 0,0 1 0,0-1 0,0 0 0,0 1 0,0-1 0,0 1 0,0-1 0,0 1 0,0 0 0,1-1 0,1 1 0,39-7 0,-35 7 0,397-7 0,-262 9 0,-55-1 0,98-2 0,-156-3-1365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3:25.78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 0 24575,'1'1'0,"0"-1"0,0 0 0,0 1 0,0-1 0,0 0 0,0 1 0,-1-1 0,1 1 0,0 0 0,0-1 0,0 1 0,-1-1 0,1 1 0,0 0 0,-1 0 0,2 0 0,68 73 0,70 94 0,-136-163 0,-1-1 0,0 0 0,0 1 0,-1-1 0,1 1 0,-1 0 0,0 0 0,0 0 0,-1 0 0,1 0 0,0 6 0,-2-7 0,0-1 0,-1 1 0,1-1 0,-1 1 0,0-1 0,0 0 0,0 1 0,0-1 0,0 0 0,-1 1 0,1-1 0,-1 0 0,0 0 0,0-1 0,0 1 0,-1 0 0,-4 4 0,-50 49-682,-88 64-1,117-98-6143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3:34.51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13 24575,'4'0'0,"5"-2"0,11-1 0,14 1 0,18 0 0,6 0 0,1 1 0,-6 1 0,-11 0 0,-10 0 0,-6 0 0,-6 0 0,-4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3:35.06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276 0 24575,'-1'3'0,"0"0"0,0-1 0,0 1 0,0 0 0,0-1 0,-1 1 0,1-1 0,-1 0 0,0 1 0,-2 2 0,-8 11 0,5 2 0,2-1 0,0 1 0,0 0 0,2 0 0,0 1 0,0 26 0,0-18 0,-65 596-380,-34-7 1,69-474-860,23-105-4954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3:35.68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190 1 24575,'1'0'0,"-1"0"0,0 1 0,1-1 0,-1 0 0,0 0 0,1 1 0,-1-1 0,0 0 0,1 1 0,-1-1 0,0 0 0,0 1 0,1-1 0,-1 1 0,0-1 0,0 0 0,0 1 0,1-1 0,-1 1 0,0-1 0,0 1 0,0-1 0,0 1 0,0-1 0,0 0 0,0 1 0,0-1 0,0 1 0,0-1 0,0 1 0,0-1 0,-1 1 0,1-1 0,0 0 0,0 1 0,-1 0 0,-5 23 0,5-21 0,-93 333 0,35-112 0,34-125 0,19-83 0,6-16 0,0 0 0,0 0 0,0 0 0,0 0 0,0 0 0,0 0 0,0 0 0,-1 0 0,1 0 0,0 0 0,0 0 0,0 0 0,0 0 0,0 0 0,0 0 0,0 0 0,0 0 0,0 0 0,0 0 0,-1 0 0,1 0 0,0 0 0,0 0 0,0 0 0,0 0 0,0 0 0,0 0 0,0 0 0,0 0 0,0 0 0,0 0 0,0 0 0,0 0 0,0 0 0,-1 0 0,1-1 0,0 1 0,0 0 0,0 0 0,0 0 0,0 0 0,0 0 0,0 0 0,0 0 0,0 0 0,0 0 0,0 0 0,0-1 0,0 1 0,0 0 0,0 0 0,0 0 0,0 0 0,0 0 0,0 0 0,0 0 0,0 0 0,0 0 0,0 0 0,0-1 0,1 1 0,-1 0 0,0 0 0,0 0 0,0 0 0,0 0 0,0 0 0,2-30 0,4 4 0,2 0 0,0 0 0,1 1 0,2 1 0,1-1 0,0 2 0,2 0 0,1 0 0,0 1 0,25-25 0,-36 43 0,-1 0 0,1 0 0,0 1 0,1 0 0,-1 0 0,1 0 0,-1 0 0,1 1 0,0 0 0,0 0 0,0 0 0,0 0 0,0 1 0,10-2 0,-3 3 0,-1-1 0,1 2 0,-1-1 0,1 2 0,20 4 0,-19-2-1365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3:36.53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238 1 24575,'-2'22'0,"-1"1"0,-1-1 0,-1 0 0,-1 0 0,-1-1 0,-12 27 0,4-7 0,-16 43 0,-20 54 0,-33 147 0,81-272 0,1-8 0,1 0 0,-1 1 0,1-1 0,1 0 0,-1 1 0,1-1 0,-1 1 0,2-1 0,-1 0 0,1 1 0,0 5 0,0-10 0,-1 0 0,1-1 0,-1 1 0,1 0 0,0-1 0,-1 1 0,1 0 0,0-1 0,-1 1 0,1-1 0,0 1 0,0-1 0,-1 1 0,1-1 0,0 1 0,0-1 0,0 0 0,0 0 0,-1 1 0,1-1 0,0 0 0,0 0 0,0 0 0,0 0 0,0 0 0,0 0 0,0 0 0,0 0 0,-1 0 0,1-1 0,0 1 0,0 0 0,0 0 0,0-1 0,1 0 0,3-1 0,0 0 0,-1-1 0,1 0 0,7-5 0,13-14 0,0 0 0,-2-2 0,30-38 0,54-87 0,-102 141 0,8-10 0,79-126 0,-79 121 0,-1-1 0,-1 0 0,-1 0 0,9-36 0,-21 136 0,-2-30 0,-14 263 0,17-303 0,2 0 0,-1 1 0,1-1 0,0 0 0,0 0 0,1 1 0,0-1 0,0 0 0,0-1 0,5 10 0,-4-11 0,-1-1 0,1 0 0,0 0 0,-1 0 0,2 0 0,-1-1 0,0 1 0,0-1 0,1 0 0,-1 0 0,1 0 0,0 0 0,-1 0 0,1-1 0,0 0 0,0 0 0,5 1 0,3 0 86,1 0-1,-1-1 0,18 0 1,-25-1-229,0 0 1,0-1 0,0 1 0,0-1-1,0-1 1,-1 1 0,1-1 0,0 1 0,-1-1-1,1-1 1,5-2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3:37.35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1 294 24575,'101'11'0,"-80"-10"0,128-4 0,-134 1 0,0 0 0,-1 0 0,1-2 0,-1 1 0,0-2 0,0 0 0,0-1 0,13-7 0,-23 10 0,0 0 0,0-1 0,-1 1 0,1-1 0,-1 0 0,1 1 0,-1-2 0,0 1 0,-1 0 0,1 0 0,-1-1 0,0 0 0,0 1 0,0-1 0,0 0 0,-1 0 0,0 0 0,0 0 0,-1 0 0,1 0 0,-1 0 0,0 0 0,-1-7 0,1 6 0,-1-1 0,0 1 0,0-1 0,-1 1 0,0 0 0,0-1 0,0 1 0,-1 0 0,1 0 0,-2 1 0,1-1 0,-1 0 0,1 1 0,-2 0 0,1 0 0,0 0 0,-9-6 0,6 6 0,1 1 0,-1 0 0,0 0 0,0 0 0,0 1 0,-1 0 0,1 1 0,-1 0 0,1 0 0,-1 0 0,0 1 0,0 0 0,1 1 0,-1 0 0,0 0 0,0 1 0,0-1 0,0 2 0,1-1 0,-1 1 0,0 0 0,1 1 0,0 0 0,-1 0 0,1 1 0,0-1 0,1 1 0,-1 1 0,1 0 0,0 0 0,-6 6 0,-3 5 0,2 0 0,0 1 0,1 0 0,1 1 0,1 1 0,0 0 0,1 0 0,-8 29 0,-2 14 0,-13 90 0,29-135 0,0-1 0,2 1 0,0 0 0,1 0 0,0 0 0,5 27 0,-2-33 0,0 0 0,0 0 0,1 0 0,0 0 0,1-1 0,0 0 0,1 0 0,0 0 0,1-1 0,13 15 0,-9-12 0,1 0 0,1-1 0,0-1 0,0 0 0,1 0 0,0-2 0,0 0 0,1 0 0,0-1 0,1-1 0,0-1 0,0 0 0,0-1 0,0 0 0,0-2 0,1 0 0,20 0 0,-19-1 0,-8 0 0,1-1 0,0 0 0,0 0 0,-1-1 0,1 0 0,0-1 0,18-5 0,-28 6-80,0 1 0,0-1-1,1 1 1,-1-1 0,0 0-1,0 0 1,0 0 0,0 0-1,0 0 1,0 0 0,0 0 0,0 0-1,0 0 1,-1 0 0,1 0-1,0-2 1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3:42.97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1475 24575,'2'-4'0,"1"0"0,0 0 0,0 0 0,0 0 0,6-6 0,8-7 0,89-117 0,-6-5 0,-6-4 0,96-197 0,-90 96 0,-64 150 0,51-98 0,-56 141 0,-20 34 0,0-2 0,10-22 0,-25 47 0,-1 0 0,1 0 0,-1 0 0,-6 5 0,-5 6 0,-74 84 0,-116 149 0,188-230 0,11-18 0,10-16 0,15-22 0,1 1 0,1 0 0,2 1 0,30-35 0,-28 37 0,8-11 0,71-74 0,-101 115 0,1-1 0,0 1 0,0 0 0,0-1 0,0 1 0,0 0 0,0 1 0,0-1 0,0 1 0,6-3 0,-7 4 0,-1 0 0,0 0 0,0 0 0,1 1 0,-1-1 0,0 0 0,0 0 0,1 1 0,-1-1 0,0 1 0,0-1 0,0 1 0,0-1 0,0 1 0,1 0 0,-1-1 0,0 1 0,-1 0 0,1 0 0,0 0 0,0 0 0,0 0 0,0 0 0,-1 0 0,1 0 0,0 0 0,-1 0 0,1 0 0,-1 1 0,1-1 0,-1 0 0,1 3 0,12 40 0,-1 0 0,11 88 0,-17-88 0,28 225-1365,-30-249-5461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3:43.41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25 24575,'0'-2'0,"6"-3"0,6 0 0,7 0 0,16 2 0,21 0 0,22 2 0,17 0 0,5 1 0,-8 0 0,-14 0 0,-22 1-8191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3:43.80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186 0 24575,'-3'3'0,"1"1"0,-1-1 0,1 0 0,0 1 0,0-1 0,1 1 0,-1 0 0,1 0 0,0-1 0,0 1 0,0 0 0,-1 8 0,0 53 0,3-40 0,-3 111 0,-5 0 0,-40 216 0,-51 24-1365,90-350-5461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3:44.09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28 24575,'2'0'0,"2"0"0,4 0 0,5 0 0,4-2 0,7 0 0,11-1 0,23 1 0,25 1 0,22 0 0,13 0 0,-2 1 0,-15 0 0,-19-2 0,-24-4 0,-20-2-8191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3:44.70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357 169 24575,'1'-41'0,"1"28"0,-2 0 0,0 0 0,0 0 0,-1 0 0,0 0 0,-5-16 0,6 28 0,-1 0 0,1 0 0,0 0 0,-1 0 0,1 0 0,-1 0 0,0 0 0,1 0 0,-1 0 0,0 0 0,1 0 0,-1 0 0,0 0 0,0 1 0,0-1 0,0 0 0,0 1 0,0-1 0,0 0 0,0 1 0,0-1 0,0 1 0,0 0 0,-2-1 0,1 1 0,-1 0 0,1 0 0,0 0 0,0 1 0,-1-1 0,1 0 0,0 1 0,0 0 0,0 0 0,0-1 0,0 1 0,-2 2 0,-5 3 0,0 0 0,0 0 0,1 1 0,-10 11 0,-7 9 0,1 2 0,1 1 0,-27 47 0,-39 105 0,80-162 0,5-12 0,0 0 0,0 1 0,1 0 0,0-1 0,0 1 0,1 1 0,0-1 0,1 0 0,0 14 0,1-22 0,0 0 0,0 0 0,0 0 0,0-1 0,1 1 0,-1 0 0,0 0 0,1 0 0,-1-1 0,1 1 0,-1 0 0,1 0 0,-1-1 0,1 1 0,-1 0 0,1-1 0,0 1 0,-1-1 0,1 1 0,0-1 0,0 1 0,-1-1 0,1 1 0,0-1 0,0 0 0,0 0 0,-1 1 0,1-1 0,0 0 0,0 0 0,0 0 0,0 0 0,0 0 0,-1 0 0,1 0 0,0 0 0,0 0 0,0 0 0,0 0 0,1-1 0,4 0 0,0-1 0,0 0 0,0 0 0,7-4 0,12-7 0,-1-1 0,-1-1 0,0-1 0,-2-1 0,1 0 0,-2-2 0,-1-1 0,34-42 0,-16 8 0,-1-1 0,45-98 0,-71 134 0,-10 19 0,0 0 0,0 0 0,0-1 0,0 1 0,0 0 0,0 0 0,0 0 0,0 0 0,1 0 0,-1 0 0,0 0 0,0 0 0,0 0 0,0 0 0,0 0 0,0 0 0,0-1 0,0 1 0,0 0 0,0 0 0,0 0 0,1 0 0,-1 0 0,0 0 0,0 0 0,0 0 0,0 0 0,0 0 0,0 0 0,0 0 0,0 0 0,1 0 0,-1 0 0,0 0 0,0 0 0,0 0 0,0 0 0,0 0 0,0 0 0,0 0 0,0 0 0,0 1 0,1-1 0,-1 0 0,0 0 0,0 0 0,0 0 0,0 0 0,0 0 0,0 0 0,0 0 0,0 0 0,0 0 0,0 0 0,0 0 0,0 1 0,0-1 0,0 0 0,0 0 0,0 0 0,0 0 0,0 0 0,0 0 0,0 0 0,0 0 0,0 1 0,3 12 0,-2 16 0,-5 96 0,5 140 0,-1-264 1,6 38 339,-5-38-405,-1 0-1,0 0 1,1 1-1,-1-1 0,0 0 1,1 0-1,0 1 0,-1-1 1,1 0-1,0 0 0,-1 0 1,1 0-1,0 0 1,0 0-1,0 0 0,0 0 1,0 0-1,0-1 0,0 1 1,0 0-1,0-1 1,0 1-1,1 0 0,-1-1 1,2 1-1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3:44.96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0 24575,'2'0'0,"3"2"0,2 9 0,0 12 0,-1 16 0,-2 17 0,-1 21 0,-1 22 0,-2 21 0,0 14 0,0 8 0,-2 0 0,-1-13 0,0-18 0,1-26 0,2-29 0,2-25-8191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3:45.40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274 32 24575,'0'-2'0,"0"1"0,0 0 0,-1-1 0,1 1 0,0 0 0,-1 0 0,1-1 0,-1 1 0,1 0 0,-1 0 0,1-1 0,-1 1 0,0 0 0,1 0 0,-1 0 0,0 0 0,0 0 0,0 0 0,0 0 0,0 0 0,0 0 0,0 1 0,-1-1 0,1 0 0,0 1 0,0-1 0,0 1 0,-1-1 0,1 1 0,0-1 0,-1 1 0,1 0 0,-3 0 0,2-1 0,-1 1 0,0 0 0,0 0 0,0 0 0,0 1 0,0-1 0,0 1 0,1-1 0,-1 1 0,0 0 0,0 0 0,1 0 0,-1 0 0,1 1 0,-4 1 0,-3 6 0,1-1 0,-1 1 0,2 1 0,-1 0 0,1 0 0,1 0 0,0 1 0,0-1 0,1 2 0,0-1 0,-5 22 0,6-18 0,0 0 0,2 0 0,0 0 0,0 1 0,2-1 0,0 1 0,0-1 0,2 1 0,2 15 0,2-14 0,0 0 0,1-1 0,0 0 0,2 0 0,13 19 0,-9-14 0,-2 0 0,13 27 0,-22-41 0,1 0 0,-1 0 0,-1 0 0,1 0 0,-1 0 0,0 0 0,-1 1 0,1-1 0,-2 0 0,1 1 0,-3 10 0,2-14 14,0 0 0,0 0-1,-1 0 1,0 0 0,1 0-1,-2 0 1,1-1-1,0 1 1,-1-1 0,1 1-1,-1-1 1,0 0 0,0 0-1,0 0 1,-1-1 0,1 1-1,-1-1 1,1 0 0,-1 0-1,0 0 1,0 0 0,0-1-1,0 1 1,-6 0 0,1 0-170,0 0 1,1-1 0,-1 0 0,0-1 0,1 0 0,-1 0 0,0-1-1,0 0 1,1-1 0,-17-4 0,-3-5-6671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3:45.94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177 465 24575,'93'-19'-6981,"-1"2"4037,195-48 5799,-280 63-2439,0 0 1,0 0 0,0-1-1,-1 0 1,1-1 0,-1 1 0,0-1-1,7-6 1,-12 9-310,1-1 0,-1 0 0,0 1 0,1-1 0,-1 0 1,0 0-1,0 0 0,0 0 0,0 0 0,-1 0 0,1 0 0,0 0 0,-1 0 0,0 0 1,1 0-1,-1-1 0,0 1 0,0 0 0,0 0 0,0 0 0,-1 0 0,1-1 0,-1 1 0,1 0 1,-1 0-1,0 0 0,1 0 0,-1 0 0,0 0 0,-3-3 0,-4-8-107,0 1 0,-2 0 0,1 0 0,-1 1 0,-1 1 0,0 0 0,0 0 0,-1 1 0,0 0 0,-1 1 0,-17-8 0,-17-7 0,-90-29 0,100 39 0,8 3 0,0 0 0,-1 2 0,-59-9 0,85 17 0,1 0 0,-1 0 0,1 0 0,-1 1 0,1 0 0,-1-1 0,1 1 0,-1 0 0,1 1 0,0-1 0,0 1 0,0-1 0,0 1 0,0 0 0,0 0 0,0 0 0,0 1 0,1-1 0,0 1 0,-1-1 0,1 1 0,0 0 0,0 0 0,-2 3 0,-3 9 0,-1-1 0,2 2 0,-9 29 0,11-32 0,-11 34 0,2 1 0,2 0 0,3 0 0,1 1 0,0 86 0,8-125 13,0 0 1,0 0-1,1-1 0,0 1 0,1 0 0,0-1 0,1 0 0,0 1 0,0-1 1,1-1-1,0 1 0,10 13 0,-6-12 6,1 1 0,0-2 0,0 1 0,1-1 0,0-1 0,1 0 0,0-1 0,17 9 0,-7-7-175,0 0 1,1-1 0,0-2 0,0 0 0,0-1 0,1-2 0,0 0-1,0-2 1,-1 0 0,33-4 0,-17-3-6671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4:28.12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328 12 24575,'0'0'0,"0"-1"0,-1 1 0,1-1 0,0 0 0,-1 1 0,1-1 0,-1 1 0,1-1 0,-1 1 0,1-1 0,-1 1 0,1-1 0,-1 1 0,1-1 0,-1 1 0,0 0 0,1-1 0,-1 1 0,0 0 0,1 0 0,-1 0 0,0-1 0,1 1 0,-1 0 0,0 0 0,1 0 0,-2 0 0,-24-2 0,23 2 0,-1 1 0,-1-1 0,0 1 0,0 0 0,0 1 0,1-1 0,-1 1 0,1 0 0,-1 0 0,1 0 0,0 0 0,0 1 0,0 0 0,0 0 0,0 0 0,0 0 0,1 1 0,0-1 0,0 1 0,-5 7 0,-6 8 0,2 1 0,-17 37 0,26-52 0,-2 5 0,0 0 0,1 1 0,0-1 0,0 1 0,2 0 0,-1 0 0,1 0 0,1 0 0,0 0 0,0 0 0,1 0 0,1 0 0,0 1 0,0-1 0,1 0 0,1 0 0,-1-1 0,2 1 0,0 0 0,0-1 0,10 18 0,39 50 0,7 14 0,-53-79 0,-1 0 0,0 0 0,-1 0 0,-1 0 0,6 26 0,-8-25 0,0 1 0,-1-1 0,-1 0 0,0 0 0,-1 1 0,-1-1 0,0 0 0,-1 0 0,-7 23 0,7-29 0,-1 1 0,0-1 0,0 0 0,-1 0 0,0 0 0,0-1 0,0 1 0,-1-1 0,-1-1 0,1 1 0,-1-1 0,0 0 0,0 0 0,-1-1 0,0 0 0,-9 4 0,10-6 0,-1 0 0,0 0 0,0-1 0,0-1 0,0 1 0,0-1 0,-1 0 0,1-1 0,0 0 0,-1 0 0,-15-3 0,21 1 14,0 1 1,1 0-1,-1 0 0,0-1 0,0 0 0,1 0 0,-1 1 1,1-1-1,0-1 0,0 1 0,-1 0 0,1 0 0,1-1 1,-1 1-1,0-1 0,1 0 0,-1 0 0,1 1 0,0-1 1,0 0-1,0 0 0,0 0 0,-1-5 0,-1-8-485,0 0-1,-1-33 1,4 44 180,-1-27-6535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4:28.60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142 1 24575,'-1'22'0,"-2"0"0,0 1 0,-2-1 0,0-1 0,-14 34 0,1 0 0,-48 208 0,57-210 0,2 1 0,3-1 0,2 60 0,2-111 0,0 1 0,0 0 0,0 0 0,1-1 0,-1 1 0,1 0 0,0-1 0,-1 1 0,1-1 0,0 1 0,0-1 0,1 1 0,-1-1 0,1 1 0,-1-1 0,1 0 0,0 0 0,-1 0 0,4 3 0,-2-4 0,1 1 0,-1 0 0,0-1 0,1 0 0,-1 0 0,1 0 0,-1 0 0,1-1 0,-1 1 0,1-1 0,0 0 0,-1 0 0,1 0 0,4-1 0,-4 0-91,-1 1 0,0-1 0,1 0 0,-1 0 0,1 0 0,-1-1 0,0 1 0,0-1 0,0 1 0,0-1 0,0 0 0,0 0 0,0-1 0,2-2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4:29.05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 24575,'2'0'0,"3"0"0,4 0 0,12 0 0,26 0 0,27 4 0,25 3 0,12 1 0,-3 0 0,-16 2 0,-24-2-8191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4:29.44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73 1 24575,'1'2'0,"1"1"0,-1 0 0,0 0 0,0 0 0,0 0 0,0 0 0,-1 0 0,1 1 0,-1-1 0,0 0 0,0 0 0,0 6 0,0 2 0,-7 310 0,-26-2 0,-8 164 0,40-464-1365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4:30.12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270 24 24575,'-15'0'0,"0"-2"0,0 0 0,-18-5 0,16 3 0,1 0 0,-22 0 0,-65 5 0,102-1 0,0 0 0,0 0 0,1 0 0,-1 0 0,0 0 0,1 0 0,-1 0 0,0 1 0,1-1 0,-1 0 0,0 0 0,1 1 0,-1-1 0,0 0 0,1 1 0,-1-1 0,1 1 0,-1-1 0,1 1 0,-1-1 0,1 1 0,-1 0 0,1-1 0,0 1 0,-1-1 0,1 1 0,-1 1 0,1 0 0,0-1 0,-1 1 0,1 0 0,0 0 0,0-1 0,1 1 0,-1 0 0,0 0 0,1-1 0,-1 1 0,1 2 0,4 7 0,0 1 0,12 17 0,-11-20 0,83 122 300,-26-43-1965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4:30.46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1 24575,'1'0'0,"4"0"0,4 0 0,5 0 0,6 0 0,5 2 0,0 1 0,1-1 0,-3 0 0,-3 0 0,-3-1 0,-2-1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4:30.97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 1 24575,'-9'71'0,"-5"770"0,13-839 0,1 1 0,0 0 0,1 0 0,-1 0 0,0-1 0,1 1 0,-1 0 0,1 0 0,0-1 0,0 1 0,0-1 0,2 4 0,-1-4 0,-1-1 0,1 0 0,-1 1 0,1-1 0,0 0 0,-1 0 0,1 0 0,0 0 0,0 0 0,0-1 0,0 1 0,0 0 0,0-1 0,0 1 0,0-1 0,0 0 0,2 0 0,192 9-1365,-174-10-5461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4:31.35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12 24575,'0'0'0,"1"-1"0,-1 0 0,1 1 0,-1-1 0,1 0 0,-1 1 0,1-1 0,-1 1 0,1-1 0,-1 1 0,1-1 0,0 1 0,-1-1 0,1 1 0,0 0 0,-1-1 0,1 1 0,0 0 0,0 0 0,-1 0 0,1-1 0,0 1 0,0 0 0,-1 0 0,1 0 0,1 0 0,26-1 0,-25 1 0,35 1 0,60 9 0,-7 0 0,58-7-1365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4:31.71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48 1 24575,'0'0'0,"1"0"0,-1 1 0,1-1 0,-1 0 0,0 0 0,1 1 0,-1-1 0,0 0 0,1 1 0,-1-1 0,0 0 0,1 1 0,-1-1 0,0 1 0,0-1 0,1 1 0,-1-1 0,0 1 0,0-1 0,0 1 0,0-1 0,1 1 0,-1-1 0,0 1 0,0 0 0,2 16 0,-2-14 0,5 79 0,-10 118 0,-22 82 0,0-13 0,27-264 12,-2 66-1389,4-54-5449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4:32.62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346 72 24575,'0'-1'0,"0"0"0,1 0 0,-1 0 0,0 0 0,1 0 0,-1 0 0,1 0 0,-1 0 0,1 0 0,0 0 0,-1 1 0,1-1 0,0 0 0,-1 0 0,1 1 0,0-1 0,0 0 0,0 1 0,-1-1 0,1 1 0,0-1 0,0 1 0,0 0 0,0-1 0,0 1 0,0 0 0,0-1 0,0 1 0,2 0 0,35-3 0,-32 3 0,73 0 0,54-3 0,-120 1 0,1 0 0,-1 0 0,0-1 0,0-1 0,-1 0 0,1-1 0,20-11 0,-15 9 0,-18 7 0,1 0 0,-1 0 0,1 0 0,-1 0 0,0 0 0,1 0 0,-1 0 0,1 0 0,-1 0 0,0 0 0,1 1 0,-1-1 0,0 0 0,1 0 0,-1 0 0,1 0 0,-1 1 0,0-1 0,1 0 0,-1 0 0,0 1 0,0-1 0,1 0 0,-1 1 0,1 2 0,0 0 0,0 1 0,0-1 0,-1 0 0,1 0 0,-1 0 0,0 1 0,-1 4 0,-31 393 0,9-189 0,-7 431 0,31-607 0,1-21 0,-2-1 0,0 1 0,-1 0 0,-3 18 0,4-31 0,-1 0 0,0-1 0,1 1 0,-1-1 0,0 1 0,0-1 0,0 0 0,0 1 0,0-1 0,0 0 0,0 0 0,0 1 0,-1-1 0,1 0 0,0 0 0,-1 0 0,1-1 0,-1 1 0,1 0 0,-1 0 0,0-1 0,1 1 0,-1-1 0,1 1 0,-1-1 0,0 0 0,-3 0 0,-5 1 0,-1-1 0,1-1 0,-16-2 0,12 2 0,-28-4 0,1 2 0,-1 1 0,1 3 0,-1 1 0,-76 15 0,51 2-682,-124 50-1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4:37.51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0 24575,'2'0'0,"4"0"0,8 0 0,9 0 0,4 0 0,3 0 0,-3 0 0,-4 0 0,-4 0 0,-3 0 0,-2 0 0,-1 2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4:38.08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 24575,'2'0'0,"5"0"0,2 0 0,3 0 0,1 0 0,0 2 0,0 0 0,-1 1 0,1-1 0,-1-1 0,0 0 0,0 0 0,-1-1 0,1 0 0,1 0 0,1 0 0,1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4:38.56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12 24575,'0'-1'0,"1"0"0,-1 1 0,0-1 0,1 1 0,-1-1 0,1 0 0,-1 1 0,1-1 0,-1 1 0,1-1 0,-1 1 0,1 0 0,-1-1 0,1 1 0,0-1 0,-1 1 0,1 0 0,0 0 0,-1-1 0,1 1 0,0 0 0,-1 0 0,1 0 0,0 0 0,0 0 0,-1 0 0,2 0 0,23-2 0,-22 2 0,210 0-1365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4:38.91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 24575,'3'2'0,"1"0"0,3 3 0,5-1 0,3 0 0,5-1 0,4-1 0,1-1 0,-1 0 0,-3-1 0,-3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4:39.22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1 24575,'0'2'0,"0"4"0,0 8 0,0 5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4:39.71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284 12 24575,'0'-1'0,"0"0"0,-1 1 0,1-1 0,-1 0 0,1 1 0,-1-1 0,1 1 0,-1-1 0,1 0 0,-1 1 0,1-1 0,-1 1 0,0 0 0,1-1 0,-1 1 0,0-1 0,1 1 0,-1 0 0,0 0 0,0-1 0,1 1 0,-1 0 0,0 0 0,0 0 0,1 0 0,-1 0 0,0 0 0,-1 0 0,-24 1 0,23 0 0,0 1 0,-1-1 0,1 1 0,0-1 0,0 1 0,1 0 0,-1 0 0,0 0 0,1 1 0,-1-1 0,1 1 0,0-1 0,0 1 0,0 0 0,0 0 0,-3 6 0,-1 5 0,-1 0 0,-5 21 0,12-33 0,-99 370 0,89-331 0,9-37 0,-40 185 0,35-149 0,1 0 0,1 73 0,5-106 23,0 0 0,0 0 0,1 1-1,0-2 1,0 1 0,0 0 0,1 0-1,0-1 1,1 1 0,-1-1 0,1 0-1,0 0 1,1 0 0,5 5 0,-4-5-166,0 0 1,1 0 0,0 0 0,0-1-1,0 0 1,1-1 0,-1 1 0,1-1 0,0-1-1,1 0 1,8 3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4:40.15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22 0 24575,'0'4'0,"0"5"0,0 5 0,0 3 0,0 1 0,0 3 0,-2 1 0,-3-1 0,0-3 0,1-1 0,-2-2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7:34.37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641 74 24575,'-7'-1'0,"0"0"0,0-1 0,0 0 0,0 0 0,0 0 0,1-1 0,-1 0 0,1 0 0,-12-9 0,-22-9 0,30 17 0,-1 0 0,1 1 0,-1 0 0,0 0 0,0 2 0,0-1 0,0 1 0,0 1 0,-1 0 0,1 1 0,-14 2 0,24-3 0,-1 1 0,1-1 0,0 1 0,0 0 0,0-1 0,0 1 0,0 0 0,0 0 0,0 0 0,0 0 0,0 0 0,0 0 0,0 0 0,1 0 0,-1 0 0,0 0 0,1 0 0,-1 0 0,1 1 0,-1-1 0,1 0 0,0 0 0,-1 1 0,1-1 0,0 2 0,1 37 0,0-29 0,1 10 0,1 1 0,1-1 0,1 1 0,1-1 0,15 35 0,57 95 0,-56-116 0,-3 2 0,0 0 0,-3 1 0,18 60 0,-29-76 0,-2 0 0,0 0 0,0 24 0,-3-36 0,0 1 0,-1-1 0,0 1 0,-1-1 0,0 1 0,0-1 0,-1 0 0,-7 16 0,7-22 0,1 0 0,-1-1 0,-1 1 0,1 0 0,0-1 0,-1 0 0,0 1 0,0-1 0,0-1 0,0 1 0,0-1 0,0 1 0,-1-1 0,1-1 0,-1 1 0,0 0 0,1-1 0,-1 0 0,0 0 0,0-1 0,-8 1 0,-5-1 0,1 0 0,-1-1 0,0 0 0,-30-8 0,21 2 0,0-1 0,1-2 0,0 0 0,0-2 0,1-1 0,1-1 0,0-1 0,1-1 0,-36-32 0,52 40-114,-1 0 1,2 0-1,-1 0 0,1-1 0,0 0 1,0 0-1,1-1 0,1 1 0,-1-1 1,2 0-1,-4-12 0,0-10-6712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7:35.05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227 1 24575,'-1'21'0,"-1"0"0,-1-1 0,-11 39 0,3-15 0,-59 236 0,-8 37 0,60-227 0,-10 141 0,28-220 0,-1-4 0,1 0 0,-1 0 0,2 0 0,-1 0 0,2 9 0,-1-15 0,-1 0 0,0 0 0,1 1 0,-1-1 0,1 0 0,-1 0 0,1 0 0,-1 0 0,1 0 0,0 0 0,-1-1 0,1 1 0,0 0 0,0 0 0,0 0 0,0-1 0,0 1 0,0 0 0,0-1 0,0 1 0,0-1 0,0 1 0,0-1 0,0 0 0,0 1 0,0-1 0,0 0 0,0 0 0,1 0 0,-1 0 0,0 0 0,0 0 0,0 0 0,0 0 0,0 0 0,1 0 0,1-1 0,45-5 0,8-2 0,-53 7 16,-1 0 1,0 0-1,0 0 0,0 0 0,0 0 1,0-1-1,0 1 0,0-1 0,0 1 1,-1-1-1,1 0 0,0 0 0,-1 1 1,0-1-1,1 0 0,-1 0 0,0-1 1,0 1-1,0 0 0,1-4 0,1-4-406,-1 1 0,0-1 0,1-13 1,-2 21 242,1-24-6679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7:35.53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0 24575,'6'0'0,"6"0"0,8 0 0,20 0 0,30 0 0,31 0 0,22 0 0,4 0 0,-14 0 0,-21 0 0,-28 0-8191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7:35.89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119 1 24575,'1'0'0,"-1"1"0,1-1 0,-1 1 0,1-1 0,-1 1 0,1 0 0,-1-1 0,0 1 0,1 0 0,-1-1 0,0 1 0,1 0 0,-1 0 0,0-1 0,0 1 0,1 0 0,-1 0 0,0-1 0,0 1 0,0 0 0,0 0 0,-1 1 0,2 0 0,4 98 0,-10 158 0,2-217 0,-16 210 0,-73 354 0,85-570 0,2-23-1365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7:36.44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380 1 24575,'-340'0'0,"338"0"0,0 0 0,0 0 0,1 0 0,-1 0 0,0 0 0,0 0 0,0 1 0,1-1 0,-1 0 0,0 1 0,0 0 0,1-1 0,-1 1 0,1 0 0,-1 0 0,0 0 0,1 0 0,0 0 0,-3 3 0,3-3 0,1 1 0,-1-1 0,1 1 0,-1-1 0,1 1 0,0 0 0,0-1 0,-1 1 0,1 0 0,1-1 0,-1 1 0,0 0 0,0-1 0,0 1 0,1 0 0,-1-1 0,1 1 0,0-1 0,-1 1 0,1-1 0,0 1 0,1 1 0,11 19 0,1-1 0,1 0 0,36 38 0,-16-20 0,17 23 174,109 121-1713,-123-144-5287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7:36.64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1 24575,'2'0'0,"0"2"0,1 3 0,-1 2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7:37.11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34 0 24575,'-2'5'0,"0"0"0,1 1 0,0-1 0,0 0 0,0 1 0,0 7 0,-1 7 0,-21 318-163,24 6-174,1-229 223,6 651-9,-6-782-1120,1-9-4968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7:37.74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 24575,'19'22'0,"-2"2"0,0 0 0,-1 1 0,-2 0 0,14 33 0,-11-22 0,-1 0 0,-1 1 0,-3 1 0,15 70 0,-25-93 0,0 0 0,-1 1 0,0-1 0,-1 0 0,-1 1 0,0-1 0,-1 0 0,-1 0 0,-1 0 0,0 0 0,0 0 0,-2-1 0,0 0 0,0 0 0,-13 19 0,3-13-227,0-1-1,-1 0 1,-1-2-1,-1 0 1,-33 23-1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7:38.27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130 1 24575,'-1'35'0,"-2"-1"0,-1 1 0,-9 33 0,-32 100 0,24-102 0,-18 116 0,39-181 0,-2 8 0,1 1 0,0-1 0,1 1 0,1 10 0,-1-18 0,1 0 0,-1 1 0,1-1 0,-1 0 0,1 1 0,0-1 0,0 0 0,0 0 0,0 0 0,0 0 0,0 0 0,1 0 0,-1 0 0,1 0 0,-1-1 0,1 1 0,0 0 0,-1-1 0,1 0 0,0 1 0,0-1 0,3 2 0,3 0 0,1 0 0,0-1 0,0 0 0,0 0 0,0-1 0,1 0 0,11 0 0,5-2 0,35-5 0,-48 4 0,1-1 0,-1 0 0,0 0 0,-1-1 0,20-10 0,-26 11 0,0 0 0,0-1 0,-1 0 0,1 0 0,-1-1 0,0 1 0,0-1 0,0 0 0,-1 0 0,1-1 0,-1 0 0,5-10 0,-2 0 0,-1-1 0,0 0 0,-1-1 0,-1 1 0,-1-1 0,-1 0 0,0 0 0,-1-22 0,-3-15 0,-11-74 0,11 112 0,-1-8 0,-8-30 0,10 50 0,-1 0 0,0-1 0,1 1 0,-2 0 0,1 0 0,0 1 0,-1-1 0,0 0 0,0 1 0,-1 0 0,-6-7 0,8 9 0,0 1 0,0 0 0,0 0 0,0-1 0,-1 1 0,1 1 0,0-1 0,0 0 0,-1 1 0,1-1 0,-1 1 0,1 0 0,-4-1 0,-34 5 0,-1 0 0,20-7-1365,3-1-5461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7:38.72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95 1 24575,'4'0'0,"0"0"0,0 0 0,0 0 0,0 1 0,0-1 0,0 1 0,0 0 0,-1 0 0,1 1 0,3 1 0,-4-2 0,-1 1 0,-1-1 0,1 1 0,0 0 0,0 0 0,-1 0 0,1 0 0,-1 0 0,1 0 0,-1 0 0,0 1 0,0-1 0,0 0 0,0 1 0,0-1 0,-1 1 0,1 2 0,5 34 0,-1-1 0,-3 0 0,-2 56 0,-1-30 0,0 90 0,-7 1 0,-6-1 0,-51 228 0,-10-117 0,66-241 0,9-24 0,0 0 0,0 0 0,0 0 0,0 0 0,0 0 0,0 0 0,0 0 0,-1-1 0,1 1 0,0 0 0,0 0 0,0 0 0,0 0 0,0 0 0,0 0 0,0 0 0,0 0 0,0 0 0,-1 0 0,1 0 0,0 0 0,0 0 0,0-1 0,0 1 0,0 0 0,0 0 0,-1 0 0,1 0 0,0 0 0,0 0 0,0 0 0,0 0 0,0 0 0,0 1 0,-1-1 0,1 0 0,0 0 0,0 0 0,0 0 0,0 0 0,0 0 0,0 0 0,0 0 0,-1 0 0,1 0 0,0 0 0,0 0 0,0 0 0,0 1 0,0-1 0,0-16 0,5-18-1365,3-3-5461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7:39.26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100 6 24575,'0'0'0,"0"-1"0,0 1 0,1 0 0,-1 0 0,0-1 0,0 1 0,0 0 0,0 0 0,0 0 0,0-1 0,1 1 0,-1 0 0,0 0 0,0 0 0,0-1 0,0 1 0,1 0 0,-1 0 0,0 0 0,0 0 0,1-1 0,-1 1 0,0 0 0,0 0 0,1 0 0,-1 0 0,0 0 0,0 0 0,1 0 0,-1 0 0,0 0 0,0 0 0,1 0 0,-1 0 0,0 0 0,0 0 0,1 0 0,-1 0 0,0 0 0,0 0 0,1 0 0,-1 1 0,14 3 0,-13-4 0,23 12 0,-1 0 0,0 2 0,-1 0 0,0 2 0,-1 0 0,-1 1 0,0 1 0,-2 1 0,0 1 0,19 28 0,-28-35 0,0 0 0,-2 0 0,0 1 0,0 0 0,-1 0 0,-1 1 0,0 0 0,-1 0 0,-1 0 0,0 0 0,-1 0 0,-1 1 0,-1-1 0,0 0 0,0 1 0,-2-1 0,0 1 0,0-1 0,-2 0 0,0 0 0,-1 0 0,0-1 0,-1 0 0,0 0 0,-16 24 0,4-12 0,-1 0 0,-1-2 0,-1 0 0,-45 38 0,16-21 0,-77 46 0,120-82 61,5-3-150,-1 0 0,1 0 0,-1 0 0,0 0-1,0-1 1,0 1 0,0-1 0,0 0 0,0 0 0,0 0 0,-1 0-1,1 0 1,0-1 0,-1 0 0,-4 1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7:39.68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131 0 24575,'-1'10'0,"-1"0"0,0 0 0,-1 0 0,0 0 0,0-1 0,-1 1 0,-5 9 0,-5 13 0,-5 17 0,2 0 0,2 2 0,3 0 0,2 0 0,-6 78 0,15-124 0,1-1 0,0 1 0,0-1 0,1 1 0,-1-1 0,1 1 0,0-1 0,0 0 0,0 1 0,4 6 0,-3-9 0,-1 1 0,1-1 0,0 0 0,0 0 0,0-1 0,1 1 0,-1 0 0,0-1 0,1 1 0,-1-1 0,1 0 0,-1 1 0,1-1 0,0-1 0,-1 1 0,1 0 0,0-1 0,0 1 0,3-1 0,51 5-1365,8-3-5461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7:40.06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160 0 24575,'1'1'0,"1"-1"0,-1 0 0,1 1 0,-1-1 0,1 1 0,-1 0 0,1-1 0,-1 1 0,0 0 0,1 0 0,-1 0 0,0 0 0,0 0 0,0 0 0,1 0 0,-1 0 0,0 1 0,-1-1 0,2 2 0,16 28 0,-18-29 0,10 21 0,-1 0 0,-1 0 0,-2 1 0,0 0 0,-1 0 0,-2 0 0,0 1 0,-2-1 0,0 1 0,-2-1 0,-4 31 0,1-40 34,-1 1 1,0-1-1,0-1 0,-2 1 0,0-1 0,0 0 0,-1 0 0,-1-1 0,-18 22 1,6-11-462,-2-2 0,0 0 1,-49 36-1,45-40-6399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8:22.20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602 2885 24575,'130'0'0,"257"0"0,-11 1-546,127 2-2008,99 2-19,1275 17-3093,-796-8 3540,62-13 15591,-1100-2-13465,1-3 0,-1-1 0,0-2 0,0-2 0,-1-2 0,0-2 0,66-30 0,-100 40 0,-1-1 0,1 0 0,-1 0 0,0-1 0,0 0 0,0 0 0,8-9 0,-12 9 0,0 1 0,1-1 0,-2 1 0,1-1 0,0 0 0,-1 0 0,0 0 0,0-1 0,-1 1 0,1 0 0,-1-1 0,0-7 0,5-61 0,-4 0 0,-3 0 0,-4 0 0,-14-77 0,1 60-112,-3 2 0,-5 1 0,-54-126 0,-145-241-335,-309-404 447,352 624 0,151 200 0,-1 1 0,-2 2 0,-1 2 0,-54-38 0,80 63 3,0 0 1,0 0 0,0 1-1,-1 0 1,0 1 0,0 0-1,-19-3 1,1 3 271,-47 1 0,57 2-108,-386-3-568,-459 3-701,-4 37 852,344 7-674,-613 41 899,255-58 2876,869-27-2851,-152 3 0,132-1 0,0 1 0,-62 16 0,90-18 0,0 0 0,0 1 0,0-1 0,1 1 0,-1 0 0,1 0 0,-1 0 0,1 0 0,0 1 0,0-1 0,0 1 0,0 0 0,0 0 0,0 0 0,-2 4 0,0 3 0,0-1 0,1 1 0,0 0 0,-3 15 0,1-8 0,-129 544 0,98-385 0,-4 8 0,-124 336 0,128-429 0,-65 176 0,89-223 0,2 0 0,1 0 0,3 1 0,-3 59 0,10-15 0,3 0 0,4 0 0,5 0 0,2-1 0,5-1 0,50 143 0,-66-224 0,1 7 0,2 0 0,-1 0 0,14 22 0,-16-32 0,-1 1 0,1-1 0,0 0 0,0 0 0,0 0 0,0 0 0,1-1 0,-1 1 0,1-1 0,-1 0 0,1 0 0,0 0 0,0-1 0,0 1 0,0-1 0,0 0 0,5 1 0,70 6 0,142-3 0,-167-6 0,16 1-341,0-4 0,0-3-1,91-20 1,-93 8-6485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8:31.60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1 679 24575,'0'-6'0,"1"0"0,0-1 0,0 1 0,1 0 0,-1-1 0,2 1 0,-1 0 0,1 0 0,-1 0 0,2 1 0,-1-1 0,1 1 0,-1 0 0,1 0 0,6-6 0,8-7 0,1 1 0,32-22 0,-46 36 0,66-45 0,2 3 0,3 3 0,101-41 0,254-70 0,91 25 0,-507 124-1365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8:32.28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0 24575,'5'3'0,"0"0"0,0 0 0,0-1 0,0 1 0,1-1 0,-1-1 0,11 3 0,-2-1 0,54 15 0,-30-9 0,73 28 0,-110-37 0,1 1 0,-1-1 0,0 1 0,0-1 0,0 1 0,1 0 0,-1-1 0,0 1 0,0 0 0,0 0 0,0 0 0,0-1 0,0 1 0,0 0 0,-1 0 0,1 1 0,0-1 0,0 0 0,-1 0 0,1 0 0,-1 0 0,1 1 0,-1-1 0,0 0 0,1 0 0,-1 1 0,0-1 0,0 0 0,0 1 0,0-1 0,0 0 0,0 1 0,0-1 0,0 0 0,-1 1 0,1-1 0,0 0 0,-1 0 0,1 1 0,-1-1 0,1 0 0,-1 0 0,0 0 0,1 0 0,-3 2 0,-3 5 0,-1 0 0,0 0 0,0 0 0,-13 10 0,13-13 0,-118 105-1365,104-91-5461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9:13.29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1 482 24575,'0'-18'0,"0"-1"0,1 1 0,1 0 0,1 0 0,0 0 0,1 0 0,1 0 0,1 0 0,1 1 0,8-17 0,-2 10 0,1 0 0,1 1 0,1 1 0,1 0 0,1 1 0,39-34 0,-47 46 0,0 1 0,1 1 0,0-1 0,1 2 0,0-1 0,0 2 0,0 0 0,0 0 0,1 1 0,0 0 0,0 2 0,0-1 0,0 1 0,0 1 0,1 1 0,16 0 0,-28 0 0,1 1 0,0-1 0,-1 1 0,1-1 0,0 1 0,-1 0 0,1 0 0,-1 0 0,1 0 0,-1 1 0,0-1 0,1 1 0,-1-1 0,0 1 0,0 0 0,0 0 0,0 0 0,0 0 0,-1 0 0,1 0 0,-1 0 0,1 1 0,-1-1 0,0 1 0,0-1 0,0 1 0,0-1 0,0 1 0,0 4 0,1 7 0,0 0 0,-1 0 0,-1 1 0,-3 22 0,2-7 0,0-19 0,0-1 0,0 0 0,-1 0 0,-1 0 0,1 0 0,-9 17 0,-31 54 0,2-7 0,31-53 0,-7 12 0,2 0 0,1 1 0,1 1 0,-8 48 0,19-77 0,1 0 0,0 0 0,0 0 0,1 0 0,0 0 0,0 0 0,0 0 0,1 0 0,0 0 0,0-1 0,3 7 0,5 7 0,22 33 0,3 4 0,-20-29 207,-9-16-522,1 1 1,-2 0 0,1 0-1,2 13 1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9:13.68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0 24575,'0'2'0,"0"3"0,0 2 0,2 2 0,3 0 0,0 0 0,2-2 0,1 1 0,1 0 0,2-1 0,0-1 0,-1-1 0,-1 0 0,0-2 0,1 0 0,1-2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49:52.10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297 1 24575,'-3'0'0,"0"1"0,0 0 0,0-1 0,0 2 0,1-1 0,-1 0 0,0 0 0,1 1 0,-1 0 0,1-1 0,-1 1 0,-2 3 0,-29 28 0,32-31 0,-14 17 0,0 0 0,2 2 0,0-1 0,2 2 0,0-1 0,1 2 0,-14 42 0,-34 173 0,56-221 0,-13 70 0,4 0 0,4 1 0,4 0 0,3 0 0,12 88 0,-3-123-170,1-1-1,3-1 0,3 0 1,1-1-1,3-1 0,2 0 1,41 69-1,-41-83-6655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50:15.3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24575,'20'19'0,"8"-1"0,55 27 0,51 16-306,152 48 0,161 22-1082,-80-44-463,2-15 0,443 28 1,-495-87 1555,-220-12-106,1-5 1,-1-5-1,114-23 1,-160 20 1097,-2-1 0,0-3 1,-1-2-1,0-2 1,-2-2-1,0-2 1,73-52-1,-114 72-584,3-3 492,0 2 0,1-1 0,16-8 1,-21 13-518,0 0 0,-1 0 0,1 0 0,0 0 0,-1 1 0,1-1 1,0 1-1,0 0 0,0 0 0,-1 0 0,1 1 0,0 0 0,6 1 1,24 10-60,-1 1 0,-1 1 0,41 26 1,-6-4-45,115 52-399,3-8-1,242 69 0,-163-77-954,308 42 1,282-23-1370,-6-62 1494,-524-27 1244,-75-4-64,39-2-44,-273 3 494,0 2-1,0 0 1,1 1 0,-1 0 0,-1 1 0,1 1-1,0 0 1,-1 1 0,0 0 0,18 10-1,-3-1 709,1-2-1,59 15 0,68 11-862,189 19 0,175-9-2822,1494-2-1512,-1447-67 3087,-6-33 549,-359 10 4157,-127 24-1531,-33 11-1740,0 2-1,51-2 1,92 6 662,-106 3-940,1761-1-5740,-925 3 3621,-599-2 1978,-77 0 0,26 0-2791,-186 0 3459,-79 0-622,-1 0 0,0 1 0,0-1 0,0 0 0,1 0 0,-1 0 1,0 0-1,0 0 0,0 0 0,0 0 0,1 0 0,-1 0 0,0 0 1,0 0-1,0 0 0,1 0 0,-1 0 0,0 0 0,0 0 0,0 0 1,0-1-1,1 1 0,-1 0 0,0 0 0,0 0 0,0 0 0,0 0 1,0 0-1,1 0 0,-1-1 0,0 1 0,0 0 0,0 0 0,0 0 0,0 0 1,0 0-1,0-1 0,1 1 0,-1 0 0,0 0 0,0 0 0,0 0 1,0-1-1,0 1 0,0 0 0,0 0 0,0 0 0,0-1 0,-6-8 738,2 4-1146,-2-5-811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50:17.7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2214 2138 24575,'-718'-27'0,"289"-37"0,368 50 0,1-3 0,1-2 0,1-3 0,-108-58 0,117 51 0,1-2 0,1-1 0,2-3 0,2-2 0,1-2 0,-67-80 0,23-12 0,57 84 0,9 11 0,-21-48 0,11 29 0,21 39 0,1 1 0,-10-25 0,8 14 0,2 0 0,2-1 0,-7-46 0,12 60 0,0 0 0,1 0 0,1 1 0,0-1 0,1 0 0,0 0 0,1 1 0,0 0 0,1-1 0,7-14 0,14-21 0,3 0 0,2 2 0,2 2 0,2 1 0,75-74 0,-80 90 0,2 1 0,1 2 0,1 1 0,50-27 0,150-60 0,-207 99 0,68-30 0,2 5 0,1 3 0,2 5 0,190-28 0,77 31 0,3 20 0,-291 5 0,84-1-149,649 11-1980,-484 27 2360,-259-23 34,0 3 1,114 44 0,-141-44-124,-2 2 0,0 2 0,0 1 0,-2 3 0,44 36 1,-55-38-94,-1 2 1,-2 0 0,0 1-1,-1 2 1,-2 0 0,-1 1 0,23 47-1,-23-35-49,-2 1 0,-1 0 0,-3 1 0,-1 0 0,-2 1 0,-2 0 0,-2 0 0,-2 1 0,-4 78 0,-1-104 4,-2 0 0,-1 1-1,0-2 1,-1 1-1,-1 0 1,-1-1 0,-1 0-1,0-1 1,-14 21 0,7-15 2,-1-2 0,-1 0 0,-1-1 0,-1 0 0,-42 32 0,20-22-30,-2-2-1,-63 31 1,-95 31-266,-36 0-871,-1484 414-2864,1662-489 4018,-19 4 333,0-2 1,-126 9 0,196-26-23,1 0 1,-1 0 0,0-1-1,-10-1 1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50:18.3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24575,'241'0'0,"61"0"-546,208 0-2076,227 0-223,196 0-36,3018 0-2186,-3581 0 7267,-353 1-1749,-15-1-248,-5 1 105,-30 1 2300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58:17.8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411 1 24575,'-24'0'0,"-1"0"0,-47 9 0,64-7 0,-1 0 0,1 1 0,-1 0 0,1 1 0,0-1 0,0 2 0,0-1 0,1 1 0,-1 0 0,1 1 0,-9 9 0,-5 7 0,1 1 0,1 1 0,1 1 0,2 0 0,0 1 0,2 1 0,0 1 0,2 0 0,1 0 0,-7 34 0,15-48 0,1 1 0,1-1 0,0 1 0,1-1 0,1 1 0,0 0 0,1-1 0,1 0 0,0 0 0,1 1 0,0-2 0,10 21 0,8 11 0,1 0 0,37 49 0,-43-68 0,3 4 0,44 70 0,95 111 0,-156-207 25,21 20 284,-23-23-369,-1-1-1,1 1 0,0 0 0,0-1 1,-1 1-1,1-1 0,0 1 1,0-1-1,0 1 0,0-1 1,0 0-1,-1 0 0,1 1 1,0-1-1,0 0 0,0 0 1,0 0-1,0 0 0,0 0 0,0 0 1,0 0-1,0 0 0,0 0 1,0 0-1,0-1 0,0 1 1,1-1-1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58:18.6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24575,'19'0'0,"0"0"0,-1 2 0,31 6 0,-40-6 0,0 1 0,0 0 0,-1 1 0,1 0 0,-1 0 0,0 0 0,-1 1 0,1 1 0,9 8 0,5 7 0,-2 0 0,-1 1 0,-1 1 0,-1 1 0,0 1 0,-2 0 0,-1 1 0,-2 0 0,0 1 0,-2 1 0,11 42 0,-7-7 0,-3 0 0,-3 1 0,-3 0 0,-3 78 0,-2-113 33,0 12 116,-9 65 1,7-94-305,0 0 1,-1-1 0,-1 1 0,1-1-1,-2 0 1,0 0 0,0 0 0,-1 0-1,0-1 1,-9 10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58:20.8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1072 0 24575,'-4'1'0,"0"1"0,1-1 0,-1 1 0,0 0 0,0 0 0,1 0 0,-1 1 0,1-1 0,0 1 0,0 0 0,-5 5 0,-3 1 0,-45 43 0,-73 83 0,-40 72 0,65-69 0,-139 244 0,179-263 0,6 3 0,-70 211 0,115-293 0,1 1 0,3 1 0,1-1 0,-4 81 0,3-11 0,9-54-1365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58:21.3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 24575,'0'0'0,"-1"0"0,1 0 0,0 1 0,-1-1 0,1 0 0,0 0 0,-1 1 0,1-1 0,0 0 0,-1 0 0,1 1 0,0-1 0,-1 1 0,1-1 0,0 0 0,0 1 0,-1-1 0,1 0 0,0 1 0,0-1 0,0 1 0,0-1 0,0 1 0,0-1 0,0 0 0,0 1 0,0-1 0,0 1 0,0-1 0,0 1 0,0-1 0,0 1 0,1 18 0,0-18 0,12 72 0,4-1 0,39 106 0,-48-155 0,-4-9 0,0 0 0,1-1 0,1 1 0,1-1 0,11 18 0,-17-30 0,-1 0 0,1-1 0,0 1 0,0 0 0,0 0 0,0-1 0,0 1 0,0 0 0,0-1 0,0 1 0,0-1 0,0 0 0,0 1 0,0-1 0,1 0 0,-1 1 0,0-1 0,0 0 0,0 0 0,0 0 0,1 0 0,-1 0 0,0 0 0,0-1 0,0 1 0,0 0 0,0 0 0,1-1 0,1 0 0,3-2 0,1-1 0,-1 1 0,11-10 0,-10 8 0,183-149 0,-99 77 0,-87 72-124,1 1 0,0 0 0,1 1 0,-1-1 0,0 1 0,1 0-1,0 1 1,0-1 0,0 1 0,12-3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58:23.9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1 594 24575,'24'28'0,"0"0"0,31 53 0,-7-11 0,-41-60 0,-4-6 0,0 0 0,-1 0 0,2 0 0,-1 0 0,0-1 0,1 0 0,5 5 0,-8-7 0,1-1 0,-1 1 0,1-1 0,-1 1 0,1-1 0,0 0 0,-1 1 0,1-1 0,-1 0 0,1 0 0,0 0 0,-1 0 0,1-1 0,-1 1 0,1 0 0,-1-1 0,1 1 0,-1-1 0,1 1 0,-1-1 0,1 0 0,-1 1 0,1-1 0,-1 0 0,0 0 0,0 0 0,2-2 0,199-175 0,-180 154 0,-1-1 0,-1-1 0,-1 0 0,-2-1 0,24-48 0,50-153 0,-23 49 0,-54 150-1365,-3 10-5461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58:24.9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1 230 24575,'5'6'0,"-1"0"0,0 1 0,0-1 0,0 1 0,-1 0 0,4 12 0,4 7 0,46 98 0,60 122 0,-113-240 0,-1 1 0,1-1 0,0 0 0,6 6 0,-9-11 0,0 0 0,0 0 0,-1 0 0,1 0 0,0 0 0,0 0 0,0-1 0,0 1 0,0 0 0,0-1 0,1 1 0,-1-1 0,0 1 0,0-1 0,0 0 0,0 1 0,1-1 0,-1 0 0,0 0 0,0 0 0,0 0 0,1 0 0,-1 0 0,0 0 0,0 0 0,1-1 0,-1 1 0,0 0 0,0-1 0,0 1 0,0-1 0,2 0 0,7-7 0,0-1 0,-1 1 0,-1-2 0,1 1 0,-2-1 0,14-21 0,-7 10 0,53-74 0,-5-2 0,73-154 0,-126 231-227,-1 0-1,-1-1 1,-1 0-1,-1 0 1,4-36-1,-7 37-6598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58:28.4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24575,'16'1'0,"0"0"0,-1 1 0,0 1 0,1 0 0,-1 2 0,0-1 0,-1 2 0,1 0 0,-1 0 0,-1 2 0,1 0 0,17 13 0,5 7 0,-1 3 0,58 64 0,-42-39 0,-3 3 0,-2 1 0,41 74 0,-70-104 0,-2 0 0,0 2 0,-3-1 0,0 1 0,-2 1 0,-2 0 0,-1 1 0,-1-1 0,1 49 0,-7 12 0,-5 1 0,-27 147 0,6-119 0,-58 171 0,78-278 0,-12 34 0,16-46 0,0 0 0,0-1 0,0 1 0,0-1 0,-1 1 0,1-1 0,-1 0 0,0 0 0,-5 4 0,7-6-72,0 0 1,-1-1-1,1 1 0,0-1 0,-1 0 0,1 1 0,0-1 0,-1 0 1,1 0-1,0 0 0,-1 0 0,1 0 0,-1 0 0,1 0 0,0 0 1,-1 0-1,1-1 0,-2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58:29.1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 24575,'0'-1'0,"0"1"0,0 0 0,0-1 0,0 1 0,0 0 0,0-1 0,0 1 0,0 0 0,0-1 0,1 1 0,-1 0 0,0 0 0,0-1 0,0 1 0,0 0 0,1 0 0,-1-1 0,0 1 0,0 0 0,1 0 0,-1 0 0,0-1 0,1 1 0,-1 0 0,0 0 0,0 0 0,1 0 0,-1 0 0,0 0 0,1-1 0,-1 1 0,0 0 0,1 0 0,-1 0 0,0 0 0,1 0 0,17 3 0,10 7 0,-1 0 0,32 18 0,-1 1 0,172 81 0,138 69-546,137 66-1920,103 48 245,-476-229 1760,2205 1089-7111,-2263-1115 7557,114 63 1911,-161-83-1088,-27-18-794,0 0-1,0 0 1,0 0 0,-1 0 0,1 0 0,0 0 0,0-1 0,0 1 0,0 0-1,0 0 1,0 0 0,0 0 0,0 0 0,0 0 0,0 0 0,0 0 0,0 0 0,0 0-1,0 1 1,0-1 0,0 0 0,-1 0 0,1 0 0,0 0 0,0 0 0,0 0-1,0 0 1,0 0 0,0 0 0,0 0 0,0 0 0,0 0 0,0 0 0,0 0 0,0 0-1,0 0 1,0 0 0,0 0 0,0 0 0,0 0 0,0 0 0,0 0 0,0 0-1,0 1 1,0-1 0,0 0 0,0 0 0,0 0 0,0 0 0,0 0 0,0 0 0,0 0-1,0 0 1,0 0 0,0 0 0,0 0 0,0 0 0,0 0 0,0 0 0,0 0 0,0 0-1,0 1 1,-13-5 1340,-23-8-1196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2:58:29.7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24575,'9'1'0,"0"0"0,0 0 0,-1 0 0,1 1 0,0 1 0,-1-1 0,15 8 0,-19-8 0,188 80 0,-163-69 0,178 81-342,75 34-1029,1391 655-2428,-1517-707 4077,-147-71-111,2 0-1,-1-1 1,13 4 0,-10-6-3791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24.03.2026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594A0-83EE-642D-1E13-EE606D957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880A298-2BB7-34C2-8F34-7632E04F17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E7C361-527D-6DAF-2EA7-2ABAF5800583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1D448287-BFA6-8DF5-3C06-005FCCD4DC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4680880B-BBDB-74B5-91A5-A79C0A838B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5F66DB-F706-66B3-4B26-859F8167B07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11F432-D527-8013-497D-E363A0A416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41530561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27C83-6263-A1A3-8F50-D312698A9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EA5F9C9-B338-371C-763B-168A11914E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832B22-816C-8DAA-910A-BD8151467299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A0D28012-6951-597D-5193-82D4F1C56B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60415827-F7B0-A4C9-6867-E822FDC9D4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A90848-B629-A044-F2B4-407D415195F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7C2F02-2CD5-1466-4D74-7F845C26A9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7425184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幻灯片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内容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节标题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5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7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8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两栏内容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2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4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5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较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3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4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仅标题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7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8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2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3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与标题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6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58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65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竖排文字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1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2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竖排标题与文本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7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8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9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1"/>
          </p:nvPr>
        </p:nvSpPr>
        <p:spPr>
          <a:xfrm>
            <a:off x="1155700" y="2825750"/>
            <a:ext cx="9880600" cy="10033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ctr">
              <a:lnSpc>
                <a:spcPct val="116666"/>
              </a:lnSpc>
              <a:defRPr sz="5400" b="1" i="0" u="none" strike="noStrike" spc="0">
                <a:solidFill>
                  <a:srgbClr val="000000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2" hasCustomPrompt="1"/>
          </p:nvPr>
        </p:nvSpPr>
        <p:spPr>
          <a:xfrm>
            <a:off x="105743" y="939736"/>
            <a:ext cx="3876564" cy="6477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34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indent="0" algn="l">
              <a:lnSpc>
                <a:spcPct val="125000"/>
              </a:lnSpc>
            </a:pPr>
            <a:r>
              <a:rPr lang="en-US" sz="3400" b="1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>xxxxxx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3" hasCustomPrompt="1"/>
          </p:nvPr>
        </p:nvSpPr>
        <p:spPr>
          <a:xfrm>
            <a:off x="171307" y="76136"/>
            <a:ext cx="7810500" cy="7747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45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indent="0" algn="l">
              <a:lnSpc>
                <a:spcPct val="112500"/>
              </a:lnSpc>
            </a:pPr>
            <a:r>
              <a:rPr lang="en-US" sz="4500" b="1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>2.1 Python xxx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4" hasCustomPrompt="1"/>
          </p:nvPr>
        </p:nvSpPr>
        <p:spPr>
          <a:xfrm>
            <a:off x="4228793" y="1075629"/>
            <a:ext cx="7301144" cy="393700"/>
          </a:xfrm>
          <a:prstGeom prst="rect">
            <a:avLst/>
          </a:prstGeom>
          <a:solidFill>
            <a:srgbClr val="E7E7E7">
              <a:alpha val="100000"/>
            </a:srgbClr>
          </a:solidFill>
          <a:ln w="12700" cap="flat" cmpd="sng">
            <a:noFill/>
            <a:prstDash val="solid"/>
            <a:round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2100" b="1" i="0" u="none" strike="noStrike" spc="0">
                <a:solidFill>
                  <a:srgbClr val="1F2329">
                    <a:alpha val="100000"/>
                  </a:srgbClr>
                </a:solidFill>
                <a:latin typeface="Consolas"/>
              </a:defRPr>
            </a:lvl1pPr>
          </a:lstStyle>
          <a:p>
            <a:pPr indent="0" algn="l">
              <a:lnSpc>
                <a:spcPct val="125000"/>
              </a:lnSpc>
            </a:pPr>
            <a:r>
              <a:rPr lang="en-US" sz="2100" b="1" i="0" u="none" strike="noStrike">
                <a:solidFill>
                  <a:srgbClr val="1F2329"/>
                </a:solidFill>
                <a:latin typeface="Consolas"/>
                <a:ea typeface="Consolas"/>
                <a:cs typeface="Consolas"/>
                <a:sym typeface="Consolas"/>
              </a:rPr>
              <a:t>[expression for item in iterable if condition]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5" hasCustomPrompt="1"/>
          </p:nvPr>
        </p:nvSpPr>
        <p:spPr>
          <a:xfrm>
            <a:off x="171307" y="1905000"/>
            <a:ext cx="11358631" cy="2438400"/>
          </a:xfrm>
          <a:prstGeom prst="rect">
            <a:avLst/>
          </a:prstGeom>
          <a:noFill/>
          <a:ln w="12700">
            <a:noFill/>
            <a:prstDash val="solid"/>
          </a:ln>
          <a:effectLst/>
        </p:spPr>
        <p:txBody>
          <a:bodyPr lIns="0" tIns="0" rIns="0" bIns="0" anchor="ctr" anchorCtr="1">
            <a:noAutofit/>
          </a:bodyPr>
          <a:lstStyle>
            <a:lvl1pPr algn="l">
              <a:lnSpc>
                <a:spcPct val="125000"/>
              </a:lnSpc>
              <a:defRPr sz="3200" b="0" i="0" u="none" strike="noStrike" spc="0">
                <a:solidFill>
                  <a:srgbClr val="1F2329">
                    <a:alpha val="100000"/>
                  </a:srgbClr>
                </a:solidFill>
                <a:highlight>
                  <a:srgbClr val="FFFFFF">
                    <a:alpha val="0"/>
                  </a:srgbClr>
                </a:highlight>
                <a:latin typeface="Times New Roman"/>
              </a:defRPr>
            </a:lvl1pPr>
          </a:lstStyle>
          <a:p>
            <a:pPr indent="0" algn="l">
              <a:lnSpc>
                <a:spcPct val="125000"/>
              </a:lnSpc>
            </a:pPr>
            <a:r>
              <a:rPr lang="en-US" sz="3200" b="0" i="0" u="none" strike="noStrike">
                <a:solidFill>
                  <a:srgbClr val="1F2329"/>
                </a:solidFill>
                <a:highlight>
                  <a:srgbClr val="FFFFFF">
                    <a:alpha val="0"/>
                  </a:srgbClr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列表推导器（List Comprehension）是Python中一种简洁且高效的方式，用于创建列表。</a:t>
            </a:r>
          </a:p>
          <a:p>
            <a:pPr indent="0" algn="l">
              <a:lnSpc>
                <a:spcPct val="125000"/>
              </a:lnSpc>
            </a:pPr>
            <a:r>
              <a:rPr lang="en-US" sz="3200" b="0" i="0" u="none" strike="noStrike">
                <a:solidFill>
                  <a:srgbClr val="1F2329"/>
                </a:solidFill>
                <a:highlight>
                  <a:srgbClr val="FFFFFF">
                    <a:alpha val="0"/>
                  </a:srgbClr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它的语法比传统的 for 循环更简洁，代码可读性更高，特别适合在算法竞赛中快速生成数据或进行数据转换。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6" hasCustomPrompt="1"/>
          </p:nvPr>
        </p:nvSpPr>
        <p:spPr>
          <a:xfrm>
            <a:off x="105743" y="939736"/>
            <a:ext cx="3876564" cy="6477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34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indent="0" algn="l">
              <a:lnSpc>
                <a:spcPct val="125000"/>
              </a:lnSpc>
            </a:pPr>
            <a:r>
              <a:rPr lang="en-US" sz="3400" b="1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>xxxxxx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7" hasCustomPrompt="1"/>
          </p:nvPr>
        </p:nvSpPr>
        <p:spPr>
          <a:xfrm>
            <a:off x="171307" y="76136"/>
            <a:ext cx="7810500" cy="7747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45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indent="0" algn="l">
              <a:lnSpc>
                <a:spcPct val="112500"/>
              </a:lnSpc>
            </a:pPr>
            <a:r>
              <a:rPr lang="en-US" sz="4500" b="1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>2.1 Python xxx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8" hasCustomPrompt="1"/>
          </p:nvPr>
        </p:nvSpPr>
        <p:spPr>
          <a:xfrm>
            <a:off x="4228793" y="1075629"/>
            <a:ext cx="7301144" cy="393700"/>
          </a:xfrm>
          <a:prstGeom prst="rect">
            <a:avLst/>
          </a:prstGeom>
          <a:solidFill>
            <a:srgbClr val="E7E7E7">
              <a:alpha val="100000"/>
            </a:srgbClr>
          </a:solidFill>
          <a:ln w="12700" cap="flat" cmpd="sng">
            <a:noFill/>
            <a:prstDash val="solid"/>
            <a:round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2100" b="1" i="0" u="none" strike="noStrike" spc="0">
                <a:solidFill>
                  <a:srgbClr val="1F2329">
                    <a:alpha val="100000"/>
                  </a:srgbClr>
                </a:solidFill>
                <a:latin typeface="Consolas"/>
              </a:defRPr>
            </a:lvl1pPr>
          </a:lstStyle>
          <a:p>
            <a:pPr indent="0" algn="l">
              <a:lnSpc>
                <a:spcPct val="125000"/>
              </a:lnSpc>
            </a:pPr>
            <a:r>
              <a:rPr lang="en-US" sz="2100" b="1" i="0" u="none" strike="noStrike">
                <a:solidFill>
                  <a:srgbClr val="1F2329"/>
                </a:solidFill>
                <a:latin typeface="Consolas"/>
                <a:ea typeface="Consolas"/>
                <a:cs typeface="Consolas"/>
                <a:sym typeface="Consolas"/>
              </a:rPr>
              <a:t>[expression for item in iterable if condition]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9"/>
          </p:nvPr>
        </p:nvSpPr>
        <p:spPr>
          <a:xfrm>
            <a:off x="635000" y="787400"/>
            <a:ext cx="5256743" cy="14859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38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3" name="AutoShape 3"/>
          <p:cNvSpPr>
            <a:spLocks noGrp="1"/>
          </p:cNvSpPr>
          <p:nvPr>
            <p:ph type="body" sz="quarter" idx="10" hasCustomPrompt="1"/>
          </p:nvPr>
        </p:nvSpPr>
        <p:spPr>
          <a:xfrm>
            <a:off x="5891743" y="845441"/>
            <a:ext cx="896343" cy="635000"/>
          </a:xfrm>
          <a:prstGeom prst="rect">
            <a:avLst/>
          </a:prstGeom>
          <a:noFill/>
          <a:ln w="127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32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indent="0" algn="l">
              <a:lnSpc>
                <a:spcPct val="125000"/>
              </a:lnSpc>
            </a:pPr>
            <a:r>
              <a:rPr lang="en-US" sz="3200" b="1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>01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11" hasCustomPrompt="1"/>
          </p:nvPr>
        </p:nvSpPr>
        <p:spPr>
          <a:xfrm>
            <a:off x="5891743" y="2328926"/>
            <a:ext cx="896343" cy="635000"/>
          </a:xfrm>
          <a:prstGeom prst="rect">
            <a:avLst/>
          </a:prstGeom>
          <a:noFill/>
          <a:ln w="127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32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indent="0" algn="l">
              <a:lnSpc>
                <a:spcPct val="125000"/>
              </a:lnSpc>
            </a:pPr>
            <a:r>
              <a:rPr lang="en-US" sz="3200" b="1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>02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12" hasCustomPrompt="1"/>
          </p:nvPr>
        </p:nvSpPr>
        <p:spPr>
          <a:xfrm>
            <a:off x="5891743" y="3764257"/>
            <a:ext cx="896343" cy="635000"/>
          </a:xfrm>
          <a:prstGeom prst="rect">
            <a:avLst/>
          </a:prstGeom>
          <a:noFill/>
          <a:ln w="127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32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indent="0" algn="l">
              <a:lnSpc>
                <a:spcPct val="125000"/>
              </a:lnSpc>
            </a:pPr>
            <a:r>
              <a:rPr lang="en-US" sz="3200" b="1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>03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13" hasCustomPrompt="1"/>
          </p:nvPr>
        </p:nvSpPr>
        <p:spPr>
          <a:xfrm>
            <a:off x="5891743" y="5220906"/>
            <a:ext cx="896343" cy="635000"/>
          </a:xfrm>
          <a:prstGeom prst="rect">
            <a:avLst/>
          </a:prstGeom>
          <a:noFill/>
          <a:ln w="127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32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indent="0" algn="l">
              <a:lnSpc>
                <a:spcPct val="125000"/>
              </a:lnSpc>
            </a:pPr>
            <a:r>
              <a:rPr lang="en-US" sz="3200" b="1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>04</a:t>
            </a:r>
          </a:p>
        </p:txBody>
      </p:sp>
      <p:sp>
        <p:nvSpPr>
          <p:cNvPr id="7" name="AutoShape 7"/>
          <p:cNvSpPr>
            <a:spLocks noGrp="1"/>
          </p:cNvSpPr>
          <p:nvPr>
            <p:ph type="body" sz="quarter" idx="14"/>
          </p:nvPr>
        </p:nvSpPr>
        <p:spPr>
          <a:xfrm>
            <a:off x="6788086" y="1240031"/>
            <a:ext cx="4648200" cy="279400"/>
          </a:xfrm>
          <a:prstGeom prst="rect">
            <a:avLst/>
          </a:prstGeom>
          <a:noFill/>
          <a:ln w="127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1400" b="0" i="0" u="none" strike="noStrike" spc="0">
                <a:solidFill>
                  <a:srgbClr val="9B9EA2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8" name="AutoShape 8"/>
          <p:cNvSpPr>
            <a:spLocks noGrp="1"/>
          </p:cNvSpPr>
          <p:nvPr>
            <p:ph type="body" sz="quarter" idx="15"/>
          </p:nvPr>
        </p:nvSpPr>
        <p:spPr>
          <a:xfrm>
            <a:off x="6788086" y="2704466"/>
            <a:ext cx="4648200" cy="279400"/>
          </a:xfrm>
          <a:prstGeom prst="rect">
            <a:avLst/>
          </a:prstGeom>
          <a:noFill/>
          <a:ln w="127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1400" b="0" i="0" u="none" strike="noStrike" spc="0">
                <a:solidFill>
                  <a:srgbClr val="9B9EA2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9" name="AutoShape 9"/>
          <p:cNvSpPr>
            <a:spLocks noGrp="1"/>
          </p:cNvSpPr>
          <p:nvPr>
            <p:ph type="body" sz="quarter" idx="16"/>
          </p:nvPr>
        </p:nvSpPr>
        <p:spPr>
          <a:xfrm>
            <a:off x="6788086" y="4139797"/>
            <a:ext cx="4648200" cy="279400"/>
          </a:xfrm>
          <a:prstGeom prst="rect">
            <a:avLst/>
          </a:prstGeom>
          <a:noFill/>
          <a:ln w="127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1400" b="0" i="0" u="none" strike="noStrike" spc="0">
                <a:solidFill>
                  <a:srgbClr val="9B9EA2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10" name="AutoShape 10"/>
          <p:cNvSpPr>
            <a:spLocks noGrp="1"/>
          </p:cNvSpPr>
          <p:nvPr>
            <p:ph type="body" sz="quarter" idx="17"/>
          </p:nvPr>
        </p:nvSpPr>
        <p:spPr>
          <a:xfrm>
            <a:off x="6788086" y="5575129"/>
            <a:ext cx="4648200" cy="279400"/>
          </a:xfrm>
          <a:prstGeom prst="rect">
            <a:avLst/>
          </a:prstGeom>
          <a:noFill/>
          <a:ln w="127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1400" b="0" i="0" u="none" strike="noStrike" spc="0">
                <a:solidFill>
                  <a:srgbClr val="9B9EA2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11" name="AutoShape 11"/>
          <p:cNvSpPr>
            <a:spLocks noGrp="1"/>
          </p:cNvSpPr>
          <p:nvPr>
            <p:ph type="body" sz="quarter" idx="18"/>
          </p:nvPr>
        </p:nvSpPr>
        <p:spPr>
          <a:xfrm>
            <a:off x="6788086" y="5150165"/>
            <a:ext cx="4648200" cy="317500"/>
          </a:xfrm>
          <a:prstGeom prst="rect">
            <a:avLst/>
          </a:prstGeom>
          <a:noFill/>
          <a:ln w="127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12" name="AutoShape 12"/>
          <p:cNvSpPr>
            <a:spLocks noGrp="1"/>
          </p:cNvSpPr>
          <p:nvPr>
            <p:ph type="body" sz="quarter" idx="19"/>
          </p:nvPr>
        </p:nvSpPr>
        <p:spPr>
          <a:xfrm>
            <a:off x="6788086" y="796018"/>
            <a:ext cx="4648200" cy="317500"/>
          </a:xfrm>
          <a:prstGeom prst="rect">
            <a:avLst/>
          </a:prstGeom>
          <a:noFill/>
          <a:ln w="127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13" name="AutoShape 13"/>
          <p:cNvSpPr>
            <a:spLocks noGrp="1"/>
          </p:cNvSpPr>
          <p:nvPr>
            <p:ph type="body" sz="quarter" idx="20"/>
          </p:nvPr>
        </p:nvSpPr>
        <p:spPr>
          <a:xfrm>
            <a:off x="6788086" y="2279503"/>
            <a:ext cx="4648200" cy="317500"/>
          </a:xfrm>
          <a:prstGeom prst="rect">
            <a:avLst/>
          </a:prstGeom>
          <a:noFill/>
          <a:ln w="127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14" name="AutoShape 14"/>
          <p:cNvSpPr>
            <a:spLocks noGrp="1"/>
          </p:cNvSpPr>
          <p:nvPr>
            <p:ph type="body" sz="quarter" idx="21"/>
          </p:nvPr>
        </p:nvSpPr>
        <p:spPr>
          <a:xfrm>
            <a:off x="6788086" y="3714834"/>
            <a:ext cx="4648200" cy="317500"/>
          </a:xfrm>
          <a:prstGeom prst="rect">
            <a:avLst/>
          </a:prstGeom>
          <a:noFill/>
          <a:ln w="127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2"/>
          <p:cNvCxnSpPr/>
          <p:nvPr/>
        </p:nvCxnSpPr>
        <p:spPr>
          <a:xfrm rot="5399999" flipV="1">
            <a:off x="5672879" y="5482375"/>
            <a:ext cx="8636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>
            <a:solidFill>
              <a:srgbClr val="DEE0E3">
                <a:alpha val="100000"/>
              </a:srgbClr>
            </a:solidFill>
            <a:prstDash val="solid"/>
            <a:headEnd type="none" w="med" len="med"/>
            <a:tailEnd type="none" w="med" len="med"/>
          </a:ln>
        </p:spPr>
      </p:cxnSp>
      <p:sp>
        <p:nvSpPr>
          <p:cNvPr id="3" name="AutoShape 3"/>
          <p:cNvSpPr>
            <a:spLocks noGrp="1"/>
          </p:cNvSpPr>
          <p:nvPr>
            <p:ph type="body" sz="quarter" idx="22"/>
          </p:nvPr>
        </p:nvSpPr>
        <p:spPr>
          <a:xfrm>
            <a:off x="6316558" y="4904525"/>
            <a:ext cx="5125239" cy="3175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4" name="AutoShape 4"/>
          <p:cNvSpPr>
            <a:spLocks noGrp="1"/>
          </p:cNvSpPr>
          <p:nvPr>
            <p:ph type="body" sz="quarter" idx="23"/>
          </p:nvPr>
        </p:nvSpPr>
        <p:spPr>
          <a:xfrm>
            <a:off x="635000" y="4853725"/>
            <a:ext cx="5257800" cy="6350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32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5" name="AutoShape 5"/>
          <p:cNvSpPr>
            <a:spLocks noGrp="1"/>
          </p:cNvSpPr>
          <p:nvPr>
            <p:ph type="pic" sz="quarter" idx="24"/>
          </p:nvPr>
        </p:nvSpPr>
        <p:spPr>
          <a:xfrm>
            <a:off x="762000" y="762000"/>
            <a:ext cx="10668000" cy="3708400"/>
          </a:xfrm>
          <a:prstGeom prst="roundRect">
            <a:avLst>
              <a:gd name="adj" fmla="val 3424"/>
            </a:avLst>
          </a:prstGeom>
          <a:solidFill>
            <a:srgbClr val="DEE0E3">
              <a:alpha val="100000"/>
            </a:srgbClr>
          </a:solidFill>
          <a:ln>
            <a:noFill/>
            <a:prstDash val="solid"/>
          </a:ln>
          <a:effectLst/>
        </p:spPr>
        <p:txBody>
          <a:bodyPr lIns="63500" tIns="63500" rIns="63500" bIns="63500" anchor="ctr">
            <a:noAutofit/>
          </a:bodyPr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25"/>
          </p:nvPr>
        </p:nvSpPr>
        <p:spPr>
          <a:xfrm>
            <a:off x="635000" y="5588000"/>
            <a:ext cx="5257800" cy="3175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3" name="AutoShape 3"/>
          <p:cNvSpPr>
            <a:spLocks noGrp="1"/>
          </p:cNvSpPr>
          <p:nvPr>
            <p:ph type="body" sz="quarter" idx="26"/>
          </p:nvPr>
        </p:nvSpPr>
        <p:spPr>
          <a:xfrm>
            <a:off x="6172200" y="5588000"/>
            <a:ext cx="5257800" cy="3175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4" name="AutoShape 4"/>
          <p:cNvSpPr>
            <a:spLocks noGrp="1"/>
          </p:cNvSpPr>
          <p:nvPr>
            <p:ph type="body" sz="quarter" idx="27"/>
          </p:nvPr>
        </p:nvSpPr>
        <p:spPr>
          <a:xfrm>
            <a:off x="635000" y="749300"/>
            <a:ext cx="10919218" cy="6350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32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5" name="AutoShape 5"/>
          <p:cNvSpPr>
            <a:spLocks noGrp="1"/>
          </p:cNvSpPr>
          <p:nvPr>
            <p:ph type="pic" sz="quarter" idx="28"/>
          </p:nvPr>
        </p:nvSpPr>
        <p:spPr>
          <a:xfrm>
            <a:off x="762000" y="1886287"/>
            <a:ext cx="5130800" cy="3662849"/>
          </a:xfrm>
          <a:prstGeom prst="roundRect">
            <a:avLst>
              <a:gd name="adj" fmla="val 2773"/>
            </a:avLst>
          </a:prstGeom>
          <a:solidFill>
            <a:srgbClr val="DEE0E3">
              <a:alpha val="100000"/>
            </a:srgbClr>
          </a:solidFill>
          <a:ln>
            <a:noFill/>
            <a:prstDash val="solid"/>
          </a:ln>
          <a:effectLst/>
        </p:spPr>
        <p:txBody>
          <a:bodyPr lIns="63500" tIns="63500" rIns="63500" bIns="63500" anchor="ctr">
            <a:noAutofit/>
          </a:bodyPr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6" name="AutoShape 6"/>
          <p:cNvSpPr>
            <a:spLocks noGrp="1"/>
          </p:cNvSpPr>
          <p:nvPr>
            <p:ph type="pic" sz="quarter" idx="29"/>
          </p:nvPr>
        </p:nvSpPr>
        <p:spPr>
          <a:xfrm>
            <a:off x="6299200" y="1886287"/>
            <a:ext cx="5130800" cy="3662849"/>
          </a:xfrm>
          <a:prstGeom prst="roundRect">
            <a:avLst>
              <a:gd name="adj" fmla="val 2773"/>
            </a:avLst>
          </a:prstGeom>
          <a:solidFill>
            <a:srgbClr val="DEE0E3">
              <a:alpha val="100000"/>
            </a:srgbClr>
          </a:solidFill>
          <a:ln>
            <a:noFill/>
            <a:prstDash val="solid"/>
          </a:ln>
          <a:effectLst/>
        </p:spPr>
        <p:txBody>
          <a:bodyPr lIns="63500" tIns="63500" rIns="63500" bIns="63500" anchor="ctr">
            <a:noAutofit/>
          </a:bodyPr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30"/>
          </p:nvPr>
        </p:nvSpPr>
        <p:spPr>
          <a:xfrm>
            <a:off x="635000" y="2781300"/>
            <a:ext cx="3835400" cy="12446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32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3" name="AutoShape 3"/>
          <p:cNvSpPr>
            <a:spLocks noGrp="1"/>
          </p:cNvSpPr>
          <p:nvPr>
            <p:ph type="body" sz="quarter" idx="31"/>
          </p:nvPr>
        </p:nvSpPr>
        <p:spPr>
          <a:xfrm>
            <a:off x="9336835" y="5427090"/>
            <a:ext cx="2108929" cy="6223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4" name="AutoShape 4"/>
          <p:cNvSpPr>
            <a:spLocks noGrp="1"/>
          </p:cNvSpPr>
          <p:nvPr>
            <p:ph type="body" sz="quarter" idx="32"/>
          </p:nvPr>
        </p:nvSpPr>
        <p:spPr>
          <a:xfrm>
            <a:off x="7012027" y="5427090"/>
            <a:ext cx="2108929" cy="6223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5" name="AutoShape 5"/>
          <p:cNvSpPr>
            <a:spLocks noGrp="1"/>
          </p:cNvSpPr>
          <p:nvPr>
            <p:ph type="body" sz="quarter" idx="33"/>
          </p:nvPr>
        </p:nvSpPr>
        <p:spPr>
          <a:xfrm>
            <a:off x="4674519" y="5427090"/>
            <a:ext cx="2108929" cy="6223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6" name="AutoShape 6"/>
          <p:cNvSpPr>
            <a:spLocks noGrp="1"/>
          </p:cNvSpPr>
          <p:nvPr>
            <p:ph type="pic" sz="quarter" idx="34"/>
          </p:nvPr>
        </p:nvSpPr>
        <p:spPr>
          <a:xfrm>
            <a:off x="4826000" y="730847"/>
            <a:ext cx="1955800" cy="4699000"/>
          </a:xfrm>
          <a:prstGeom prst="roundRect">
            <a:avLst>
              <a:gd name="adj" fmla="val 3896"/>
            </a:avLst>
          </a:prstGeom>
          <a:solidFill>
            <a:srgbClr val="DEE0E3">
              <a:alpha val="100000"/>
            </a:srgbClr>
          </a:solidFill>
          <a:ln>
            <a:noFill/>
            <a:prstDash val="solid"/>
          </a:ln>
          <a:effectLst/>
        </p:spPr>
        <p:txBody>
          <a:bodyPr lIns="63500" tIns="63500" rIns="63500" bIns="63500" anchor="ctr">
            <a:noAutofit/>
          </a:bodyPr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7" name="AutoShape 7"/>
          <p:cNvSpPr>
            <a:spLocks noGrp="1"/>
          </p:cNvSpPr>
          <p:nvPr>
            <p:ph type="pic" sz="quarter" idx="35"/>
          </p:nvPr>
        </p:nvSpPr>
        <p:spPr>
          <a:xfrm>
            <a:off x="7162800" y="730847"/>
            <a:ext cx="1955800" cy="4699000"/>
          </a:xfrm>
          <a:prstGeom prst="roundRect">
            <a:avLst>
              <a:gd name="adj" fmla="val 3896"/>
            </a:avLst>
          </a:prstGeom>
          <a:solidFill>
            <a:srgbClr val="DEE0E3">
              <a:alpha val="100000"/>
            </a:srgbClr>
          </a:solidFill>
          <a:ln>
            <a:noFill/>
            <a:prstDash val="solid"/>
          </a:ln>
          <a:effectLst/>
        </p:spPr>
        <p:txBody>
          <a:bodyPr lIns="63500" tIns="63500" rIns="63500" bIns="63500" anchor="ctr">
            <a:noAutofit/>
          </a:bodyPr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8" name="AutoShape 8"/>
          <p:cNvSpPr>
            <a:spLocks noGrp="1"/>
          </p:cNvSpPr>
          <p:nvPr>
            <p:ph type="pic" sz="quarter" idx="36"/>
          </p:nvPr>
        </p:nvSpPr>
        <p:spPr>
          <a:xfrm>
            <a:off x="9486900" y="730847"/>
            <a:ext cx="1955800" cy="4699000"/>
          </a:xfrm>
          <a:prstGeom prst="roundRect">
            <a:avLst>
              <a:gd name="adj" fmla="val 3896"/>
            </a:avLst>
          </a:prstGeom>
          <a:solidFill>
            <a:srgbClr val="DEE0E3">
              <a:alpha val="100000"/>
            </a:srgbClr>
          </a:solidFill>
          <a:ln>
            <a:noFill/>
            <a:prstDash val="solid"/>
          </a:ln>
          <a:effectLst/>
        </p:spPr>
        <p:txBody>
          <a:bodyPr lIns="63500" tIns="63500" rIns="63500" bIns="63500" anchor="ctr">
            <a:noAutofit/>
          </a:bodyPr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37"/>
          </p:nvPr>
        </p:nvSpPr>
        <p:spPr>
          <a:xfrm>
            <a:off x="638697" y="749300"/>
            <a:ext cx="10922000" cy="6350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32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3" name="AutoShape 3"/>
          <p:cNvSpPr>
            <a:spLocks noGrp="1"/>
          </p:cNvSpPr>
          <p:nvPr>
            <p:ph type="pic" sz="quarter" idx="38"/>
          </p:nvPr>
        </p:nvSpPr>
        <p:spPr>
          <a:xfrm>
            <a:off x="762000" y="2140287"/>
            <a:ext cx="1524000" cy="1524000"/>
          </a:xfrm>
          <a:prstGeom prst="roundRect">
            <a:avLst>
              <a:gd name="adj" fmla="val 5000"/>
            </a:avLst>
          </a:prstGeom>
          <a:solidFill>
            <a:srgbClr val="DEE0E3">
              <a:alpha val="100000"/>
            </a:srgbClr>
          </a:solidFill>
          <a:ln>
            <a:noFill/>
            <a:prstDash val="solid"/>
          </a:ln>
          <a:effectLst/>
        </p:spPr>
        <p:txBody>
          <a:bodyPr lIns="63500" tIns="63500" rIns="63500" bIns="63500" anchor="ctr">
            <a:noAutofit/>
          </a:bodyPr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4" name="AutoShape 4"/>
          <p:cNvSpPr>
            <a:spLocks noGrp="1"/>
          </p:cNvSpPr>
          <p:nvPr>
            <p:ph type="pic" sz="quarter" idx="39"/>
          </p:nvPr>
        </p:nvSpPr>
        <p:spPr>
          <a:xfrm>
            <a:off x="6248400" y="2140287"/>
            <a:ext cx="1524000" cy="1524000"/>
          </a:xfrm>
          <a:prstGeom prst="roundRect">
            <a:avLst>
              <a:gd name="adj" fmla="val 5000"/>
            </a:avLst>
          </a:prstGeom>
          <a:solidFill>
            <a:srgbClr val="DEE0E3">
              <a:alpha val="100000"/>
            </a:srgbClr>
          </a:solidFill>
          <a:ln>
            <a:noFill/>
            <a:prstDash val="solid"/>
          </a:ln>
          <a:effectLst/>
        </p:spPr>
        <p:txBody>
          <a:bodyPr lIns="63500" tIns="63500" rIns="63500" bIns="63500" anchor="ctr">
            <a:noAutofit/>
          </a:bodyPr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5" name="AutoShape 5"/>
          <p:cNvSpPr>
            <a:spLocks noGrp="1"/>
          </p:cNvSpPr>
          <p:nvPr>
            <p:ph type="pic" sz="quarter" idx="40"/>
          </p:nvPr>
        </p:nvSpPr>
        <p:spPr>
          <a:xfrm>
            <a:off x="762000" y="4228533"/>
            <a:ext cx="1524000" cy="1524000"/>
          </a:xfrm>
          <a:prstGeom prst="roundRect">
            <a:avLst>
              <a:gd name="adj" fmla="val 5000"/>
            </a:avLst>
          </a:prstGeom>
          <a:solidFill>
            <a:srgbClr val="DEE0E3">
              <a:alpha val="100000"/>
            </a:srgbClr>
          </a:solidFill>
          <a:ln>
            <a:noFill/>
            <a:prstDash val="solid"/>
          </a:ln>
          <a:effectLst/>
        </p:spPr>
        <p:txBody>
          <a:bodyPr lIns="63500" tIns="63500" rIns="63500" bIns="63500" anchor="ctr">
            <a:noAutofit/>
          </a:bodyPr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6" name="AutoShape 6"/>
          <p:cNvSpPr>
            <a:spLocks noGrp="1"/>
          </p:cNvSpPr>
          <p:nvPr>
            <p:ph type="pic" sz="quarter" idx="41"/>
          </p:nvPr>
        </p:nvSpPr>
        <p:spPr>
          <a:xfrm>
            <a:off x="6248400" y="4228533"/>
            <a:ext cx="1524000" cy="1524000"/>
          </a:xfrm>
          <a:prstGeom prst="roundRect">
            <a:avLst>
              <a:gd name="adj" fmla="val 5000"/>
            </a:avLst>
          </a:prstGeom>
          <a:solidFill>
            <a:srgbClr val="DEE0E3">
              <a:alpha val="100000"/>
            </a:srgbClr>
          </a:solidFill>
          <a:ln>
            <a:noFill/>
            <a:prstDash val="solid"/>
          </a:ln>
          <a:effectLst/>
        </p:spPr>
        <p:txBody>
          <a:bodyPr lIns="63500" tIns="63500" rIns="63500" bIns="63500" anchor="ctr">
            <a:noAutofit/>
          </a:bodyPr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7" name="AutoShape 7"/>
          <p:cNvSpPr>
            <a:spLocks noGrp="1"/>
          </p:cNvSpPr>
          <p:nvPr>
            <p:ph type="body" sz="quarter" idx="42"/>
          </p:nvPr>
        </p:nvSpPr>
        <p:spPr>
          <a:xfrm>
            <a:off x="2331321" y="2750532"/>
            <a:ext cx="3606800" cy="279400"/>
          </a:xfrm>
          <a:prstGeom prst="rect">
            <a:avLst/>
          </a:prstGeom>
          <a:noFill/>
          <a:ln w="127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1400" b="0" i="0" u="none" strike="noStrike" spc="0">
                <a:solidFill>
                  <a:srgbClr val="9B9EA2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8" name="AutoShape 8"/>
          <p:cNvSpPr>
            <a:spLocks noGrp="1"/>
          </p:cNvSpPr>
          <p:nvPr>
            <p:ph type="body" sz="quarter" idx="43"/>
          </p:nvPr>
        </p:nvSpPr>
        <p:spPr>
          <a:xfrm>
            <a:off x="7823200" y="2781138"/>
            <a:ext cx="3606800" cy="279400"/>
          </a:xfrm>
          <a:prstGeom prst="rect">
            <a:avLst/>
          </a:prstGeom>
          <a:noFill/>
          <a:ln w="127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1400" b="0" i="0" u="none" strike="noStrike" spc="0">
                <a:solidFill>
                  <a:srgbClr val="9B9EA2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9" name="AutoShape 9"/>
          <p:cNvSpPr>
            <a:spLocks noGrp="1"/>
          </p:cNvSpPr>
          <p:nvPr>
            <p:ph type="body" sz="quarter" idx="44"/>
          </p:nvPr>
        </p:nvSpPr>
        <p:spPr>
          <a:xfrm>
            <a:off x="2331321" y="4844240"/>
            <a:ext cx="3606800" cy="279400"/>
          </a:xfrm>
          <a:prstGeom prst="rect">
            <a:avLst/>
          </a:prstGeom>
          <a:noFill/>
          <a:ln w="127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1400" b="0" i="0" u="none" strike="noStrike" spc="0">
                <a:solidFill>
                  <a:srgbClr val="9B9EA2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10" name="AutoShape 10"/>
          <p:cNvSpPr>
            <a:spLocks noGrp="1"/>
          </p:cNvSpPr>
          <p:nvPr>
            <p:ph type="body" sz="quarter" idx="45"/>
          </p:nvPr>
        </p:nvSpPr>
        <p:spPr>
          <a:xfrm>
            <a:off x="7823200" y="4844240"/>
            <a:ext cx="3606800" cy="279400"/>
          </a:xfrm>
          <a:prstGeom prst="rect">
            <a:avLst/>
          </a:prstGeom>
          <a:noFill/>
          <a:ln w="127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1400" b="0" i="0" u="none" strike="noStrike" spc="0">
                <a:solidFill>
                  <a:srgbClr val="9B9EA2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11" name="AutoShape 11"/>
          <p:cNvSpPr>
            <a:spLocks noGrp="1"/>
          </p:cNvSpPr>
          <p:nvPr>
            <p:ph type="body" sz="quarter" idx="46"/>
          </p:nvPr>
        </p:nvSpPr>
        <p:spPr>
          <a:xfrm>
            <a:off x="2331321" y="2330787"/>
            <a:ext cx="3606800" cy="317500"/>
          </a:xfrm>
          <a:prstGeom prst="rect">
            <a:avLst/>
          </a:prstGeom>
          <a:noFill/>
          <a:ln w="127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16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12" name="AutoShape 12"/>
          <p:cNvSpPr>
            <a:spLocks noGrp="1"/>
          </p:cNvSpPr>
          <p:nvPr>
            <p:ph type="body" sz="quarter" idx="47"/>
          </p:nvPr>
        </p:nvSpPr>
        <p:spPr>
          <a:xfrm>
            <a:off x="7823200" y="2330787"/>
            <a:ext cx="3606800" cy="317500"/>
          </a:xfrm>
          <a:prstGeom prst="rect">
            <a:avLst/>
          </a:prstGeom>
          <a:noFill/>
          <a:ln w="127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16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13" name="AutoShape 13"/>
          <p:cNvSpPr>
            <a:spLocks noGrp="1"/>
          </p:cNvSpPr>
          <p:nvPr>
            <p:ph type="body" sz="quarter" idx="48"/>
          </p:nvPr>
        </p:nvSpPr>
        <p:spPr>
          <a:xfrm>
            <a:off x="2331321" y="4457376"/>
            <a:ext cx="3606800" cy="317500"/>
          </a:xfrm>
          <a:prstGeom prst="rect">
            <a:avLst/>
          </a:prstGeom>
          <a:noFill/>
          <a:ln w="127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16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14" name="AutoShape 14"/>
          <p:cNvSpPr>
            <a:spLocks noGrp="1"/>
          </p:cNvSpPr>
          <p:nvPr>
            <p:ph type="body" sz="quarter" idx="49"/>
          </p:nvPr>
        </p:nvSpPr>
        <p:spPr>
          <a:xfrm>
            <a:off x="7823200" y="4457376"/>
            <a:ext cx="3606800" cy="317500"/>
          </a:xfrm>
          <a:prstGeom prst="rect">
            <a:avLst/>
          </a:prstGeom>
          <a:noFill/>
          <a:ln w="127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16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50"/>
          </p:nvPr>
        </p:nvSpPr>
        <p:spPr>
          <a:xfrm>
            <a:off x="1161058" y="748860"/>
            <a:ext cx="9867900" cy="6350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ctr">
              <a:lnSpc>
                <a:spcPct val="125000"/>
              </a:lnSpc>
              <a:defRPr sz="32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3" name="AutoShape 3"/>
          <p:cNvSpPr>
            <a:spLocks noGrp="1"/>
          </p:cNvSpPr>
          <p:nvPr>
            <p:ph type="pic" sz="quarter" idx="51"/>
          </p:nvPr>
        </p:nvSpPr>
        <p:spPr>
          <a:xfrm>
            <a:off x="1447800" y="1988850"/>
            <a:ext cx="1270000" cy="1270000"/>
          </a:xfrm>
          <a:prstGeom prst="roundRect">
            <a:avLst>
              <a:gd name="adj" fmla="val 50000"/>
            </a:avLst>
          </a:prstGeom>
          <a:solidFill>
            <a:srgbClr val="DEE0E3">
              <a:alpha val="100000"/>
            </a:srgbClr>
          </a:solidFill>
          <a:ln>
            <a:noFill/>
            <a:prstDash val="solid"/>
          </a:ln>
          <a:effectLst/>
        </p:spPr>
        <p:txBody>
          <a:bodyPr lIns="63500" tIns="63500" rIns="63500" bIns="63500" anchor="ctr">
            <a:noAutofit/>
          </a:bodyPr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4" name="AutoShape 4"/>
          <p:cNvSpPr>
            <a:spLocks noGrp="1"/>
          </p:cNvSpPr>
          <p:nvPr>
            <p:ph type="pic" sz="quarter" idx="52"/>
          </p:nvPr>
        </p:nvSpPr>
        <p:spPr>
          <a:xfrm>
            <a:off x="5461000" y="1988850"/>
            <a:ext cx="1270000" cy="1270000"/>
          </a:xfrm>
          <a:prstGeom prst="roundRect">
            <a:avLst>
              <a:gd name="adj" fmla="val 50000"/>
            </a:avLst>
          </a:prstGeom>
          <a:solidFill>
            <a:srgbClr val="DEE0E3">
              <a:alpha val="100000"/>
            </a:srgbClr>
          </a:solidFill>
          <a:ln>
            <a:noFill/>
            <a:prstDash val="solid"/>
          </a:ln>
          <a:effectLst/>
        </p:spPr>
        <p:txBody>
          <a:bodyPr lIns="63500" tIns="63500" rIns="63500" bIns="63500" anchor="ctr">
            <a:noAutofit/>
          </a:bodyPr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5" name="AutoShape 5"/>
          <p:cNvSpPr>
            <a:spLocks noGrp="1"/>
          </p:cNvSpPr>
          <p:nvPr>
            <p:ph type="pic" sz="quarter" idx="53"/>
          </p:nvPr>
        </p:nvSpPr>
        <p:spPr>
          <a:xfrm>
            <a:off x="9474200" y="1988850"/>
            <a:ext cx="1270000" cy="1270000"/>
          </a:xfrm>
          <a:prstGeom prst="roundRect">
            <a:avLst>
              <a:gd name="adj" fmla="val 50000"/>
            </a:avLst>
          </a:prstGeom>
          <a:solidFill>
            <a:srgbClr val="DEE0E3">
              <a:alpha val="100000"/>
            </a:srgbClr>
          </a:solidFill>
          <a:ln>
            <a:noFill/>
            <a:prstDash val="solid"/>
          </a:ln>
          <a:effectLst/>
        </p:spPr>
        <p:txBody>
          <a:bodyPr lIns="63500" tIns="63500" rIns="63500" bIns="63500" anchor="ctr">
            <a:noAutofit/>
          </a:bodyPr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6" name="AutoShape 6"/>
          <p:cNvSpPr>
            <a:spLocks noGrp="1"/>
          </p:cNvSpPr>
          <p:nvPr>
            <p:ph type="pic" sz="quarter" idx="54"/>
          </p:nvPr>
        </p:nvSpPr>
        <p:spPr>
          <a:xfrm>
            <a:off x="1447800" y="4227271"/>
            <a:ext cx="1270000" cy="1270000"/>
          </a:xfrm>
          <a:prstGeom prst="roundRect">
            <a:avLst>
              <a:gd name="adj" fmla="val 50000"/>
            </a:avLst>
          </a:prstGeom>
          <a:solidFill>
            <a:srgbClr val="DEE0E3">
              <a:alpha val="100000"/>
            </a:srgbClr>
          </a:solidFill>
          <a:ln>
            <a:noFill/>
            <a:prstDash val="solid"/>
          </a:ln>
          <a:effectLst/>
        </p:spPr>
        <p:txBody>
          <a:bodyPr lIns="63500" tIns="63500" rIns="63500" bIns="63500" anchor="ctr">
            <a:noAutofit/>
          </a:bodyPr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7" name="AutoShape 7"/>
          <p:cNvSpPr>
            <a:spLocks noGrp="1"/>
          </p:cNvSpPr>
          <p:nvPr>
            <p:ph type="pic" sz="quarter" idx="55"/>
          </p:nvPr>
        </p:nvSpPr>
        <p:spPr>
          <a:xfrm>
            <a:off x="9474200" y="4227271"/>
            <a:ext cx="1270000" cy="1270000"/>
          </a:xfrm>
          <a:prstGeom prst="roundRect">
            <a:avLst>
              <a:gd name="adj" fmla="val 50000"/>
            </a:avLst>
          </a:prstGeom>
          <a:solidFill>
            <a:srgbClr val="DEE0E3">
              <a:alpha val="100000"/>
            </a:srgbClr>
          </a:solidFill>
          <a:ln>
            <a:noFill/>
            <a:prstDash val="solid"/>
          </a:ln>
          <a:effectLst/>
        </p:spPr>
        <p:txBody>
          <a:bodyPr lIns="63500" tIns="63500" rIns="63500" bIns="63500" anchor="ctr">
            <a:noAutofit/>
          </a:bodyPr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8" name="AutoShape 8"/>
          <p:cNvSpPr>
            <a:spLocks noGrp="1"/>
          </p:cNvSpPr>
          <p:nvPr>
            <p:ph type="pic" sz="quarter" idx="56"/>
          </p:nvPr>
        </p:nvSpPr>
        <p:spPr>
          <a:xfrm>
            <a:off x="5461000" y="4227271"/>
            <a:ext cx="1270000" cy="1270000"/>
          </a:xfrm>
          <a:prstGeom prst="roundRect">
            <a:avLst>
              <a:gd name="adj" fmla="val 50000"/>
            </a:avLst>
          </a:prstGeom>
          <a:solidFill>
            <a:srgbClr val="DEE0E3">
              <a:alpha val="100000"/>
            </a:srgbClr>
          </a:solidFill>
          <a:ln>
            <a:noFill/>
            <a:prstDash val="solid"/>
          </a:ln>
          <a:effectLst/>
        </p:spPr>
        <p:txBody>
          <a:bodyPr lIns="63500" tIns="63500" rIns="63500" bIns="63500" anchor="ctr">
            <a:noAutofit/>
          </a:bodyPr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9" name="AutoShape 9"/>
          <p:cNvSpPr>
            <a:spLocks noGrp="1"/>
          </p:cNvSpPr>
          <p:nvPr>
            <p:ph type="body" sz="quarter" idx="57"/>
          </p:nvPr>
        </p:nvSpPr>
        <p:spPr>
          <a:xfrm>
            <a:off x="762000" y="3246150"/>
            <a:ext cx="2641600" cy="2794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ctr">
              <a:lnSpc>
                <a:spcPct val="125000"/>
              </a:lnSpc>
              <a:defRPr sz="1400" b="0" i="0" u="none" strike="noStrike" spc="0">
                <a:solidFill>
                  <a:srgbClr val="9B9EA2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10" name="AutoShape 10"/>
          <p:cNvSpPr>
            <a:spLocks noGrp="1"/>
          </p:cNvSpPr>
          <p:nvPr>
            <p:ph type="body" sz="quarter" idx="58"/>
          </p:nvPr>
        </p:nvSpPr>
        <p:spPr>
          <a:xfrm>
            <a:off x="4775200" y="3246150"/>
            <a:ext cx="2641600" cy="2794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ctr">
              <a:lnSpc>
                <a:spcPct val="125000"/>
              </a:lnSpc>
              <a:defRPr sz="1400" b="0" i="0" u="none" strike="noStrike" spc="0">
                <a:solidFill>
                  <a:srgbClr val="9B9EA2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11" name="AutoShape 11"/>
          <p:cNvSpPr>
            <a:spLocks noGrp="1"/>
          </p:cNvSpPr>
          <p:nvPr>
            <p:ph type="body" sz="quarter" idx="59"/>
          </p:nvPr>
        </p:nvSpPr>
        <p:spPr>
          <a:xfrm>
            <a:off x="8788400" y="3246150"/>
            <a:ext cx="2641600" cy="2794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ctr">
              <a:lnSpc>
                <a:spcPct val="125000"/>
              </a:lnSpc>
              <a:defRPr sz="1400" b="0" i="0" u="none" strike="noStrike" spc="0">
                <a:solidFill>
                  <a:srgbClr val="9B9EA2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12" name="AutoShape 12"/>
          <p:cNvSpPr>
            <a:spLocks noGrp="1"/>
          </p:cNvSpPr>
          <p:nvPr>
            <p:ph type="body" sz="quarter" idx="60"/>
          </p:nvPr>
        </p:nvSpPr>
        <p:spPr>
          <a:xfrm>
            <a:off x="762000" y="5484571"/>
            <a:ext cx="2641600" cy="2794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ctr">
              <a:lnSpc>
                <a:spcPct val="125000"/>
              </a:lnSpc>
              <a:defRPr sz="1400" b="0" i="0" u="none" strike="noStrike" spc="0">
                <a:solidFill>
                  <a:srgbClr val="9B9EA2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13" name="AutoShape 13"/>
          <p:cNvSpPr>
            <a:spLocks noGrp="1"/>
          </p:cNvSpPr>
          <p:nvPr>
            <p:ph type="body" sz="quarter" idx="61"/>
          </p:nvPr>
        </p:nvSpPr>
        <p:spPr>
          <a:xfrm>
            <a:off x="4775200" y="5484571"/>
            <a:ext cx="2641600" cy="2794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ctr">
              <a:lnSpc>
                <a:spcPct val="125000"/>
              </a:lnSpc>
              <a:defRPr sz="1400" b="0" i="0" u="none" strike="noStrike" spc="0">
                <a:solidFill>
                  <a:srgbClr val="9B9EA2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14" name="AutoShape 14"/>
          <p:cNvSpPr>
            <a:spLocks noGrp="1"/>
          </p:cNvSpPr>
          <p:nvPr>
            <p:ph type="body" sz="quarter" idx="62"/>
          </p:nvPr>
        </p:nvSpPr>
        <p:spPr>
          <a:xfrm>
            <a:off x="8788400" y="5497271"/>
            <a:ext cx="2641600" cy="2794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ctr">
              <a:lnSpc>
                <a:spcPct val="125000"/>
              </a:lnSpc>
              <a:defRPr sz="1400" b="0" i="0" u="none" strike="noStrike" spc="0">
                <a:solidFill>
                  <a:srgbClr val="9B9EA2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63"/>
          </p:nvPr>
        </p:nvSpPr>
        <p:spPr>
          <a:xfrm>
            <a:off x="1168400" y="2745740"/>
            <a:ext cx="9880600" cy="10033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ctr">
              <a:lnSpc>
                <a:spcPct val="116666"/>
              </a:lnSpc>
              <a:defRPr sz="5400" b="1" i="0" u="none" strike="noStrike" spc="0">
                <a:solidFill>
                  <a:srgbClr val="000000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3" name="AutoShape 3"/>
          <p:cNvSpPr>
            <a:spLocks noGrp="1"/>
          </p:cNvSpPr>
          <p:nvPr>
            <p:ph type="body" sz="quarter" idx="64"/>
          </p:nvPr>
        </p:nvSpPr>
        <p:spPr>
          <a:xfrm>
            <a:off x="1168400" y="2080158"/>
            <a:ext cx="9880600" cy="3175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ctr">
              <a:lnSpc>
                <a:spcPct val="125000"/>
              </a:lnSpc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7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默认主题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99" r:id="rId1"/>
    <p:sldLayoutId id="2147483700" r:id="rId2"/>
    <p:sldLayoutId id="2147483701" r:id="rId3"/>
    <p:sldLayoutId id="2147483702" r:id="rId4"/>
    <p:sldLayoutId id="2147483703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explorer-dong.github.io/ds-and-algo/templates-py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.png"/><Relationship Id="rId7" Type="http://schemas.openxmlformats.org/officeDocument/2006/relationships/customXml" Target="../ink/ink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4.png"/><Relationship Id="rId5" Type="http://schemas.openxmlformats.org/officeDocument/2006/relationships/customXml" Target="../ink/ink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4.xml"/><Relationship Id="rId117" Type="http://schemas.openxmlformats.org/officeDocument/2006/relationships/image" Target="../media/image63.png"/><Relationship Id="rId21" Type="http://schemas.openxmlformats.org/officeDocument/2006/relationships/image" Target="../media/image15.png"/><Relationship Id="rId42" Type="http://schemas.openxmlformats.org/officeDocument/2006/relationships/customXml" Target="../ink/ink22.xml"/><Relationship Id="rId47" Type="http://schemas.openxmlformats.org/officeDocument/2006/relationships/image" Target="../media/image28.png"/><Relationship Id="rId63" Type="http://schemas.openxmlformats.org/officeDocument/2006/relationships/image" Target="../media/image36.png"/><Relationship Id="rId68" Type="http://schemas.openxmlformats.org/officeDocument/2006/relationships/customXml" Target="../ink/ink35.xml"/><Relationship Id="rId84" Type="http://schemas.openxmlformats.org/officeDocument/2006/relationships/customXml" Target="../ink/ink43.xml"/><Relationship Id="rId89" Type="http://schemas.openxmlformats.org/officeDocument/2006/relationships/image" Target="../media/image49.png"/><Relationship Id="rId112" Type="http://schemas.openxmlformats.org/officeDocument/2006/relationships/customXml" Target="../ink/ink57.xml"/><Relationship Id="rId16" Type="http://schemas.openxmlformats.org/officeDocument/2006/relationships/customXml" Target="../ink/ink9.xml"/><Relationship Id="rId107" Type="http://schemas.openxmlformats.org/officeDocument/2006/relationships/image" Target="../media/image58.png"/><Relationship Id="rId11" Type="http://schemas.openxmlformats.org/officeDocument/2006/relationships/image" Target="../media/image10.png"/><Relationship Id="rId32" Type="http://schemas.openxmlformats.org/officeDocument/2006/relationships/customXml" Target="../ink/ink17.xml"/><Relationship Id="rId37" Type="http://schemas.openxmlformats.org/officeDocument/2006/relationships/image" Target="../media/image23.png"/><Relationship Id="rId53" Type="http://schemas.openxmlformats.org/officeDocument/2006/relationships/image" Target="../media/image31.png"/><Relationship Id="rId58" Type="http://schemas.openxmlformats.org/officeDocument/2006/relationships/customXml" Target="../ink/ink30.xml"/><Relationship Id="rId74" Type="http://schemas.openxmlformats.org/officeDocument/2006/relationships/customXml" Target="../ink/ink38.xml"/><Relationship Id="rId79" Type="http://schemas.openxmlformats.org/officeDocument/2006/relationships/image" Target="../media/image44.png"/><Relationship Id="rId102" Type="http://schemas.openxmlformats.org/officeDocument/2006/relationships/customXml" Target="../ink/ink52.xml"/><Relationship Id="rId123" Type="http://schemas.openxmlformats.org/officeDocument/2006/relationships/image" Target="../media/image66.png"/><Relationship Id="rId5" Type="http://schemas.openxmlformats.org/officeDocument/2006/relationships/image" Target="../media/image7.png"/><Relationship Id="rId90" Type="http://schemas.openxmlformats.org/officeDocument/2006/relationships/customXml" Target="../ink/ink46.xml"/><Relationship Id="rId95" Type="http://schemas.openxmlformats.org/officeDocument/2006/relationships/image" Target="../media/image52.png"/><Relationship Id="rId22" Type="http://schemas.openxmlformats.org/officeDocument/2006/relationships/customXml" Target="../ink/ink12.xml"/><Relationship Id="rId27" Type="http://schemas.openxmlformats.org/officeDocument/2006/relationships/image" Target="../media/image18.png"/><Relationship Id="rId43" Type="http://schemas.openxmlformats.org/officeDocument/2006/relationships/image" Target="../media/image26.png"/><Relationship Id="rId48" Type="http://schemas.openxmlformats.org/officeDocument/2006/relationships/customXml" Target="../ink/ink25.xml"/><Relationship Id="rId64" Type="http://schemas.openxmlformats.org/officeDocument/2006/relationships/customXml" Target="../ink/ink33.xml"/><Relationship Id="rId69" Type="http://schemas.openxmlformats.org/officeDocument/2006/relationships/image" Target="../media/image39.png"/><Relationship Id="rId113" Type="http://schemas.openxmlformats.org/officeDocument/2006/relationships/image" Target="../media/image61.png"/><Relationship Id="rId118" Type="http://schemas.openxmlformats.org/officeDocument/2006/relationships/customXml" Target="../ink/ink60.xml"/><Relationship Id="rId80" Type="http://schemas.openxmlformats.org/officeDocument/2006/relationships/customXml" Target="../ink/ink41.xml"/><Relationship Id="rId85" Type="http://schemas.openxmlformats.org/officeDocument/2006/relationships/image" Target="../media/image47.png"/><Relationship Id="rId12" Type="http://schemas.openxmlformats.org/officeDocument/2006/relationships/customXml" Target="../ink/ink7.xml"/><Relationship Id="rId17" Type="http://schemas.openxmlformats.org/officeDocument/2006/relationships/image" Target="../media/image13.png"/><Relationship Id="rId33" Type="http://schemas.openxmlformats.org/officeDocument/2006/relationships/image" Target="../media/image21.png"/><Relationship Id="rId38" Type="http://schemas.openxmlformats.org/officeDocument/2006/relationships/customXml" Target="../ink/ink20.xml"/><Relationship Id="rId59" Type="http://schemas.openxmlformats.org/officeDocument/2006/relationships/image" Target="../media/image34.png"/><Relationship Id="rId103" Type="http://schemas.openxmlformats.org/officeDocument/2006/relationships/image" Target="../media/image56.png"/><Relationship Id="rId108" Type="http://schemas.openxmlformats.org/officeDocument/2006/relationships/customXml" Target="../ink/ink55.xml"/><Relationship Id="rId124" Type="http://schemas.openxmlformats.org/officeDocument/2006/relationships/customXml" Target="../ink/ink63.xml"/><Relationship Id="rId54" Type="http://schemas.openxmlformats.org/officeDocument/2006/relationships/customXml" Target="../ink/ink28.xml"/><Relationship Id="rId70" Type="http://schemas.openxmlformats.org/officeDocument/2006/relationships/customXml" Target="../ink/ink36.xml"/><Relationship Id="rId75" Type="http://schemas.openxmlformats.org/officeDocument/2006/relationships/image" Target="../media/image42.png"/><Relationship Id="rId91" Type="http://schemas.openxmlformats.org/officeDocument/2006/relationships/image" Target="../media/image50.png"/><Relationship Id="rId96" Type="http://schemas.openxmlformats.org/officeDocument/2006/relationships/customXml" Target="../ink/ink49.xml"/><Relationship Id="rId1" Type="http://schemas.openxmlformats.org/officeDocument/2006/relationships/slideLayout" Target="../slideLayouts/slideLayout14.xml"/><Relationship Id="rId6" Type="http://schemas.openxmlformats.org/officeDocument/2006/relationships/customXml" Target="../ink/ink4.xml"/><Relationship Id="rId23" Type="http://schemas.openxmlformats.org/officeDocument/2006/relationships/image" Target="../media/image16.png"/><Relationship Id="rId28" Type="http://schemas.openxmlformats.org/officeDocument/2006/relationships/customXml" Target="../ink/ink15.xml"/><Relationship Id="rId49" Type="http://schemas.openxmlformats.org/officeDocument/2006/relationships/image" Target="../media/image29.png"/><Relationship Id="rId114" Type="http://schemas.openxmlformats.org/officeDocument/2006/relationships/customXml" Target="../ink/ink58.xml"/><Relationship Id="rId119" Type="http://schemas.openxmlformats.org/officeDocument/2006/relationships/image" Target="../media/image64.png"/><Relationship Id="rId44" Type="http://schemas.openxmlformats.org/officeDocument/2006/relationships/customXml" Target="../ink/ink23.xml"/><Relationship Id="rId60" Type="http://schemas.openxmlformats.org/officeDocument/2006/relationships/customXml" Target="../ink/ink31.xml"/><Relationship Id="rId65" Type="http://schemas.openxmlformats.org/officeDocument/2006/relationships/image" Target="../media/image37.png"/><Relationship Id="rId81" Type="http://schemas.openxmlformats.org/officeDocument/2006/relationships/image" Target="../media/image45.png"/><Relationship Id="rId86" Type="http://schemas.openxmlformats.org/officeDocument/2006/relationships/customXml" Target="../ink/ink44.xml"/><Relationship Id="rId13" Type="http://schemas.openxmlformats.org/officeDocument/2006/relationships/image" Target="../media/image11.png"/><Relationship Id="rId18" Type="http://schemas.openxmlformats.org/officeDocument/2006/relationships/customXml" Target="../ink/ink10.xml"/><Relationship Id="rId39" Type="http://schemas.openxmlformats.org/officeDocument/2006/relationships/image" Target="../media/image24.png"/><Relationship Id="rId109" Type="http://schemas.openxmlformats.org/officeDocument/2006/relationships/image" Target="../media/image59.png"/><Relationship Id="rId34" Type="http://schemas.openxmlformats.org/officeDocument/2006/relationships/customXml" Target="../ink/ink18.xml"/><Relationship Id="rId50" Type="http://schemas.openxmlformats.org/officeDocument/2006/relationships/customXml" Target="../ink/ink26.xml"/><Relationship Id="rId55" Type="http://schemas.openxmlformats.org/officeDocument/2006/relationships/image" Target="../media/image32.png"/><Relationship Id="rId76" Type="http://schemas.openxmlformats.org/officeDocument/2006/relationships/customXml" Target="../ink/ink39.xml"/><Relationship Id="rId97" Type="http://schemas.openxmlformats.org/officeDocument/2006/relationships/image" Target="../media/image53.png"/><Relationship Id="rId104" Type="http://schemas.openxmlformats.org/officeDocument/2006/relationships/customXml" Target="../ink/ink53.xml"/><Relationship Id="rId120" Type="http://schemas.openxmlformats.org/officeDocument/2006/relationships/customXml" Target="../ink/ink61.xml"/><Relationship Id="rId125" Type="http://schemas.openxmlformats.org/officeDocument/2006/relationships/image" Target="../media/image67.png"/><Relationship Id="rId7" Type="http://schemas.openxmlformats.org/officeDocument/2006/relationships/image" Target="../media/image8.png"/><Relationship Id="rId71" Type="http://schemas.openxmlformats.org/officeDocument/2006/relationships/image" Target="../media/image40.png"/><Relationship Id="rId92" Type="http://schemas.openxmlformats.org/officeDocument/2006/relationships/customXml" Target="../ink/ink47.xml"/><Relationship Id="rId2" Type="http://schemas.openxmlformats.org/officeDocument/2006/relationships/notesSlide" Target="../notesSlides/notesSlide4.xml"/><Relationship Id="rId29" Type="http://schemas.openxmlformats.org/officeDocument/2006/relationships/image" Target="../media/image19.png"/><Relationship Id="rId24" Type="http://schemas.openxmlformats.org/officeDocument/2006/relationships/customXml" Target="../ink/ink13.xml"/><Relationship Id="rId40" Type="http://schemas.openxmlformats.org/officeDocument/2006/relationships/customXml" Target="../ink/ink21.xml"/><Relationship Id="rId45" Type="http://schemas.openxmlformats.org/officeDocument/2006/relationships/image" Target="../media/image27.png"/><Relationship Id="rId66" Type="http://schemas.openxmlformats.org/officeDocument/2006/relationships/customXml" Target="../ink/ink34.xml"/><Relationship Id="rId87" Type="http://schemas.openxmlformats.org/officeDocument/2006/relationships/image" Target="../media/image48.png"/><Relationship Id="rId110" Type="http://schemas.openxmlformats.org/officeDocument/2006/relationships/customXml" Target="../ink/ink56.xml"/><Relationship Id="rId115" Type="http://schemas.openxmlformats.org/officeDocument/2006/relationships/image" Target="../media/image62.png"/><Relationship Id="rId61" Type="http://schemas.openxmlformats.org/officeDocument/2006/relationships/image" Target="../media/image35.png"/><Relationship Id="rId82" Type="http://schemas.openxmlformats.org/officeDocument/2006/relationships/customXml" Target="../ink/ink42.xml"/><Relationship Id="rId19" Type="http://schemas.openxmlformats.org/officeDocument/2006/relationships/image" Target="../media/image14.png"/><Relationship Id="rId14" Type="http://schemas.openxmlformats.org/officeDocument/2006/relationships/customXml" Target="../ink/ink8.xml"/><Relationship Id="rId30" Type="http://schemas.openxmlformats.org/officeDocument/2006/relationships/customXml" Target="../ink/ink16.xml"/><Relationship Id="rId35" Type="http://schemas.openxmlformats.org/officeDocument/2006/relationships/image" Target="../media/image22.png"/><Relationship Id="rId56" Type="http://schemas.openxmlformats.org/officeDocument/2006/relationships/customXml" Target="../ink/ink29.xml"/><Relationship Id="rId77" Type="http://schemas.openxmlformats.org/officeDocument/2006/relationships/image" Target="../media/image43.png"/><Relationship Id="rId100" Type="http://schemas.openxmlformats.org/officeDocument/2006/relationships/customXml" Target="../ink/ink51.xml"/><Relationship Id="rId105" Type="http://schemas.openxmlformats.org/officeDocument/2006/relationships/image" Target="../media/image57.png"/><Relationship Id="rId126" Type="http://schemas.openxmlformats.org/officeDocument/2006/relationships/customXml" Target="../ink/ink64.xml"/><Relationship Id="rId8" Type="http://schemas.openxmlformats.org/officeDocument/2006/relationships/customXml" Target="../ink/ink5.xml"/><Relationship Id="rId51" Type="http://schemas.openxmlformats.org/officeDocument/2006/relationships/image" Target="../media/image30.png"/><Relationship Id="rId72" Type="http://schemas.openxmlformats.org/officeDocument/2006/relationships/customXml" Target="../ink/ink37.xml"/><Relationship Id="rId93" Type="http://schemas.openxmlformats.org/officeDocument/2006/relationships/image" Target="../media/image51.png"/><Relationship Id="rId98" Type="http://schemas.openxmlformats.org/officeDocument/2006/relationships/customXml" Target="../ink/ink50.xml"/><Relationship Id="rId121" Type="http://schemas.openxmlformats.org/officeDocument/2006/relationships/image" Target="../media/image65.png"/><Relationship Id="rId3" Type="http://schemas.openxmlformats.org/officeDocument/2006/relationships/image" Target="../media/image6.png"/><Relationship Id="rId25" Type="http://schemas.openxmlformats.org/officeDocument/2006/relationships/image" Target="../media/image17.png"/><Relationship Id="rId46" Type="http://schemas.openxmlformats.org/officeDocument/2006/relationships/customXml" Target="../ink/ink24.xml"/><Relationship Id="rId67" Type="http://schemas.openxmlformats.org/officeDocument/2006/relationships/image" Target="../media/image38.png"/><Relationship Id="rId116" Type="http://schemas.openxmlformats.org/officeDocument/2006/relationships/customXml" Target="../ink/ink59.xml"/><Relationship Id="rId20" Type="http://schemas.openxmlformats.org/officeDocument/2006/relationships/customXml" Target="../ink/ink11.xml"/><Relationship Id="rId41" Type="http://schemas.openxmlformats.org/officeDocument/2006/relationships/image" Target="../media/image25.png"/><Relationship Id="rId62" Type="http://schemas.openxmlformats.org/officeDocument/2006/relationships/customXml" Target="../ink/ink32.xml"/><Relationship Id="rId83" Type="http://schemas.openxmlformats.org/officeDocument/2006/relationships/image" Target="../media/image46.png"/><Relationship Id="rId88" Type="http://schemas.openxmlformats.org/officeDocument/2006/relationships/customXml" Target="../ink/ink45.xml"/><Relationship Id="rId111" Type="http://schemas.openxmlformats.org/officeDocument/2006/relationships/image" Target="../media/image60.png"/><Relationship Id="rId15" Type="http://schemas.openxmlformats.org/officeDocument/2006/relationships/image" Target="../media/image12.png"/><Relationship Id="rId36" Type="http://schemas.openxmlformats.org/officeDocument/2006/relationships/customXml" Target="../ink/ink19.xml"/><Relationship Id="rId57" Type="http://schemas.openxmlformats.org/officeDocument/2006/relationships/image" Target="../media/image33.png"/><Relationship Id="rId106" Type="http://schemas.openxmlformats.org/officeDocument/2006/relationships/customXml" Target="../ink/ink54.xml"/><Relationship Id="rId127" Type="http://schemas.openxmlformats.org/officeDocument/2006/relationships/image" Target="../media/image68.png"/><Relationship Id="rId10" Type="http://schemas.openxmlformats.org/officeDocument/2006/relationships/customXml" Target="../ink/ink6.xml"/><Relationship Id="rId31" Type="http://schemas.openxmlformats.org/officeDocument/2006/relationships/image" Target="../media/image20.png"/><Relationship Id="rId52" Type="http://schemas.openxmlformats.org/officeDocument/2006/relationships/customXml" Target="../ink/ink27.xml"/><Relationship Id="rId73" Type="http://schemas.openxmlformats.org/officeDocument/2006/relationships/image" Target="../media/image41.png"/><Relationship Id="rId78" Type="http://schemas.openxmlformats.org/officeDocument/2006/relationships/customXml" Target="../ink/ink40.xml"/><Relationship Id="rId94" Type="http://schemas.openxmlformats.org/officeDocument/2006/relationships/customXml" Target="../ink/ink48.xml"/><Relationship Id="rId99" Type="http://schemas.openxmlformats.org/officeDocument/2006/relationships/image" Target="../media/image54.png"/><Relationship Id="rId101" Type="http://schemas.openxmlformats.org/officeDocument/2006/relationships/image" Target="../media/image55.png"/><Relationship Id="rId122" Type="http://schemas.openxmlformats.org/officeDocument/2006/relationships/customXml" Target="../ink/ink62.xml"/><Relationship Id="rId4" Type="http://schemas.openxmlformats.org/officeDocument/2006/relationships/customXml" Target="../ink/ink3.xml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4.png"/><Relationship Id="rId18" Type="http://schemas.openxmlformats.org/officeDocument/2006/relationships/customXml" Target="../ink/ink72.xml"/><Relationship Id="rId26" Type="http://schemas.openxmlformats.org/officeDocument/2006/relationships/customXml" Target="../ink/ink76.xml"/><Relationship Id="rId39" Type="http://schemas.openxmlformats.org/officeDocument/2006/relationships/image" Target="../media/image87.png"/><Relationship Id="rId21" Type="http://schemas.openxmlformats.org/officeDocument/2006/relationships/image" Target="../media/image78.png"/><Relationship Id="rId34" Type="http://schemas.openxmlformats.org/officeDocument/2006/relationships/customXml" Target="../ink/ink80.xml"/><Relationship Id="rId42" Type="http://schemas.openxmlformats.org/officeDocument/2006/relationships/customXml" Target="../ink/ink84.xml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5.xml"/><Relationship Id="rId16" Type="http://schemas.openxmlformats.org/officeDocument/2006/relationships/customXml" Target="../ink/ink71.xml"/><Relationship Id="rId29" Type="http://schemas.openxmlformats.org/officeDocument/2006/relationships/image" Target="../media/image82.png"/><Relationship Id="rId1" Type="http://schemas.openxmlformats.org/officeDocument/2006/relationships/slideLayout" Target="../slideLayouts/slideLayout14.xml"/><Relationship Id="rId6" Type="http://schemas.openxmlformats.org/officeDocument/2006/relationships/customXml" Target="../ink/ink66.xml"/><Relationship Id="rId11" Type="http://schemas.openxmlformats.org/officeDocument/2006/relationships/image" Target="../media/image73.png"/><Relationship Id="rId24" Type="http://schemas.openxmlformats.org/officeDocument/2006/relationships/customXml" Target="../ink/ink75.xml"/><Relationship Id="rId32" Type="http://schemas.openxmlformats.org/officeDocument/2006/relationships/customXml" Target="../ink/ink79.xml"/><Relationship Id="rId37" Type="http://schemas.openxmlformats.org/officeDocument/2006/relationships/image" Target="../media/image86.png"/><Relationship Id="rId40" Type="http://schemas.openxmlformats.org/officeDocument/2006/relationships/customXml" Target="../ink/ink83.xml"/><Relationship Id="rId45" Type="http://schemas.openxmlformats.org/officeDocument/2006/relationships/image" Target="../media/image90.png"/><Relationship Id="rId5" Type="http://schemas.openxmlformats.org/officeDocument/2006/relationships/image" Target="../media/image70.png"/><Relationship Id="rId15" Type="http://schemas.openxmlformats.org/officeDocument/2006/relationships/image" Target="../media/image75.png"/><Relationship Id="rId23" Type="http://schemas.openxmlformats.org/officeDocument/2006/relationships/image" Target="../media/image79.png"/><Relationship Id="rId28" Type="http://schemas.openxmlformats.org/officeDocument/2006/relationships/customXml" Target="../ink/ink77.xml"/><Relationship Id="rId36" Type="http://schemas.openxmlformats.org/officeDocument/2006/relationships/customXml" Target="../ink/ink81.xml"/><Relationship Id="rId10" Type="http://schemas.openxmlformats.org/officeDocument/2006/relationships/customXml" Target="../ink/ink68.xml"/><Relationship Id="rId19" Type="http://schemas.openxmlformats.org/officeDocument/2006/relationships/image" Target="../media/image77.png"/><Relationship Id="rId31" Type="http://schemas.openxmlformats.org/officeDocument/2006/relationships/image" Target="../media/image83.png"/><Relationship Id="rId44" Type="http://schemas.openxmlformats.org/officeDocument/2006/relationships/customXml" Target="../ink/ink85.xml"/><Relationship Id="rId4" Type="http://schemas.openxmlformats.org/officeDocument/2006/relationships/customXml" Target="../ink/ink65.xml"/><Relationship Id="rId9" Type="http://schemas.openxmlformats.org/officeDocument/2006/relationships/image" Target="../media/image72.png"/><Relationship Id="rId14" Type="http://schemas.openxmlformats.org/officeDocument/2006/relationships/customXml" Target="../ink/ink70.xml"/><Relationship Id="rId22" Type="http://schemas.openxmlformats.org/officeDocument/2006/relationships/customXml" Target="../ink/ink74.xml"/><Relationship Id="rId27" Type="http://schemas.openxmlformats.org/officeDocument/2006/relationships/image" Target="../media/image81.png"/><Relationship Id="rId30" Type="http://schemas.openxmlformats.org/officeDocument/2006/relationships/customXml" Target="../ink/ink78.xml"/><Relationship Id="rId35" Type="http://schemas.openxmlformats.org/officeDocument/2006/relationships/image" Target="../media/image85.png"/><Relationship Id="rId43" Type="http://schemas.openxmlformats.org/officeDocument/2006/relationships/image" Target="../media/image89.png"/><Relationship Id="rId8" Type="http://schemas.openxmlformats.org/officeDocument/2006/relationships/customXml" Target="../ink/ink67.xml"/><Relationship Id="rId3" Type="http://schemas.openxmlformats.org/officeDocument/2006/relationships/image" Target="../media/image69.png"/><Relationship Id="rId12" Type="http://schemas.openxmlformats.org/officeDocument/2006/relationships/customXml" Target="../ink/ink69.xml"/><Relationship Id="rId17" Type="http://schemas.openxmlformats.org/officeDocument/2006/relationships/image" Target="../media/image76.png"/><Relationship Id="rId25" Type="http://schemas.openxmlformats.org/officeDocument/2006/relationships/image" Target="../media/image80.png"/><Relationship Id="rId33" Type="http://schemas.openxmlformats.org/officeDocument/2006/relationships/image" Target="../media/image84.png"/><Relationship Id="rId38" Type="http://schemas.openxmlformats.org/officeDocument/2006/relationships/customXml" Target="../ink/ink82.xml"/><Relationship Id="rId20" Type="http://schemas.openxmlformats.org/officeDocument/2006/relationships/customXml" Target="../ink/ink73.xml"/><Relationship Id="rId41" Type="http://schemas.openxmlformats.org/officeDocument/2006/relationships/image" Target="../media/image8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93.png"/><Relationship Id="rId5" Type="http://schemas.openxmlformats.org/officeDocument/2006/relationships/customXml" Target="../ink/ink86.xml"/><Relationship Id="rId4" Type="http://schemas.openxmlformats.org/officeDocument/2006/relationships/image" Target="../media/image9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04.png"/><Relationship Id="rId4" Type="http://schemas.openxmlformats.org/officeDocument/2006/relationships/customXml" Target="../ink/ink87.xml"/></Relationships>
</file>

<file path=ppt/slides/_rels/slide1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2.png"/><Relationship Id="rId21" Type="http://schemas.openxmlformats.org/officeDocument/2006/relationships/image" Target="../media/image114.png"/><Relationship Id="rId42" Type="http://schemas.openxmlformats.org/officeDocument/2006/relationships/customXml" Target="../ink/ink107.xml"/><Relationship Id="rId63" Type="http://schemas.openxmlformats.org/officeDocument/2006/relationships/image" Target="../media/image135.png"/><Relationship Id="rId84" Type="http://schemas.openxmlformats.org/officeDocument/2006/relationships/customXml" Target="../ink/ink128.xml"/><Relationship Id="rId138" Type="http://schemas.openxmlformats.org/officeDocument/2006/relationships/customXml" Target="../ink/ink155.xml"/><Relationship Id="rId159" Type="http://schemas.openxmlformats.org/officeDocument/2006/relationships/image" Target="../media/image183.png"/><Relationship Id="rId170" Type="http://schemas.openxmlformats.org/officeDocument/2006/relationships/customXml" Target="../ink/ink171.xml"/><Relationship Id="rId191" Type="http://schemas.openxmlformats.org/officeDocument/2006/relationships/image" Target="../media/image199.png"/><Relationship Id="rId205" Type="http://schemas.openxmlformats.org/officeDocument/2006/relationships/image" Target="../media/image206.png"/><Relationship Id="rId226" Type="http://schemas.openxmlformats.org/officeDocument/2006/relationships/customXml" Target="../ink/ink199.xml"/><Relationship Id="rId107" Type="http://schemas.openxmlformats.org/officeDocument/2006/relationships/image" Target="../media/image157.png"/><Relationship Id="rId11" Type="http://schemas.openxmlformats.org/officeDocument/2006/relationships/image" Target="../media/image109.png"/><Relationship Id="rId32" Type="http://schemas.openxmlformats.org/officeDocument/2006/relationships/customXml" Target="../ink/ink102.xml"/><Relationship Id="rId53" Type="http://schemas.openxmlformats.org/officeDocument/2006/relationships/image" Target="../media/image130.png"/><Relationship Id="rId74" Type="http://schemas.openxmlformats.org/officeDocument/2006/relationships/customXml" Target="../ink/ink123.xml"/><Relationship Id="rId128" Type="http://schemas.openxmlformats.org/officeDocument/2006/relationships/customXml" Target="../ink/ink150.xml"/><Relationship Id="rId149" Type="http://schemas.openxmlformats.org/officeDocument/2006/relationships/image" Target="../media/image178.png"/><Relationship Id="rId5" Type="http://schemas.openxmlformats.org/officeDocument/2006/relationships/image" Target="../media/image106.png"/><Relationship Id="rId95" Type="http://schemas.openxmlformats.org/officeDocument/2006/relationships/image" Target="../media/image151.png"/><Relationship Id="rId160" Type="http://schemas.openxmlformats.org/officeDocument/2006/relationships/customXml" Target="../ink/ink166.xml"/><Relationship Id="rId181" Type="http://schemas.openxmlformats.org/officeDocument/2006/relationships/image" Target="../media/image194.png"/><Relationship Id="rId216" Type="http://schemas.openxmlformats.org/officeDocument/2006/relationships/customXml" Target="../ink/ink194.xml"/><Relationship Id="rId237" Type="http://schemas.openxmlformats.org/officeDocument/2006/relationships/image" Target="../media/image222.png"/><Relationship Id="rId22" Type="http://schemas.openxmlformats.org/officeDocument/2006/relationships/customXml" Target="../ink/ink97.xml"/><Relationship Id="rId43" Type="http://schemas.openxmlformats.org/officeDocument/2006/relationships/image" Target="../media/image125.png"/><Relationship Id="rId64" Type="http://schemas.openxmlformats.org/officeDocument/2006/relationships/customXml" Target="../ink/ink118.xml"/><Relationship Id="rId118" Type="http://schemas.openxmlformats.org/officeDocument/2006/relationships/customXml" Target="../ink/ink145.xml"/><Relationship Id="rId139" Type="http://schemas.openxmlformats.org/officeDocument/2006/relationships/image" Target="../media/image173.png"/><Relationship Id="rId85" Type="http://schemas.openxmlformats.org/officeDocument/2006/relationships/image" Target="../media/image146.png"/><Relationship Id="rId150" Type="http://schemas.openxmlformats.org/officeDocument/2006/relationships/customXml" Target="../ink/ink161.xml"/><Relationship Id="rId171" Type="http://schemas.openxmlformats.org/officeDocument/2006/relationships/image" Target="../media/image189.png"/><Relationship Id="rId192" Type="http://schemas.openxmlformats.org/officeDocument/2006/relationships/customXml" Target="../ink/ink182.xml"/><Relationship Id="rId206" Type="http://schemas.openxmlformats.org/officeDocument/2006/relationships/customXml" Target="../ink/ink189.xml"/><Relationship Id="rId227" Type="http://schemas.openxmlformats.org/officeDocument/2006/relationships/image" Target="../media/image217.png"/><Relationship Id="rId12" Type="http://schemas.openxmlformats.org/officeDocument/2006/relationships/customXml" Target="../ink/ink92.xml"/><Relationship Id="rId33" Type="http://schemas.openxmlformats.org/officeDocument/2006/relationships/image" Target="../media/image120.png"/><Relationship Id="rId108" Type="http://schemas.openxmlformats.org/officeDocument/2006/relationships/customXml" Target="../ink/ink140.xml"/><Relationship Id="rId129" Type="http://schemas.openxmlformats.org/officeDocument/2006/relationships/image" Target="../media/image168.png"/><Relationship Id="rId54" Type="http://schemas.openxmlformats.org/officeDocument/2006/relationships/customXml" Target="../ink/ink113.xml"/><Relationship Id="rId75" Type="http://schemas.openxmlformats.org/officeDocument/2006/relationships/image" Target="../media/image141.png"/><Relationship Id="rId96" Type="http://schemas.openxmlformats.org/officeDocument/2006/relationships/customXml" Target="../ink/ink134.xml"/><Relationship Id="rId140" Type="http://schemas.openxmlformats.org/officeDocument/2006/relationships/customXml" Target="../ink/ink156.xml"/><Relationship Id="rId161" Type="http://schemas.openxmlformats.org/officeDocument/2006/relationships/image" Target="../media/image184.png"/><Relationship Id="rId182" Type="http://schemas.openxmlformats.org/officeDocument/2006/relationships/customXml" Target="../ink/ink177.xml"/><Relationship Id="rId217" Type="http://schemas.openxmlformats.org/officeDocument/2006/relationships/image" Target="../media/image212.png"/><Relationship Id="rId6" Type="http://schemas.openxmlformats.org/officeDocument/2006/relationships/customXml" Target="../ink/ink89.xml"/><Relationship Id="rId238" Type="http://schemas.openxmlformats.org/officeDocument/2006/relationships/customXml" Target="../ink/ink205.xml"/><Relationship Id="rId23" Type="http://schemas.openxmlformats.org/officeDocument/2006/relationships/image" Target="../media/image115.png"/><Relationship Id="rId119" Type="http://schemas.openxmlformats.org/officeDocument/2006/relationships/image" Target="../media/image163.png"/><Relationship Id="rId44" Type="http://schemas.openxmlformats.org/officeDocument/2006/relationships/customXml" Target="../ink/ink108.xml"/><Relationship Id="rId65" Type="http://schemas.openxmlformats.org/officeDocument/2006/relationships/image" Target="../media/image136.png"/><Relationship Id="rId86" Type="http://schemas.openxmlformats.org/officeDocument/2006/relationships/customXml" Target="../ink/ink129.xml"/><Relationship Id="rId130" Type="http://schemas.openxmlformats.org/officeDocument/2006/relationships/customXml" Target="../ink/ink151.xml"/><Relationship Id="rId151" Type="http://schemas.openxmlformats.org/officeDocument/2006/relationships/image" Target="../media/image179.png"/><Relationship Id="rId172" Type="http://schemas.openxmlformats.org/officeDocument/2006/relationships/customXml" Target="../ink/ink172.xml"/><Relationship Id="rId193" Type="http://schemas.openxmlformats.org/officeDocument/2006/relationships/image" Target="../media/image200.png"/><Relationship Id="rId207" Type="http://schemas.openxmlformats.org/officeDocument/2006/relationships/image" Target="../media/image207.png"/><Relationship Id="rId228" Type="http://schemas.openxmlformats.org/officeDocument/2006/relationships/customXml" Target="../ink/ink200.xml"/><Relationship Id="rId13" Type="http://schemas.openxmlformats.org/officeDocument/2006/relationships/image" Target="../media/image110.png"/><Relationship Id="rId109" Type="http://schemas.openxmlformats.org/officeDocument/2006/relationships/image" Target="../media/image158.png"/><Relationship Id="rId34" Type="http://schemas.openxmlformats.org/officeDocument/2006/relationships/customXml" Target="../ink/ink103.xml"/><Relationship Id="rId55" Type="http://schemas.openxmlformats.org/officeDocument/2006/relationships/image" Target="../media/image131.png"/><Relationship Id="rId76" Type="http://schemas.openxmlformats.org/officeDocument/2006/relationships/customXml" Target="../ink/ink124.xml"/><Relationship Id="rId97" Type="http://schemas.openxmlformats.org/officeDocument/2006/relationships/image" Target="../media/image152.png"/><Relationship Id="rId120" Type="http://schemas.openxmlformats.org/officeDocument/2006/relationships/customXml" Target="../ink/ink146.xml"/><Relationship Id="rId141" Type="http://schemas.openxmlformats.org/officeDocument/2006/relationships/image" Target="../media/image174.png"/><Relationship Id="rId7" Type="http://schemas.openxmlformats.org/officeDocument/2006/relationships/image" Target="../media/image107.png"/><Relationship Id="rId162" Type="http://schemas.openxmlformats.org/officeDocument/2006/relationships/customXml" Target="../ink/ink167.xml"/><Relationship Id="rId183" Type="http://schemas.openxmlformats.org/officeDocument/2006/relationships/image" Target="../media/image195.png"/><Relationship Id="rId218" Type="http://schemas.openxmlformats.org/officeDocument/2006/relationships/customXml" Target="../ink/ink195.xml"/><Relationship Id="rId239" Type="http://schemas.openxmlformats.org/officeDocument/2006/relationships/image" Target="../media/image223.png"/><Relationship Id="rId24" Type="http://schemas.openxmlformats.org/officeDocument/2006/relationships/customXml" Target="../ink/ink98.xml"/><Relationship Id="rId45" Type="http://schemas.openxmlformats.org/officeDocument/2006/relationships/image" Target="../media/image126.png"/><Relationship Id="rId66" Type="http://schemas.openxmlformats.org/officeDocument/2006/relationships/customXml" Target="../ink/ink119.xml"/><Relationship Id="rId87" Type="http://schemas.openxmlformats.org/officeDocument/2006/relationships/image" Target="../media/image147.png"/><Relationship Id="rId110" Type="http://schemas.openxmlformats.org/officeDocument/2006/relationships/customXml" Target="../ink/ink141.xml"/><Relationship Id="rId131" Type="http://schemas.openxmlformats.org/officeDocument/2006/relationships/image" Target="../media/image169.png"/><Relationship Id="rId152" Type="http://schemas.openxmlformats.org/officeDocument/2006/relationships/customXml" Target="../ink/ink162.xml"/><Relationship Id="rId173" Type="http://schemas.openxmlformats.org/officeDocument/2006/relationships/image" Target="../media/image190.png"/><Relationship Id="rId194" Type="http://schemas.openxmlformats.org/officeDocument/2006/relationships/customXml" Target="../ink/ink183.xml"/><Relationship Id="rId208" Type="http://schemas.openxmlformats.org/officeDocument/2006/relationships/customXml" Target="../ink/ink190.xml"/><Relationship Id="rId229" Type="http://schemas.openxmlformats.org/officeDocument/2006/relationships/image" Target="../media/image218.png"/><Relationship Id="rId14" Type="http://schemas.openxmlformats.org/officeDocument/2006/relationships/customXml" Target="../ink/ink93.xml"/><Relationship Id="rId35" Type="http://schemas.openxmlformats.org/officeDocument/2006/relationships/image" Target="../media/image121.png"/><Relationship Id="rId56" Type="http://schemas.openxmlformats.org/officeDocument/2006/relationships/customXml" Target="../ink/ink114.xml"/><Relationship Id="rId77" Type="http://schemas.openxmlformats.org/officeDocument/2006/relationships/image" Target="../media/image142.png"/><Relationship Id="rId100" Type="http://schemas.openxmlformats.org/officeDocument/2006/relationships/customXml" Target="../ink/ink136.xml"/><Relationship Id="rId8" Type="http://schemas.openxmlformats.org/officeDocument/2006/relationships/customXml" Target="../ink/ink90.xml"/><Relationship Id="rId98" Type="http://schemas.openxmlformats.org/officeDocument/2006/relationships/customXml" Target="../ink/ink135.xml"/><Relationship Id="rId121" Type="http://schemas.openxmlformats.org/officeDocument/2006/relationships/image" Target="../media/image164.png"/><Relationship Id="rId142" Type="http://schemas.openxmlformats.org/officeDocument/2006/relationships/customXml" Target="../ink/ink157.xml"/><Relationship Id="rId163" Type="http://schemas.openxmlformats.org/officeDocument/2006/relationships/image" Target="../media/image185.png"/><Relationship Id="rId184" Type="http://schemas.openxmlformats.org/officeDocument/2006/relationships/customXml" Target="../ink/ink178.xml"/><Relationship Id="rId219" Type="http://schemas.openxmlformats.org/officeDocument/2006/relationships/image" Target="../media/image213.png"/><Relationship Id="rId230" Type="http://schemas.openxmlformats.org/officeDocument/2006/relationships/customXml" Target="../ink/ink201.xml"/><Relationship Id="rId25" Type="http://schemas.openxmlformats.org/officeDocument/2006/relationships/image" Target="../media/image116.png"/><Relationship Id="rId46" Type="http://schemas.openxmlformats.org/officeDocument/2006/relationships/customXml" Target="../ink/ink109.xml"/><Relationship Id="rId67" Type="http://schemas.openxmlformats.org/officeDocument/2006/relationships/image" Target="../media/image137.png"/><Relationship Id="rId88" Type="http://schemas.openxmlformats.org/officeDocument/2006/relationships/customXml" Target="../ink/ink130.xml"/><Relationship Id="rId111" Type="http://schemas.openxmlformats.org/officeDocument/2006/relationships/image" Target="../media/image159.png"/><Relationship Id="rId132" Type="http://schemas.openxmlformats.org/officeDocument/2006/relationships/customXml" Target="../ink/ink152.xml"/><Relationship Id="rId153" Type="http://schemas.openxmlformats.org/officeDocument/2006/relationships/image" Target="../media/image180.png"/><Relationship Id="rId174" Type="http://schemas.openxmlformats.org/officeDocument/2006/relationships/customXml" Target="../ink/ink173.xml"/><Relationship Id="rId195" Type="http://schemas.openxmlformats.org/officeDocument/2006/relationships/image" Target="../media/image201.png"/><Relationship Id="rId209" Type="http://schemas.openxmlformats.org/officeDocument/2006/relationships/image" Target="../media/image208.png"/><Relationship Id="rId190" Type="http://schemas.openxmlformats.org/officeDocument/2006/relationships/customXml" Target="../ink/ink181.xml"/><Relationship Id="rId204" Type="http://schemas.openxmlformats.org/officeDocument/2006/relationships/customXml" Target="../ink/ink188.xml"/><Relationship Id="rId220" Type="http://schemas.openxmlformats.org/officeDocument/2006/relationships/customXml" Target="../ink/ink196.xml"/><Relationship Id="rId225" Type="http://schemas.openxmlformats.org/officeDocument/2006/relationships/image" Target="../media/image216.png"/><Relationship Id="rId15" Type="http://schemas.openxmlformats.org/officeDocument/2006/relationships/image" Target="../media/image111.png"/><Relationship Id="rId36" Type="http://schemas.openxmlformats.org/officeDocument/2006/relationships/customXml" Target="../ink/ink104.xml"/><Relationship Id="rId57" Type="http://schemas.openxmlformats.org/officeDocument/2006/relationships/image" Target="../media/image132.png"/><Relationship Id="rId106" Type="http://schemas.openxmlformats.org/officeDocument/2006/relationships/customXml" Target="../ink/ink139.xml"/><Relationship Id="rId127" Type="http://schemas.openxmlformats.org/officeDocument/2006/relationships/image" Target="../media/image167.png"/><Relationship Id="rId10" Type="http://schemas.openxmlformats.org/officeDocument/2006/relationships/customXml" Target="../ink/ink91.xml"/><Relationship Id="rId31" Type="http://schemas.openxmlformats.org/officeDocument/2006/relationships/image" Target="../media/image119.png"/><Relationship Id="rId52" Type="http://schemas.openxmlformats.org/officeDocument/2006/relationships/customXml" Target="../ink/ink112.xml"/><Relationship Id="rId73" Type="http://schemas.openxmlformats.org/officeDocument/2006/relationships/image" Target="../media/image140.png"/><Relationship Id="rId78" Type="http://schemas.openxmlformats.org/officeDocument/2006/relationships/customXml" Target="../ink/ink125.xml"/><Relationship Id="rId94" Type="http://schemas.openxmlformats.org/officeDocument/2006/relationships/customXml" Target="../ink/ink133.xml"/><Relationship Id="rId99" Type="http://schemas.openxmlformats.org/officeDocument/2006/relationships/image" Target="../media/image153.png"/><Relationship Id="rId101" Type="http://schemas.openxmlformats.org/officeDocument/2006/relationships/image" Target="../media/image154.png"/><Relationship Id="rId122" Type="http://schemas.openxmlformats.org/officeDocument/2006/relationships/customXml" Target="../ink/ink147.xml"/><Relationship Id="rId143" Type="http://schemas.openxmlformats.org/officeDocument/2006/relationships/image" Target="../media/image175.png"/><Relationship Id="rId148" Type="http://schemas.openxmlformats.org/officeDocument/2006/relationships/customXml" Target="../ink/ink160.xml"/><Relationship Id="rId164" Type="http://schemas.openxmlformats.org/officeDocument/2006/relationships/customXml" Target="../ink/ink168.xml"/><Relationship Id="rId169" Type="http://schemas.openxmlformats.org/officeDocument/2006/relationships/image" Target="../media/image188.png"/><Relationship Id="rId185" Type="http://schemas.openxmlformats.org/officeDocument/2006/relationships/image" Target="../media/image196.png"/><Relationship Id="rId4" Type="http://schemas.openxmlformats.org/officeDocument/2006/relationships/customXml" Target="../ink/ink88.xml"/><Relationship Id="rId9" Type="http://schemas.openxmlformats.org/officeDocument/2006/relationships/image" Target="../media/image108.png"/><Relationship Id="rId180" Type="http://schemas.openxmlformats.org/officeDocument/2006/relationships/customXml" Target="../ink/ink176.xml"/><Relationship Id="rId210" Type="http://schemas.openxmlformats.org/officeDocument/2006/relationships/customXml" Target="../ink/ink191.xml"/><Relationship Id="rId215" Type="http://schemas.openxmlformats.org/officeDocument/2006/relationships/image" Target="../media/image211.png"/><Relationship Id="rId236" Type="http://schemas.openxmlformats.org/officeDocument/2006/relationships/customXml" Target="../ink/ink204.xml"/><Relationship Id="rId26" Type="http://schemas.openxmlformats.org/officeDocument/2006/relationships/customXml" Target="../ink/ink99.xml"/><Relationship Id="rId231" Type="http://schemas.openxmlformats.org/officeDocument/2006/relationships/image" Target="../media/image219.png"/><Relationship Id="rId47" Type="http://schemas.openxmlformats.org/officeDocument/2006/relationships/image" Target="../media/image127.png"/><Relationship Id="rId68" Type="http://schemas.openxmlformats.org/officeDocument/2006/relationships/customXml" Target="../ink/ink120.xml"/><Relationship Id="rId89" Type="http://schemas.openxmlformats.org/officeDocument/2006/relationships/image" Target="../media/image148.png"/><Relationship Id="rId112" Type="http://schemas.openxmlformats.org/officeDocument/2006/relationships/customXml" Target="../ink/ink142.xml"/><Relationship Id="rId133" Type="http://schemas.openxmlformats.org/officeDocument/2006/relationships/image" Target="../media/image170.png"/><Relationship Id="rId154" Type="http://schemas.openxmlformats.org/officeDocument/2006/relationships/customXml" Target="../ink/ink163.xml"/><Relationship Id="rId175" Type="http://schemas.openxmlformats.org/officeDocument/2006/relationships/image" Target="../media/image191.png"/><Relationship Id="rId196" Type="http://schemas.openxmlformats.org/officeDocument/2006/relationships/customXml" Target="../ink/ink184.xml"/><Relationship Id="rId200" Type="http://schemas.openxmlformats.org/officeDocument/2006/relationships/customXml" Target="../ink/ink186.xml"/><Relationship Id="rId16" Type="http://schemas.openxmlformats.org/officeDocument/2006/relationships/customXml" Target="../ink/ink94.xml"/><Relationship Id="rId221" Type="http://schemas.openxmlformats.org/officeDocument/2006/relationships/image" Target="../media/image214.png"/><Relationship Id="rId37" Type="http://schemas.openxmlformats.org/officeDocument/2006/relationships/image" Target="../media/image122.png"/><Relationship Id="rId58" Type="http://schemas.openxmlformats.org/officeDocument/2006/relationships/customXml" Target="../ink/ink115.xml"/><Relationship Id="rId79" Type="http://schemas.openxmlformats.org/officeDocument/2006/relationships/image" Target="../media/image143.png"/><Relationship Id="rId102" Type="http://schemas.openxmlformats.org/officeDocument/2006/relationships/customXml" Target="../ink/ink137.xml"/><Relationship Id="rId123" Type="http://schemas.openxmlformats.org/officeDocument/2006/relationships/image" Target="../media/image165.png"/><Relationship Id="rId144" Type="http://schemas.openxmlformats.org/officeDocument/2006/relationships/customXml" Target="../ink/ink158.xml"/><Relationship Id="rId90" Type="http://schemas.openxmlformats.org/officeDocument/2006/relationships/customXml" Target="../ink/ink131.xml"/><Relationship Id="rId165" Type="http://schemas.openxmlformats.org/officeDocument/2006/relationships/image" Target="../media/image186.png"/><Relationship Id="rId186" Type="http://schemas.openxmlformats.org/officeDocument/2006/relationships/customXml" Target="../ink/ink179.xml"/><Relationship Id="rId211" Type="http://schemas.openxmlformats.org/officeDocument/2006/relationships/image" Target="../media/image209.png"/><Relationship Id="rId232" Type="http://schemas.openxmlformats.org/officeDocument/2006/relationships/customXml" Target="../ink/ink202.xml"/><Relationship Id="rId27" Type="http://schemas.openxmlformats.org/officeDocument/2006/relationships/image" Target="../media/image117.png"/><Relationship Id="rId48" Type="http://schemas.openxmlformats.org/officeDocument/2006/relationships/customXml" Target="../ink/ink110.xml"/><Relationship Id="rId69" Type="http://schemas.openxmlformats.org/officeDocument/2006/relationships/image" Target="../media/image138.png"/><Relationship Id="rId113" Type="http://schemas.openxmlformats.org/officeDocument/2006/relationships/image" Target="../media/image160.png"/><Relationship Id="rId134" Type="http://schemas.openxmlformats.org/officeDocument/2006/relationships/customXml" Target="../ink/ink153.xml"/><Relationship Id="rId80" Type="http://schemas.openxmlformats.org/officeDocument/2006/relationships/customXml" Target="../ink/ink126.xml"/><Relationship Id="rId155" Type="http://schemas.openxmlformats.org/officeDocument/2006/relationships/image" Target="../media/image181.png"/><Relationship Id="rId176" Type="http://schemas.openxmlformats.org/officeDocument/2006/relationships/customXml" Target="../ink/ink174.xml"/><Relationship Id="rId197" Type="http://schemas.openxmlformats.org/officeDocument/2006/relationships/image" Target="../media/image202.png"/><Relationship Id="rId201" Type="http://schemas.openxmlformats.org/officeDocument/2006/relationships/image" Target="../media/image204.png"/><Relationship Id="rId222" Type="http://schemas.openxmlformats.org/officeDocument/2006/relationships/customXml" Target="../ink/ink197.xml"/><Relationship Id="rId17" Type="http://schemas.openxmlformats.org/officeDocument/2006/relationships/image" Target="../media/image112.png"/><Relationship Id="rId38" Type="http://schemas.openxmlformats.org/officeDocument/2006/relationships/customXml" Target="../ink/ink105.xml"/><Relationship Id="rId59" Type="http://schemas.openxmlformats.org/officeDocument/2006/relationships/image" Target="../media/image133.png"/><Relationship Id="rId103" Type="http://schemas.openxmlformats.org/officeDocument/2006/relationships/image" Target="../media/image155.png"/><Relationship Id="rId124" Type="http://schemas.openxmlformats.org/officeDocument/2006/relationships/customXml" Target="../ink/ink148.xml"/><Relationship Id="rId70" Type="http://schemas.openxmlformats.org/officeDocument/2006/relationships/customXml" Target="../ink/ink121.xml"/><Relationship Id="rId91" Type="http://schemas.openxmlformats.org/officeDocument/2006/relationships/image" Target="../media/image149.png"/><Relationship Id="rId145" Type="http://schemas.openxmlformats.org/officeDocument/2006/relationships/image" Target="../media/image176.png"/><Relationship Id="rId166" Type="http://schemas.openxmlformats.org/officeDocument/2006/relationships/customXml" Target="../ink/ink169.xml"/><Relationship Id="rId187" Type="http://schemas.openxmlformats.org/officeDocument/2006/relationships/image" Target="../media/image197.png"/><Relationship Id="rId1" Type="http://schemas.openxmlformats.org/officeDocument/2006/relationships/slideLayout" Target="../slideLayouts/slideLayout14.xml"/><Relationship Id="rId212" Type="http://schemas.openxmlformats.org/officeDocument/2006/relationships/customXml" Target="../ink/ink192.xml"/><Relationship Id="rId233" Type="http://schemas.openxmlformats.org/officeDocument/2006/relationships/image" Target="../media/image220.png"/><Relationship Id="rId28" Type="http://schemas.openxmlformats.org/officeDocument/2006/relationships/customXml" Target="../ink/ink100.xml"/><Relationship Id="rId49" Type="http://schemas.openxmlformats.org/officeDocument/2006/relationships/image" Target="../media/image128.png"/><Relationship Id="rId114" Type="http://schemas.openxmlformats.org/officeDocument/2006/relationships/customXml" Target="../ink/ink143.xml"/><Relationship Id="rId60" Type="http://schemas.openxmlformats.org/officeDocument/2006/relationships/customXml" Target="../ink/ink116.xml"/><Relationship Id="rId81" Type="http://schemas.openxmlformats.org/officeDocument/2006/relationships/image" Target="../media/image144.png"/><Relationship Id="rId135" Type="http://schemas.openxmlformats.org/officeDocument/2006/relationships/image" Target="../media/image171.png"/><Relationship Id="rId156" Type="http://schemas.openxmlformats.org/officeDocument/2006/relationships/customXml" Target="../ink/ink164.xml"/><Relationship Id="rId177" Type="http://schemas.openxmlformats.org/officeDocument/2006/relationships/image" Target="../media/image192.png"/><Relationship Id="rId198" Type="http://schemas.openxmlformats.org/officeDocument/2006/relationships/customXml" Target="../ink/ink185.xml"/><Relationship Id="rId202" Type="http://schemas.openxmlformats.org/officeDocument/2006/relationships/customXml" Target="../ink/ink187.xml"/><Relationship Id="rId223" Type="http://schemas.openxmlformats.org/officeDocument/2006/relationships/image" Target="../media/image215.png"/><Relationship Id="rId18" Type="http://schemas.openxmlformats.org/officeDocument/2006/relationships/customXml" Target="../ink/ink95.xml"/><Relationship Id="rId39" Type="http://schemas.openxmlformats.org/officeDocument/2006/relationships/image" Target="../media/image123.png"/><Relationship Id="rId50" Type="http://schemas.openxmlformats.org/officeDocument/2006/relationships/customXml" Target="../ink/ink111.xml"/><Relationship Id="rId104" Type="http://schemas.openxmlformats.org/officeDocument/2006/relationships/customXml" Target="../ink/ink138.xml"/><Relationship Id="rId125" Type="http://schemas.openxmlformats.org/officeDocument/2006/relationships/image" Target="../media/image166.png"/><Relationship Id="rId146" Type="http://schemas.openxmlformats.org/officeDocument/2006/relationships/customXml" Target="../ink/ink159.xml"/><Relationship Id="rId167" Type="http://schemas.openxmlformats.org/officeDocument/2006/relationships/image" Target="../media/image187.png"/><Relationship Id="rId188" Type="http://schemas.openxmlformats.org/officeDocument/2006/relationships/customXml" Target="../ink/ink180.xml"/><Relationship Id="rId71" Type="http://schemas.openxmlformats.org/officeDocument/2006/relationships/image" Target="../media/image139.png"/><Relationship Id="rId92" Type="http://schemas.openxmlformats.org/officeDocument/2006/relationships/customXml" Target="../ink/ink132.xml"/><Relationship Id="rId213" Type="http://schemas.openxmlformats.org/officeDocument/2006/relationships/image" Target="../media/image210.png"/><Relationship Id="rId234" Type="http://schemas.openxmlformats.org/officeDocument/2006/relationships/customXml" Target="../ink/ink203.xml"/><Relationship Id="rId2" Type="http://schemas.openxmlformats.org/officeDocument/2006/relationships/notesSlide" Target="../notesSlides/notesSlide16.xml"/><Relationship Id="rId29" Type="http://schemas.openxmlformats.org/officeDocument/2006/relationships/image" Target="../media/image118.png"/><Relationship Id="rId40" Type="http://schemas.openxmlformats.org/officeDocument/2006/relationships/customXml" Target="../ink/ink106.xml"/><Relationship Id="rId115" Type="http://schemas.openxmlformats.org/officeDocument/2006/relationships/image" Target="../media/image161.png"/><Relationship Id="rId136" Type="http://schemas.openxmlformats.org/officeDocument/2006/relationships/customXml" Target="../ink/ink154.xml"/><Relationship Id="rId157" Type="http://schemas.openxmlformats.org/officeDocument/2006/relationships/image" Target="../media/image182.png"/><Relationship Id="rId178" Type="http://schemas.openxmlformats.org/officeDocument/2006/relationships/customXml" Target="../ink/ink175.xml"/><Relationship Id="rId61" Type="http://schemas.openxmlformats.org/officeDocument/2006/relationships/image" Target="../media/image134.png"/><Relationship Id="rId82" Type="http://schemas.openxmlformats.org/officeDocument/2006/relationships/customXml" Target="../ink/ink127.xml"/><Relationship Id="rId199" Type="http://schemas.openxmlformats.org/officeDocument/2006/relationships/image" Target="../media/image203.png"/><Relationship Id="rId203" Type="http://schemas.openxmlformats.org/officeDocument/2006/relationships/image" Target="../media/image205.png"/><Relationship Id="rId19" Type="http://schemas.openxmlformats.org/officeDocument/2006/relationships/image" Target="../media/image113.png"/><Relationship Id="rId224" Type="http://schemas.openxmlformats.org/officeDocument/2006/relationships/customXml" Target="../ink/ink198.xml"/><Relationship Id="rId30" Type="http://schemas.openxmlformats.org/officeDocument/2006/relationships/customXml" Target="../ink/ink101.xml"/><Relationship Id="rId105" Type="http://schemas.openxmlformats.org/officeDocument/2006/relationships/image" Target="../media/image156.png"/><Relationship Id="rId126" Type="http://schemas.openxmlformats.org/officeDocument/2006/relationships/customXml" Target="../ink/ink149.xml"/><Relationship Id="rId147" Type="http://schemas.openxmlformats.org/officeDocument/2006/relationships/image" Target="../media/image177.png"/><Relationship Id="rId168" Type="http://schemas.openxmlformats.org/officeDocument/2006/relationships/customXml" Target="../ink/ink170.xml"/><Relationship Id="rId51" Type="http://schemas.openxmlformats.org/officeDocument/2006/relationships/image" Target="../media/image129.png"/><Relationship Id="rId72" Type="http://schemas.openxmlformats.org/officeDocument/2006/relationships/customXml" Target="../ink/ink122.xml"/><Relationship Id="rId93" Type="http://schemas.openxmlformats.org/officeDocument/2006/relationships/image" Target="../media/image150.png"/><Relationship Id="rId189" Type="http://schemas.openxmlformats.org/officeDocument/2006/relationships/image" Target="../media/image198.png"/><Relationship Id="rId3" Type="http://schemas.openxmlformats.org/officeDocument/2006/relationships/image" Target="../media/image103.png"/><Relationship Id="rId214" Type="http://schemas.openxmlformats.org/officeDocument/2006/relationships/customXml" Target="../ink/ink193.xml"/><Relationship Id="rId235" Type="http://schemas.openxmlformats.org/officeDocument/2006/relationships/image" Target="../media/image221.png"/><Relationship Id="rId116" Type="http://schemas.openxmlformats.org/officeDocument/2006/relationships/customXml" Target="../ink/ink144.xml"/><Relationship Id="rId137" Type="http://schemas.openxmlformats.org/officeDocument/2006/relationships/image" Target="../media/image172.png"/><Relationship Id="rId158" Type="http://schemas.openxmlformats.org/officeDocument/2006/relationships/customXml" Target="../ink/ink165.xml"/><Relationship Id="rId20" Type="http://schemas.openxmlformats.org/officeDocument/2006/relationships/customXml" Target="../ink/ink96.xml"/><Relationship Id="rId41" Type="http://schemas.openxmlformats.org/officeDocument/2006/relationships/image" Target="../media/image124.png"/><Relationship Id="rId62" Type="http://schemas.openxmlformats.org/officeDocument/2006/relationships/customXml" Target="../ink/ink117.xml"/><Relationship Id="rId83" Type="http://schemas.openxmlformats.org/officeDocument/2006/relationships/image" Target="../media/image145.png"/><Relationship Id="rId179" Type="http://schemas.openxmlformats.org/officeDocument/2006/relationships/image" Target="../media/image19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  <a:prstDash val="solid"/>
          </a:ln>
        </p:spPr>
      </p:pic>
      <p:sp>
        <p:nvSpPr>
          <p:cNvPr id="3" name="AutoShape 3"/>
          <p:cNvSpPr/>
          <p:nvPr/>
        </p:nvSpPr>
        <p:spPr>
          <a:xfrm>
            <a:off x="219081" y="424770"/>
            <a:ext cx="5664200" cy="39624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0" tIns="0" rIns="0" bIns="0" rtlCol="0" anchor="ctr">
            <a:noAutofit/>
          </a:bodyPr>
          <a:lstStyle/>
          <a:p>
            <a:pPr indent="0" algn="ctr">
              <a:lnSpc>
                <a:spcPct val="125000"/>
              </a:lnSpc>
              <a:defRPr/>
            </a:pPr>
            <a:r>
              <a:rPr lang="en-US" sz="5200" b="1" i="0" u="none" strike="noStrike" dirty="0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蓝桥杯2026届Python冲刺课</a:t>
            </a:r>
            <a:endParaRPr lang="en-US" sz="1100" dirty="0"/>
          </a:p>
          <a:p>
            <a:pPr indent="0" algn="ctr">
              <a:lnSpc>
                <a:spcPct val="125000"/>
              </a:lnSpc>
            </a:pPr>
            <a:r>
              <a:rPr lang="en-US" sz="5200" b="1" i="0" u="none" strike="noStrike" dirty="0" err="1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时间复杂度</a:t>
            </a:r>
            <a:r>
              <a:rPr lang="en-US" sz="5200" b="1" i="0" u="none" strike="noStrike" dirty="0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 &amp; </a:t>
            </a:r>
            <a:r>
              <a:rPr lang="en-US" sz="5200" b="1" i="0" u="none" strike="noStrike" dirty="0" err="1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哈希</a:t>
            </a:r>
            <a:r>
              <a:rPr lang="en-US" sz="5200" b="1" i="0" u="none" strike="noStrike" dirty="0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 &amp; </a:t>
            </a:r>
            <a:r>
              <a:rPr lang="en-US" sz="5200" b="1" i="0" u="none" strike="noStrike" dirty="0" err="1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前缀和</a:t>
            </a:r>
            <a:endParaRPr lang="en-US" sz="5200" b="1" i="0" u="none" strike="noStrike" dirty="0">
              <a:solidFill>
                <a:srgbClr val="000000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437973" y="1071929"/>
            <a:ext cx="10858500" cy="1981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0" tIns="0" rIns="0" bIns="0" rtlCol="0" anchor="ctr">
            <a:noAutofit/>
          </a:bodyPr>
          <a:lstStyle/>
          <a:p>
            <a:pPr indent="0" algn="ctr">
              <a:lnSpc>
                <a:spcPct val="125000"/>
              </a:lnSpc>
              <a:defRPr/>
            </a:pPr>
            <a:r>
              <a:rPr lang="en-US" sz="5200" b="1" i="0" u="none" strike="noStrike" dirty="0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蓝桥杯2026届Python冲刺课</a:t>
            </a:r>
            <a:endParaRPr lang="en-US" sz="1100" dirty="0"/>
          </a:p>
          <a:p>
            <a:pPr indent="0" algn="ctr">
              <a:lnSpc>
                <a:spcPct val="125000"/>
              </a:lnSpc>
            </a:pPr>
            <a:r>
              <a:rPr lang="en-US" sz="5200" b="1" i="0" u="none" strike="noStrike" dirty="0" err="1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时间复杂度</a:t>
            </a:r>
            <a:r>
              <a:rPr lang="en-US" sz="5200" b="1" i="0" u="none" strike="noStrike" dirty="0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en-US" sz="5200" b="1" dirty="0">
                <a:latin typeface="Noto Sans SC"/>
                <a:ea typeface="Noto Sans SC"/>
                <a:cs typeface="Noto Sans SC"/>
                <a:sym typeface="Noto Sans SC"/>
              </a:rPr>
              <a:t>&amp; </a:t>
            </a:r>
            <a:r>
              <a:rPr lang="zh-CN" altLang="en-US" sz="5200" b="1">
                <a:latin typeface="Noto Sans SC"/>
                <a:ea typeface="Noto Sans SC"/>
                <a:cs typeface="Noto Sans SC"/>
                <a:sym typeface="Noto Sans SC"/>
              </a:rPr>
              <a:t>模拟</a:t>
            </a:r>
            <a:r>
              <a:rPr lang="en-US" sz="5200" b="1" i="0" u="none" strike="noStrike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en-US" sz="5200" b="1" i="0" u="none" strike="noStrike" dirty="0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&amp; </a:t>
            </a:r>
            <a:r>
              <a:rPr lang="en-US" sz="5200" b="1" i="0" u="none" strike="noStrike" dirty="0" err="1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哈希</a:t>
            </a:r>
            <a:r>
              <a:rPr lang="en-US" sz="5200" b="1" i="0" u="none" strike="noStrike" dirty="0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 &amp; </a:t>
            </a:r>
            <a:r>
              <a:rPr lang="en-US" sz="5200" b="1" i="0" u="none" strike="noStrike" dirty="0" err="1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前缀和</a:t>
            </a:r>
            <a:endParaRPr lang="en-US" sz="5200" b="1" i="0" u="none" strike="noStrike" dirty="0">
              <a:solidFill>
                <a:srgbClr val="000000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1827370" y="4192786"/>
            <a:ext cx="8902700" cy="4826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0" tIns="0" rIns="0" bIns="0" rtlCol="0" anchor="ctr">
            <a:no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2500" b="0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  <a:hlinkClick r:id="rId3" tooltip="https://explorer-dong.github.io/ds-and-algo/templates-py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代码模板 【Python版】 - Dwj's Wiki (explorer-dong.github.io)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3" hasCustomPrompt="1"/>
          </p:nvPr>
        </p:nvSpPr>
        <p:spPr>
          <a:xfrm>
            <a:off x="171307" y="76136"/>
            <a:ext cx="7810500" cy="8636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algn="l">
              <a:lnSpc>
                <a:spcPct val="125000"/>
              </a:lnSpc>
              <a:defRPr sz="45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indent="0" algn="l">
              <a:lnSpc>
                <a:spcPct val="125000"/>
              </a:lnSpc>
            </a:pPr>
            <a:r>
              <a:rPr lang="en-US" sz="4500" b="1" i="0" u="none" strike="noStrike" dirty="0" err="1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>时间复杂度</a:t>
            </a:r>
            <a:endParaRPr lang="en-US" sz="4500" b="1" i="0" u="none" strike="noStrike" dirty="0">
              <a:solidFill>
                <a:srgbClr val="1F2329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307" y="860040"/>
            <a:ext cx="10104572" cy="5319852"/>
          </a:xfrm>
          <a:prstGeom prst="rect">
            <a:avLst/>
          </a:prstGeom>
          <a:ln>
            <a:noFill/>
            <a:prstDash val="solid"/>
          </a:ln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668D7AB-848B-D13B-E4B9-4D460CBD4A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21185" y="509005"/>
            <a:ext cx="7545898" cy="6086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127" name="墨迹 1126">
                <a:extLst>
                  <a:ext uri="{FF2B5EF4-FFF2-40B4-BE49-F238E27FC236}">
                    <a16:creationId xmlns:a16="http://schemas.microsoft.com/office/drawing/2014/main" id="{70462565-50D8-1E74-5C63-A60B34997A6F}"/>
                  </a:ext>
                </a:extLst>
              </p14:cNvPr>
              <p14:cNvContentPartPr/>
              <p14:nvPr/>
            </p14:nvContentPartPr>
            <p14:xfrm>
              <a:off x="1148852" y="2700743"/>
              <a:ext cx="726840" cy="9360"/>
            </p14:xfrm>
          </p:contentPart>
        </mc:Choice>
        <mc:Fallback xmlns="">
          <p:pic>
            <p:nvPicPr>
              <p:cNvPr id="1127" name="墨迹 1126">
                <a:extLst>
                  <a:ext uri="{FF2B5EF4-FFF2-40B4-BE49-F238E27FC236}">
                    <a16:creationId xmlns:a16="http://schemas.microsoft.com/office/drawing/2014/main" id="{70462565-50D8-1E74-5C63-A60B34997A6F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131212" y="2682743"/>
                <a:ext cx="762480" cy="4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128" name="墨迹 1127">
                <a:extLst>
                  <a:ext uri="{FF2B5EF4-FFF2-40B4-BE49-F238E27FC236}">
                    <a16:creationId xmlns:a16="http://schemas.microsoft.com/office/drawing/2014/main" id="{1622ED8A-D3B0-C273-A4AF-FC9728066A7D}"/>
                  </a:ext>
                </a:extLst>
              </p14:cNvPr>
              <p14:cNvContentPartPr/>
              <p14:nvPr/>
            </p14:nvContentPartPr>
            <p14:xfrm>
              <a:off x="1430012" y="3267023"/>
              <a:ext cx="2364120" cy="40320"/>
            </p14:xfrm>
          </p:contentPart>
        </mc:Choice>
        <mc:Fallback xmlns="">
          <p:pic>
            <p:nvPicPr>
              <p:cNvPr id="1128" name="墨迹 1127">
                <a:extLst>
                  <a:ext uri="{FF2B5EF4-FFF2-40B4-BE49-F238E27FC236}">
                    <a16:creationId xmlns:a16="http://schemas.microsoft.com/office/drawing/2014/main" id="{1622ED8A-D3B0-C273-A4AF-FC9728066A7D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12372" y="3249023"/>
                <a:ext cx="2399760" cy="759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3" hasCustomPrompt="1"/>
          </p:nvPr>
        </p:nvSpPr>
        <p:spPr>
          <a:xfrm>
            <a:off x="171307" y="76136"/>
            <a:ext cx="7810500" cy="8636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algn="l">
              <a:lnSpc>
                <a:spcPct val="125000"/>
              </a:lnSpc>
              <a:defRPr sz="45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indent="0" algn="l">
              <a:lnSpc>
                <a:spcPct val="125000"/>
              </a:lnSpc>
            </a:pPr>
            <a:r>
              <a:rPr lang="en-US" sz="4500" b="1" i="0" u="none" strike="noStrike" dirty="0" err="1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>时间复杂度</a:t>
            </a:r>
            <a:endParaRPr lang="en-US" sz="4500" b="1" i="0" u="none" strike="noStrike" dirty="0">
              <a:solidFill>
                <a:srgbClr val="1F2329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3" y="1127114"/>
            <a:ext cx="11773218" cy="5162149"/>
          </a:xfrm>
          <a:prstGeom prst="rect">
            <a:avLst/>
          </a:prstGeom>
          <a:ln>
            <a:noFill/>
            <a:prstDash val="solid"/>
          </a:ln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40" name="墨迹 39">
                <a:extLst>
                  <a:ext uri="{FF2B5EF4-FFF2-40B4-BE49-F238E27FC236}">
                    <a16:creationId xmlns:a16="http://schemas.microsoft.com/office/drawing/2014/main" id="{AD6EE382-8995-74EC-7D68-51745F6391AD}"/>
                  </a:ext>
                </a:extLst>
              </p14:cNvPr>
              <p14:cNvContentPartPr/>
              <p14:nvPr/>
            </p14:nvContentPartPr>
            <p14:xfrm>
              <a:off x="221852" y="4885943"/>
              <a:ext cx="361080" cy="1128240"/>
            </p14:xfrm>
          </p:contentPart>
        </mc:Choice>
        <mc:Fallback xmlns="">
          <p:pic>
            <p:nvPicPr>
              <p:cNvPr id="40" name="墨迹 39">
                <a:extLst>
                  <a:ext uri="{FF2B5EF4-FFF2-40B4-BE49-F238E27FC236}">
                    <a16:creationId xmlns:a16="http://schemas.microsoft.com/office/drawing/2014/main" id="{AD6EE382-8995-74EC-7D68-51745F6391A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04212" y="4868303"/>
                <a:ext cx="396720" cy="116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1" name="墨迹 40">
                <a:extLst>
                  <a:ext uri="{FF2B5EF4-FFF2-40B4-BE49-F238E27FC236}">
                    <a16:creationId xmlns:a16="http://schemas.microsoft.com/office/drawing/2014/main" id="{433010B4-F2DA-B0E4-FF20-BF19E21B6E54}"/>
                  </a:ext>
                </a:extLst>
              </p14:cNvPr>
              <p14:cNvContentPartPr/>
              <p14:nvPr/>
            </p14:nvContentPartPr>
            <p14:xfrm>
              <a:off x="1677692" y="5989343"/>
              <a:ext cx="667440" cy="30240"/>
            </p14:xfrm>
          </p:contentPart>
        </mc:Choice>
        <mc:Fallback xmlns="">
          <p:pic>
            <p:nvPicPr>
              <p:cNvPr id="41" name="墨迹 40">
                <a:extLst>
                  <a:ext uri="{FF2B5EF4-FFF2-40B4-BE49-F238E27FC236}">
                    <a16:creationId xmlns:a16="http://schemas.microsoft.com/office/drawing/2014/main" id="{433010B4-F2DA-B0E4-FF20-BF19E21B6E5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659692" y="5971343"/>
                <a:ext cx="703080" cy="6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2" name="墨迹 41">
                <a:extLst>
                  <a:ext uri="{FF2B5EF4-FFF2-40B4-BE49-F238E27FC236}">
                    <a16:creationId xmlns:a16="http://schemas.microsoft.com/office/drawing/2014/main" id="{530402D1-4896-B782-23EB-AC8826EE7098}"/>
                  </a:ext>
                </a:extLst>
              </p14:cNvPr>
              <p14:cNvContentPartPr/>
              <p14:nvPr/>
            </p14:nvContentPartPr>
            <p14:xfrm>
              <a:off x="884612" y="5334143"/>
              <a:ext cx="2207160" cy="683640"/>
            </p14:xfrm>
          </p:contentPart>
        </mc:Choice>
        <mc:Fallback xmlns="">
          <p:pic>
            <p:nvPicPr>
              <p:cNvPr id="42" name="墨迹 41">
                <a:extLst>
                  <a:ext uri="{FF2B5EF4-FFF2-40B4-BE49-F238E27FC236}">
                    <a16:creationId xmlns:a16="http://schemas.microsoft.com/office/drawing/2014/main" id="{530402D1-4896-B782-23EB-AC8826EE709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66972" y="5316503"/>
                <a:ext cx="2242800" cy="71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09" name="墨迹 108">
                <a:extLst>
                  <a:ext uri="{FF2B5EF4-FFF2-40B4-BE49-F238E27FC236}">
                    <a16:creationId xmlns:a16="http://schemas.microsoft.com/office/drawing/2014/main" id="{014A2E74-7816-1B5C-0691-43FE5763247B}"/>
                  </a:ext>
                </a:extLst>
              </p14:cNvPr>
              <p14:cNvContentPartPr/>
              <p14:nvPr/>
            </p14:nvContentPartPr>
            <p14:xfrm>
              <a:off x="292772" y="3102143"/>
              <a:ext cx="1481760" cy="844560"/>
            </p14:xfrm>
          </p:contentPart>
        </mc:Choice>
        <mc:Fallback xmlns="">
          <p:pic>
            <p:nvPicPr>
              <p:cNvPr id="109" name="墨迹 108">
                <a:extLst>
                  <a:ext uri="{FF2B5EF4-FFF2-40B4-BE49-F238E27FC236}">
                    <a16:creationId xmlns:a16="http://schemas.microsoft.com/office/drawing/2014/main" id="{014A2E74-7816-1B5C-0691-43FE5763247B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74772" y="3084143"/>
                <a:ext cx="1517400" cy="88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10" name="墨迹 109">
                <a:extLst>
                  <a:ext uri="{FF2B5EF4-FFF2-40B4-BE49-F238E27FC236}">
                    <a16:creationId xmlns:a16="http://schemas.microsoft.com/office/drawing/2014/main" id="{D8FD8C0B-7DA4-50DB-F7B6-03628703FA8E}"/>
                  </a:ext>
                </a:extLst>
              </p14:cNvPr>
              <p14:cNvContentPartPr/>
              <p14:nvPr/>
            </p14:nvContentPartPr>
            <p14:xfrm>
              <a:off x="1256852" y="3581663"/>
              <a:ext cx="68400" cy="109800"/>
            </p14:xfrm>
          </p:contentPart>
        </mc:Choice>
        <mc:Fallback xmlns="">
          <p:pic>
            <p:nvPicPr>
              <p:cNvPr id="110" name="墨迹 109">
                <a:extLst>
                  <a:ext uri="{FF2B5EF4-FFF2-40B4-BE49-F238E27FC236}">
                    <a16:creationId xmlns:a16="http://schemas.microsoft.com/office/drawing/2014/main" id="{D8FD8C0B-7DA4-50DB-F7B6-03628703FA8E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239212" y="3564023"/>
                <a:ext cx="104040" cy="14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11" name="墨迹 110">
                <a:extLst>
                  <a:ext uri="{FF2B5EF4-FFF2-40B4-BE49-F238E27FC236}">
                    <a16:creationId xmlns:a16="http://schemas.microsoft.com/office/drawing/2014/main" id="{DE1233FB-28B4-C840-ACD8-B39E562B9B43}"/>
                  </a:ext>
                </a:extLst>
              </p14:cNvPr>
              <p14:cNvContentPartPr/>
              <p14:nvPr/>
            </p14:nvContentPartPr>
            <p14:xfrm>
              <a:off x="4630412" y="1430303"/>
              <a:ext cx="208440" cy="544320"/>
            </p14:xfrm>
          </p:contentPart>
        </mc:Choice>
        <mc:Fallback xmlns="">
          <p:pic>
            <p:nvPicPr>
              <p:cNvPr id="111" name="墨迹 110">
                <a:extLst>
                  <a:ext uri="{FF2B5EF4-FFF2-40B4-BE49-F238E27FC236}">
                    <a16:creationId xmlns:a16="http://schemas.microsoft.com/office/drawing/2014/main" id="{DE1233FB-28B4-C840-ACD8-B39E562B9B43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4612772" y="1412303"/>
                <a:ext cx="244080" cy="57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12" name="墨迹 111">
                <a:extLst>
                  <a:ext uri="{FF2B5EF4-FFF2-40B4-BE49-F238E27FC236}">
                    <a16:creationId xmlns:a16="http://schemas.microsoft.com/office/drawing/2014/main" id="{C50BECD2-E18E-9D84-CD2F-848AD6BDD0AE}"/>
                  </a:ext>
                </a:extLst>
              </p14:cNvPr>
              <p14:cNvContentPartPr/>
              <p14:nvPr/>
            </p14:nvContentPartPr>
            <p14:xfrm>
              <a:off x="5289572" y="1474223"/>
              <a:ext cx="341640" cy="407880"/>
            </p14:xfrm>
          </p:contentPart>
        </mc:Choice>
        <mc:Fallback xmlns="">
          <p:pic>
            <p:nvPicPr>
              <p:cNvPr id="112" name="墨迹 111">
                <a:extLst>
                  <a:ext uri="{FF2B5EF4-FFF2-40B4-BE49-F238E27FC236}">
                    <a16:creationId xmlns:a16="http://schemas.microsoft.com/office/drawing/2014/main" id="{C50BECD2-E18E-9D84-CD2F-848AD6BDD0AE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5271932" y="1456583"/>
                <a:ext cx="377280" cy="443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8" name="组合 117">
            <a:extLst>
              <a:ext uri="{FF2B5EF4-FFF2-40B4-BE49-F238E27FC236}">
                <a16:creationId xmlns:a16="http://schemas.microsoft.com/office/drawing/2014/main" id="{AC67131A-5369-0B33-3955-267AA6A36C68}"/>
              </a:ext>
            </a:extLst>
          </p:cNvPr>
          <p:cNvGrpSpPr/>
          <p:nvPr/>
        </p:nvGrpSpPr>
        <p:grpSpPr>
          <a:xfrm>
            <a:off x="5926052" y="1027463"/>
            <a:ext cx="491400" cy="462600"/>
            <a:chOff x="5926052" y="1027463"/>
            <a:chExt cx="491400" cy="462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6" name="墨迹 115">
                  <a:extLst>
                    <a:ext uri="{FF2B5EF4-FFF2-40B4-BE49-F238E27FC236}">
                      <a16:creationId xmlns:a16="http://schemas.microsoft.com/office/drawing/2014/main" id="{F737FB60-D0BD-707E-F67F-6A8ECBEC9CF9}"/>
                    </a:ext>
                  </a:extLst>
                </p14:cNvPr>
                <p14:cNvContentPartPr/>
                <p14:nvPr/>
              </p14:nvContentPartPr>
              <p14:xfrm>
                <a:off x="5990132" y="1062743"/>
                <a:ext cx="427320" cy="427320"/>
              </p14:xfrm>
            </p:contentPart>
          </mc:Choice>
          <mc:Fallback xmlns="">
            <p:pic>
              <p:nvPicPr>
                <p:cNvPr id="116" name="墨迹 115">
                  <a:extLst>
                    <a:ext uri="{FF2B5EF4-FFF2-40B4-BE49-F238E27FC236}">
                      <a16:creationId xmlns:a16="http://schemas.microsoft.com/office/drawing/2014/main" id="{F737FB60-D0BD-707E-F67F-6A8ECBEC9CF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972132" y="1044743"/>
                  <a:ext cx="462960" cy="46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7" name="墨迹 116">
                  <a:extLst>
                    <a:ext uri="{FF2B5EF4-FFF2-40B4-BE49-F238E27FC236}">
                      <a16:creationId xmlns:a16="http://schemas.microsoft.com/office/drawing/2014/main" id="{02FD8A39-EEDF-6C77-28E7-8E3223A574C7}"/>
                    </a:ext>
                  </a:extLst>
                </p14:cNvPr>
                <p14:cNvContentPartPr/>
                <p14:nvPr/>
              </p14:nvContentPartPr>
              <p14:xfrm>
                <a:off x="5926052" y="1027463"/>
                <a:ext cx="114120" cy="327240"/>
              </p14:xfrm>
            </p:contentPart>
          </mc:Choice>
          <mc:Fallback xmlns="">
            <p:pic>
              <p:nvPicPr>
                <p:cNvPr id="117" name="墨迹 116">
                  <a:extLst>
                    <a:ext uri="{FF2B5EF4-FFF2-40B4-BE49-F238E27FC236}">
                      <a16:creationId xmlns:a16="http://schemas.microsoft.com/office/drawing/2014/main" id="{02FD8A39-EEDF-6C77-28E7-8E3223A574C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908412" y="1009463"/>
                  <a:ext cx="149760" cy="362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6" name="组合 125">
            <a:extLst>
              <a:ext uri="{FF2B5EF4-FFF2-40B4-BE49-F238E27FC236}">
                <a16:creationId xmlns:a16="http://schemas.microsoft.com/office/drawing/2014/main" id="{4955358C-6E63-386B-0F95-5A7C5B24124B}"/>
              </a:ext>
            </a:extLst>
          </p:cNvPr>
          <p:cNvGrpSpPr/>
          <p:nvPr/>
        </p:nvGrpSpPr>
        <p:grpSpPr>
          <a:xfrm>
            <a:off x="3632852" y="1472063"/>
            <a:ext cx="688320" cy="321840"/>
            <a:chOff x="3632852" y="1472063"/>
            <a:chExt cx="688320" cy="321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19" name="墨迹 118">
                  <a:extLst>
                    <a:ext uri="{FF2B5EF4-FFF2-40B4-BE49-F238E27FC236}">
                      <a16:creationId xmlns:a16="http://schemas.microsoft.com/office/drawing/2014/main" id="{3B8EEA01-737A-AA41-873C-41C8614FCE80}"/>
                    </a:ext>
                  </a:extLst>
                </p14:cNvPr>
                <p14:cNvContentPartPr/>
                <p14:nvPr/>
              </p14:nvContentPartPr>
              <p14:xfrm>
                <a:off x="3632852" y="1472063"/>
                <a:ext cx="203760" cy="321840"/>
              </p14:xfrm>
            </p:contentPart>
          </mc:Choice>
          <mc:Fallback xmlns="">
            <p:pic>
              <p:nvPicPr>
                <p:cNvPr id="119" name="墨迹 118">
                  <a:extLst>
                    <a:ext uri="{FF2B5EF4-FFF2-40B4-BE49-F238E27FC236}">
                      <a16:creationId xmlns:a16="http://schemas.microsoft.com/office/drawing/2014/main" id="{3B8EEA01-737A-AA41-873C-41C8614FCE8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614852" y="1454423"/>
                  <a:ext cx="23940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20" name="墨迹 119">
                  <a:extLst>
                    <a:ext uri="{FF2B5EF4-FFF2-40B4-BE49-F238E27FC236}">
                      <a16:creationId xmlns:a16="http://schemas.microsoft.com/office/drawing/2014/main" id="{F307BF04-B138-3572-9843-B9A735E94A6D}"/>
                    </a:ext>
                  </a:extLst>
                </p14:cNvPr>
                <p14:cNvContentPartPr/>
                <p14:nvPr/>
              </p14:nvContentPartPr>
              <p14:xfrm>
                <a:off x="4014092" y="1593743"/>
                <a:ext cx="291600" cy="25920"/>
              </p14:xfrm>
            </p:contentPart>
          </mc:Choice>
          <mc:Fallback xmlns="">
            <p:pic>
              <p:nvPicPr>
                <p:cNvPr id="120" name="墨迹 119">
                  <a:extLst>
                    <a:ext uri="{FF2B5EF4-FFF2-40B4-BE49-F238E27FC236}">
                      <a16:creationId xmlns:a16="http://schemas.microsoft.com/office/drawing/2014/main" id="{F307BF04-B138-3572-9843-B9A735E94A6D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996092" y="1576103"/>
                  <a:ext cx="32724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21" name="墨迹 120">
                  <a:extLst>
                    <a:ext uri="{FF2B5EF4-FFF2-40B4-BE49-F238E27FC236}">
                      <a16:creationId xmlns:a16="http://schemas.microsoft.com/office/drawing/2014/main" id="{7D1640CB-6AB0-456A-9045-08C35E270DCF}"/>
                    </a:ext>
                  </a:extLst>
                </p14:cNvPr>
                <p14:cNvContentPartPr/>
                <p14:nvPr/>
              </p14:nvContentPartPr>
              <p14:xfrm>
                <a:off x="4043252" y="1715423"/>
                <a:ext cx="277920" cy="52200"/>
              </p14:xfrm>
            </p:contentPart>
          </mc:Choice>
          <mc:Fallback xmlns="">
            <p:pic>
              <p:nvPicPr>
                <p:cNvPr id="121" name="墨迹 120">
                  <a:extLst>
                    <a:ext uri="{FF2B5EF4-FFF2-40B4-BE49-F238E27FC236}">
                      <a16:creationId xmlns:a16="http://schemas.microsoft.com/office/drawing/2014/main" id="{7D1640CB-6AB0-456A-9045-08C35E270DCF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025612" y="1697423"/>
                  <a:ext cx="313560" cy="8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组合 134">
            <a:extLst>
              <a:ext uri="{FF2B5EF4-FFF2-40B4-BE49-F238E27FC236}">
                <a16:creationId xmlns:a16="http://schemas.microsoft.com/office/drawing/2014/main" id="{66EE0EC1-C576-DABD-BD60-0B71591CF37C}"/>
              </a:ext>
            </a:extLst>
          </p:cNvPr>
          <p:cNvGrpSpPr/>
          <p:nvPr/>
        </p:nvGrpSpPr>
        <p:grpSpPr>
          <a:xfrm>
            <a:off x="4113092" y="2352263"/>
            <a:ext cx="3034800" cy="1365840"/>
            <a:chOff x="4113092" y="2352263"/>
            <a:chExt cx="3034800" cy="1365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22" name="墨迹 121">
                  <a:extLst>
                    <a:ext uri="{FF2B5EF4-FFF2-40B4-BE49-F238E27FC236}">
                      <a16:creationId xmlns:a16="http://schemas.microsoft.com/office/drawing/2014/main" id="{4A69276C-4A5A-3DC3-7D5D-E032CF5F26A8}"/>
                    </a:ext>
                  </a:extLst>
                </p14:cNvPr>
                <p14:cNvContentPartPr/>
                <p14:nvPr/>
              </p14:nvContentPartPr>
              <p14:xfrm>
                <a:off x="4113092" y="2638103"/>
                <a:ext cx="56160" cy="619200"/>
              </p14:xfrm>
            </p:contentPart>
          </mc:Choice>
          <mc:Fallback xmlns="">
            <p:pic>
              <p:nvPicPr>
                <p:cNvPr id="122" name="墨迹 121">
                  <a:extLst>
                    <a:ext uri="{FF2B5EF4-FFF2-40B4-BE49-F238E27FC236}">
                      <a16:creationId xmlns:a16="http://schemas.microsoft.com/office/drawing/2014/main" id="{4A69276C-4A5A-3DC3-7D5D-E032CF5F26A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095452" y="2620463"/>
                  <a:ext cx="91800" cy="65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23" name="墨迹 122">
                  <a:extLst>
                    <a:ext uri="{FF2B5EF4-FFF2-40B4-BE49-F238E27FC236}">
                      <a16:creationId xmlns:a16="http://schemas.microsoft.com/office/drawing/2014/main" id="{032AE0B7-4145-646F-B897-B726E5E6FCBB}"/>
                    </a:ext>
                  </a:extLst>
                </p14:cNvPr>
                <p14:cNvContentPartPr/>
                <p14:nvPr/>
              </p14:nvContentPartPr>
              <p14:xfrm>
                <a:off x="4349252" y="2902703"/>
                <a:ext cx="124560" cy="296640"/>
              </p14:xfrm>
            </p:contentPart>
          </mc:Choice>
          <mc:Fallback xmlns="">
            <p:pic>
              <p:nvPicPr>
                <p:cNvPr id="123" name="墨迹 122">
                  <a:extLst>
                    <a:ext uri="{FF2B5EF4-FFF2-40B4-BE49-F238E27FC236}">
                      <a16:creationId xmlns:a16="http://schemas.microsoft.com/office/drawing/2014/main" id="{032AE0B7-4145-646F-B897-B726E5E6FCBB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331252" y="2885063"/>
                  <a:ext cx="160200" cy="33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24" name="墨迹 123">
                  <a:extLst>
                    <a:ext uri="{FF2B5EF4-FFF2-40B4-BE49-F238E27FC236}">
                      <a16:creationId xmlns:a16="http://schemas.microsoft.com/office/drawing/2014/main" id="{C2BAA025-6591-AC04-8027-928CE35BEBD9}"/>
                    </a:ext>
                  </a:extLst>
                </p14:cNvPr>
                <p14:cNvContentPartPr/>
                <p14:nvPr/>
              </p14:nvContentPartPr>
              <p14:xfrm>
                <a:off x="4677572" y="2874983"/>
                <a:ext cx="118800" cy="843120"/>
              </p14:xfrm>
            </p:contentPart>
          </mc:Choice>
          <mc:Fallback xmlns="">
            <p:pic>
              <p:nvPicPr>
                <p:cNvPr id="124" name="墨迹 123">
                  <a:extLst>
                    <a:ext uri="{FF2B5EF4-FFF2-40B4-BE49-F238E27FC236}">
                      <a16:creationId xmlns:a16="http://schemas.microsoft.com/office/drawing/2014/main" id="{C2BAA025-6591-AC04-8027-928CE35BEBD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59572" y="2857343"/>
                  <a:ext cx="154440" cy="87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27" name="墨迹 126">
                  <a:extLst>
                    <a:ext uri="{FF2B5EF4-FFF2-40B4-BE49-F238E27FC236}">
                      <a16:creationId xmlns:a16="http://schemas.microsoft.com/office/drawing/2014/main" id="{593CC371-5B0D-E266-79B4-7EF97AFF6806}"/>
                    </a:ext>
                  </a:extLst>
                </p14:cNvPr>
                <p14:cNvContentPartPr/>
                <p14:nvPr/>
              </p14:nvContentPartPr>
              <p14:xfrm>
                <a:off x="4999772" y="3150023"/>
                <a:ext cx="172800" cy="210600"/>
              </p14:xfrm>
            </p:contentPart>
          </mc:Choice>
          <mc:Fallback xmlns="">
            <p:pic>
              <p:nvPicPr>
                <p:cNvPr id="127" name="墨迹 126">
                  <a:extLst>
                    <a:ext uri="{FF2B5EF4-FFF2-40B4-BE49-F238E27FC236}">
                      <a16:creationId xmlns:a16="http://schemas.microsoft.com/office/drawing/2014/main" id="{593CC371-5B0D-E266-79B4-7EF97AFF680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981772" y="3132023"/>
                  <a:ext cx="20844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128" name="墨迹 127">
                  <a:extLst>
                    <a:ext uri="{FF2B5EF4-FFF2-40B4-BE49-F238E27FC236}">
                      <a16:creationId xmlns:a16="http://schemas.microsoft.com/office/drawing/2014/main" id="{74CF1EF4-6FE0-DEA9-B0C0-94757702E3B8}"/>
                    </a:ext>
                  </a:extLst>
                </p14:cNvPr>
                <p14:cNvContentPartPr/>
                <p14:nvPr/>
              </p14:nvContentPartPr>
              <p14:xfrm>
                <a:off x="5443652" y="2835383"/>
                <a:ext cx="101520" cy="378000"/>
              </p14:xfrm>
            </p:contentPart>
          </mc:Choice>
          <mc:Fallback xmlns="">
            <p:pic>
              <p:nvPicPr>
                <p:cNvPr id="128" name="墨迹 127">
                  <a:extLst>
                    <a:ext uri="{FF2B5EF4-FFF2-40B4-BE49-F238E27FC236}">
                      <a16:creationId xmlns:a16="http://schemas.microsoft.com/office/drawing/2014/main" id="{74CF1EF4-6FE0-DEA9-B0C0-94757702E3B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426012" y="2817383"/>
                  <a:ext cx="137160" cy="41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129" name="墨迹 128">
                  <a:extLst>
                    <a:ext uri="{FF2B5EF4-FFF2-40B4-BE49-F238E27FC236}">
                      <a16:creationId xmlns:a16="http://schemas.microsoft.com/office/drawing/2014/main" id="{C1FF944C-83B1-F1D6-3168-3CAB0C574E2E}"/>
                    </a:ext>
                  </a:extLst>
                </p14:cNvPr>
                <p14:cNvContentPartPr/>
                <p14:nvPr/>
              </p14:nvContentPartPr>
              <p14:xfrm>
                <a:off x="5640212" y="2895863"/>
                <a:ext cx="138600" cy="237960"/>
              </p14:xfrm>
            </p:contentPart>
          </mc:Choice>
          <mc:Fallback xmlns="">
            <p:pic>
              <p:nvPicPr>
                <p:cNvPr id="129" name="墨迹 128">
                  <a:extLst>
                    <a:ext uri="{FF2B5EF4-FFF2-40B4-BE49-F238E27FC236}">
                      <a16:creationId xmlns:a16="http://schemas.microsoft.com/office/drawing/2014/main" id="{C1FF944C-83B1-F1D6-3168-3CAB0C574E2E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622212" y="2877863"/>
                  <a:ext cx="17424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130" name="墨迹 129">
                  <a:extLst>
                    <a:ext uri="{FF2B5EF4-FFF2-40B4-BE49-F238E27FC236}">
                      <a16:creationId xmlns:a16="http://schemas.microsoft.com/office/drawing/2014/main" id="{BD450685-DD34-9F02-2595-FF551C626457}"/>
                    </a:ext>
                  </a:extLst>
                </p14:cNvPr>
                <p14:cNvContentPartPr/>
                <p14:nvPr/>
              </p14:nvContentPartPr>
              <p14:xfrm>
                <a:off x="5850812" y="2482223"/>
                <a:ext cx="21960" cy="171720"/>
              </p14:xfrm>
            </p:contentPart>
          </mc:Choice>
          <mc:Fallback xmlns="">
            <p:pic>
              <p:nvPicPr>
                <p:cNvPr id="130" name="墨迹 129">
                  <a:extLst>
                    <a:ext uri="{FF2B5EF4-FFF2-40B4-BE49-F238E27FC236}">
                      <a16:creationId xmlns:a16="http://schemas.microsoft.com/office/drawing/2014/main" id="{BD450685-DD34-9F02-2595-FF551C62645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832812" y="2464223"/>
                  <a:ext cx="5760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131" name="墨迹 130">
                  <a:extLst>
                    <a:ext uri="{FF2B5EF4-FFF2-40B4-BE49-F238E27FC236}">
                      <a16:creationId xmlns:a16="http://schemas.microsoft.com/office/drawing/2014/main" id="{8D93C2EC-253D-8CB5-8FB0-B10E1CCF3EFE}"/>
                    </a:ext>
                  </a:extLst>
                </p14:cNvPr>
                <p14:cNvContentPartPr/>
                <p14:nvPr/>
              </p14:nvContentPartPr>
              <p14:xfrm>
                <a:off x="6032612" y="2352263"/>
                <a:ext cx="243720" cy="532800"/>
              </p14:xfrm>
            </p:contentPart>
          </mc:Choice>
          <mc:Fallback xmlns="">
            <p:pic>
              <p:nvPicPr>
                <p:cNvPr id="131" name="墨迹 130">
                  <a:extLst>
                    <a:ext uri="{FF2B5EF4-FFF2-40B4-BE49-F238E27FC236}">
                      <a16:creationId xmlns:a16="http://schemas.microsoft.com/office/drawing/2014/main" id="{8D93C2EC-253D-8CB5-8FB0-B10E1CCF3EFE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014972" y="2334623"/>
                  <a:ext cx="279360" cy="56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134" name="墨迹 133">
                  <a:extLst>
                    <a:ext uri="{FF2B5EF4-FFF2-40B4-BE49-F238E27FC236}">
                      <a16:creationId xmlns:a16="http://schemas.microsoft.com/office/drawing/2014/main" id="{2C81B658-0A17-8724-9072-77570B9378AA}"/>
                    </a:ext>
                  </a:extLst>
                </p14:cNvPr>
                <p14:cNvContentPartPr/>
                <p14:nvPr/>
              </p14:nvContentPartPr>
              <p14:xfrm>
                <a:off x="6065012" y="2922503"/>
                <a:ext cx="1082880" cy="252000"/>
              </p14:xfrm>
            </p:contentPart>
          </mc:Choice>
          <mc:Fallback xmlns="">
            <p:pic>
              <p:nvPicPr>
                <p:cNvPr id="134" name="墨迹 133">
                  <a:extLst>
                    <a:ext uri="{FF2B5EF4-FFF2-40B4-BE49-F238E27FC236}">
                      <a16:creationId xmlns:a16="http://schemas.microsoft.com/office/drawing/2014/main" id="{2C81B658-0A17-8724-9072-77570B9378A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047372" y="2904503"/>
                  <a:ext cx="1118520" cy="287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1" name="墨迹 160">
                <a:extLst>
                  <a:ext uri="{FF2B5EF4-FFF2-40B4-BE49-F238E27FC236}">
                    <a16:creationId xmlns:a16="http://schemas.microsoft.com/office/drawing/2014/main" id="{7BA6E30E-EFA1-D371-7541-1B198DB059F0}"/>
                  </a:ext>
                </a:extLst>
              </p14:cNvPr>
              <p14:cNvContentPartPr/>
              <p14:nvPr/>
            </p14:nvContentPartPr>
            <p14:xfrm>
              <a:off x="8045012" y="1983983"/>
              <a:ext cx="397080" cy="57960"/>
            </p14:xfrm>
          </p:contentPart>
        </mc:Choice>
        <mc:Fallback xmlns="">
          <p:pic>
            <p:nvPicPr>
              <p:cNvPr id="161" name="墨迹 160">
                <a:extLst>
                  <a:ext uri="{FF2B5EF4-FFF2-40B4-BE49-F238E27FC236}">
                    <a16:creationId xmlns:a16="http://schemas.microsoft.com/office/drawing/2014/main" id="{7BA6E30E-EFA1-D371-7541-1B198DB059F0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7991012" y="1875983"/>
                <a:ext cx="504720" cy="27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62" name="墨迹 161">
                <a:extLst>
                  <a:ext uri="{FF2B5EF4-FFF2-40B4-BE49-F238E27FC236}">
                    <a16:creationId xmlns:a16="http://schemas.microsoft.com/office/drawing/2014/main" id="{F497E05E-5B01-C94A-1C4F-386602D1FC61}"/>
                  </a:ext>
                </a:extLst>
              </p14:cNvPr>
              <p14:cNvContentPartPr/>
              <p14:nvPr/>
            </p14:nvContentPartPr>
            <p14:xfrm>
              <a:off x="8799932" y="2273063"/>
              <a:ext cx="334080" cy="4680"/>
            </p14:xfrm>
          </p:contentPart>
        </mc:Choice>
        <mc:Fallback xmlns="">
          <p:pic>
            <p:nvPicPr>
              <p:cNvPr id="162" name="墨迹 161">
                <a:extLst>
                  <a:ext uri="{FF2B5EF4-FFF2-40B4-BE49-F238E27FC236}">
                    <a16:creationId xmlns:a16="http://schemas.microsoft.com/office/drawing/2014/main" id="{F497E05E-5B01-C94A-1C4F-386602D1FC61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8746292" y="2165063"/>
                <a:ext cx="441720" cy="220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66" name="组合 165">
            <a:extLst>
              <a:ext uri="{FF2B5EF4-FFF2-40B4-BE49-F238E27FC236}">
                <a16:creationId xmlns:a16="http://schemas.microsoft.com/office/drawing/2014/main" id="{5FD59C23-FF41-5B0A-2681-AA96FB92D974}"/>
              </a:ext>
            </a:extLst>
          </p:cNvPr>
          <p:cNvGrpSpPr/>
          <p:nvPr/>
        </p:nvGrpSpPr>
        <p:grpSpPr>
          <a:xfrm>
            <a:off x="7690772" y="394223"/>
            <a:ext cx="2044800" cy="2149920"/>
            <a:chOff x="7690772" y="394223"/>
            <a:chExt cx="2044800" cy="2149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136" name="墨迹 135">
                  <a:extLst>
                    <a:ext uri="{FF2B5EF4-FFF2-40B4-BE49-F238E27FC236}">
                      <a16:creationId xmlns:a16="http://schemas.microsoft.com/office/drawing/2014/main" id="{4F2240DD-805B-8C0E-F993-142461C1E642}"/>
                    </a:ext>
                  </a:extLst>
                </p14:cNvPr>
                <p14:cNvContentPartPr/>
                <p14:nvPr/>
              </p14:nvContentPartPr>
              <p14:xfrm>
                <a:off x="7806692" y="1249583"/>
                <a:ext cx="146160" cy="491760"/>
              </p14:xfrm>
            </p:contentPart>
          </mc:Choice>
          <mc:Fallback xmlns="">
            <p:pic>
              <p:nvPicPr>
                <p:cNvPr id="136" name="墨迹 135">
                  <a:extLst>
                    <a:ext uri="{FF2B5EF4-FFF2-40B4-BE49-F238E27FC236}">
                      <a16:creationId xmlns:a16="http://schemas.microsoft.com/office/drawing/2014/main" id="{4F2240DD-805B-8C0E-F993-142461C1E642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789052" y="1231943"/>
                  <a:ext cx="181800" cy="52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137" name="墨迹 136">
                  <a:extLst>
                    <a:ext uri="{FF2B5EF4-FFF2-40B4-BE49-F238E27FC236}">
                      <a16:creationId xmlns:a16="http://schemas.microsoft.com/office/drawing/2014/main" id="{E44F4EE2-78AF-2983-9414-714E6B673343}"/>
                    </a:ext>
                  </a:extLst>
                </p14:cNvPr>
                <p14:cNvContentPartPr/>
                <p14:nvPr/>
              </p14:nvContentPartPr>
              <p14:xfrm>
                <a:off x="8102252" y="1341383"/>
                <a:ext cx="185040" cy="313560"/>
              </p14:xfrm>
            </p:contentPart>
          </mc:Choice>
          <mc:Fallback xmlns="">
            <p:pic>
              <p:nvPicPr>
                <p:cNvPr id="137" name="墨迹 136">
                  <a:extLst>
                    <a:ext uri="{FF2B5EF4-FFF2-40B4-BE49-F238E27FC236}">
                      <a16:creationId xmlns:a16="http://schemas.microsoft.com/office/drawing/2014/main" id="{E44F4EE2-78AF-2983-9414-714E6B673343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084252" y="1323383"/>
                  <a:ext cx="220680" cy="34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139" name="墨迹 138">
                  <a:extLst>
                    <a:ext uri="{FF2B5EF4-FFF2-40B4-BE49-F238E27FC236}">
                      <a16:creationId xmlns:a16="http://schemas.microsoft.com/office/drawing/2014/main" id="{35FA2D3A-9544-2970-CB3D-406F5CC37FEF}"/>
                    </a:ext>
                  </a:extLst>
                </p14:cNvPr>
                <p14:cNvContentPartPr/>
                <p14:nvPr/>
              </p14:nvContentPartPr>
              <p14:xfrm>
                <a:off x="8176412" y="859703"/>
                <a:ext cx="219600" cy="363600"/>
              </p14:xfrm>
            </p:contentPart>
          </mc:Choice>
          <mc:Fallback xmlns="">
            <p:pic>
              <p:nvPicPr>
                <p:cNvPr id="139" name="墨迹 138">
                  <a:extLst>
                    <a:ext uri="{FF2B5EF4-FFF2-40B4-BE49-F238E27FC236}">
                      <a16:creationId xmlns:a16="http://schemas.microsoft.com/office/drawing/2014/main" id="{35FA2D3A-9544-2970-CB3D-406F5CC37FE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158772" y="842063"/>
                  <a:ext cx="255240" cy="39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140" name="墨迹 139">
                  <a:extLst>
                    <a:ext uri="{FF2B5EF4-FFF2-40B4-BE49-F238E27FC236}">
                      <a16:creationId xmlns:a16="http://schemas.microsoft.com/office/drawing/2014/main" id="{76098EC9-31CF-29F8-216B-9FC5A94370E8}"/>
                    </a:ext>
                  </a:extLst>
                </p14:cNvPr>
                <p14:cNvContentPartPr/>
                <p14:nvPr/>
              </p14:nvContentPartPr>
              <p14:xfrm>
                <a:off x="8531372" y="1430303"/>
                <a:ext cx="219960" cy="10080"/>
              </p14:xfrm>
            </p:contentPart>
          </mc:Choice>
          <mc:Fallback xmlns="">
            <p:pic>
              <p:nvPicPr>
                <p:cNvPr id="140" name="墨迹 139">
                  <a:extLst>
                    <a:ext uri="{FF2B5EF4-FFF2-40B4-BE49-F238E27FC236}">
                      <a16:creationId xmlns:a16="http://schemas.microsoft.com/office/drawing/2014/main" id="{76098EC9-31CF-29F8-216B-9FC5A94370E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513732" y="1412303"/>
                  <a:ext cx="25560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141" name="墨迹 140">
                  <a:extLst>
                    <a:ext uri="{FF2B5EF4-FFF2-40B4-BE49-F238E27FC236}">
                      <a16:creationId xmlns:a16="http://schemas.microsoft.com/office/drawing/2014/main" id="{7C70F2C8-CD0E-7D06-7CEB-C2583858B7B5}"/>
                    </a:ext>
                  </a:extLst>
                </p14:cNvPr>
                <p14:cNvContentPartPr/>
                <p14:nvPr/>
              </p14:nvContentPartPr>
              <p14:xfrm>
                <a:off x="8560892" y="1530743"/>
                <a:ext cx="285840" cy="14760"/>
              </p14:xfrm>
            </p:contentPart>
          </mc:Choice>
          <mc:Fallback xmlns="">
            <p:pic>
              <p:nvPicPr>
                <p:cNvPr id="141" name="墨迹 140">
                  <a:extLst>
                    <a:ext uri="{FF2B5EF4-FFF2-40B4-BE49-F238E27FC236}">
                      <a16:creationId xmlns:a16="http://schemas.microsoft.com/office/drawing/2014/main" id="{7C70F2C8-CD0E-7D06-7CEB-C2583858B7B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542892" y="1513103"/>
                  <a:ext cx="32148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144" name="墨迹 143">
                  <a:extLst>
                    <a:ext uri="{FF2B5EF4-FFF2-40B4-BE49-F238E27FC236}">
                      <a16:creationId xmlns:a16="http://schemas.microsoft.com/office/drawing/2014/main" id="{0BE427EF-002F-B1A4-EF66-F7DA0C391D37}"/>
                    </a:ext>
                  </a:extLst>
                </p14:cNvPr>
                <p14:cNvContentPartPr/>
                <p14:nvPr/>
              </p14:nvContentPartPr>
              <p14:xfrm>
                <a:off x="9034652" y="1287383"/>
                <a:ext cx="105120" cy="306360"/>
              </p14:xfrm>
            </p:contentPart>
          </mc:Choice>
          <mc:Fallback xmlns="">
            <p:pic>
              <p:nvPicPr>
                <p:cNvPr id="144" name="墨迹 143">
                  <a:extLst>
                    <a:ext uri="{FF2B5EF4-FFF2-40B4-BE49-F238E27FC236}">
                      <a16:creationId xmlns:a16="http://schemas.microsoft.com/office/drawing/2014/main" id="{0BE427EF-002F-B1A4-EF66-F7DA0C391D37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016652" y="1269743"/>
                  <a:ext cx="140760" cy="34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145" name="墨迹 144">
                  <a:extLst>
                    <a:ext uri="{FF2B5EF4-FFF2-40B4-BE49-F238E27FC236}">
                      <a16:creationId xmlns:a16="http://schemas.microsoft.com/office/drawing/2014/main" id="{3DD2057B-350D-4B39-D15E-57557778B37B}"/>
                    </a:ext>
                  </a:extLst>
                </p14:cNvPr>
                <p14:cNvContentPartPr/>
                <p14:nvPr/>
              </p14:nvContentPartPr>
              <p14:xfrm>
                <a:off x="9215012" y="1421303"/>
                <a:ext cx="111960" cy="151560"/>
              </p14:xfrm>
            </p:contentPart>
          </mc:Choice>
          <mc:Fallback xmlns="">
            <p:pic>
              <p:nvPicPr>
                <p:cNvPr id="145" name="墨迹 144">
                  <a:extLst>
                    <a:ext uri="{FF2B5EF4-FFF2-40B4-BE49-F238E27FC236}">
                      <a16:creationId xmlns:a16="http://schemas.microsoft.com/office/drawing/2014/main" id="{3DD2057B-350D-4B39-D15E-57557778B37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197012" y="1403303"/>
                  <a:ext cx="14760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146" name="墨迹 145">
                  <a:extLst>
                    <a:ext uri="{FF2B5EF4-FFF2-40B4-BE49-F238E27FC236}">
                      <a16:creationId xmlns:a16="http://schemas.microsoft.com/office/drawing/2014/main" id="{E6E7A701-2FDA-95EF-2B90-A3100B47E67D}"/>
                    </a:ext>
                  </a:extLst>
                </p14:cNvPr>
                <p14:cNvContentPartPr/>
                <p14:nvPr/>
              </p14:nvContentPartPr>
              <p14:xfrm>
                <a:off x="9404012" y="1415543"/>
                <a:ext cx="95400" cy="146880"/>
              </p14:xfrm>
            </p:contentPart>
          </mc:Choice>
          <mc:Fallback xmlns="">
            <p:pic>
              <p:nvPicPr>
                <p:cNvPr id="146" name="墨迹 145">
                  <a:extLst>
                    <a:ext uri="{FF2B5EF4-FFF2-40B4-BE49-F238E27FC236}">
                      <a16:creationId xmlns:a16="http://schemas.microsoft.com/office/drawing/2014/main" id="{E6E7A701-2FDA-95EF-2B90-A3100B47E67D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386372" y="1397543"/>
                  <a:ext cx="13104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147" name="墨迹 146">
                  <a:extLst>
                    <a:ext uri="{FF2B5EF4-FFF2-40B4-BE49-F238E27FC236}">
                      <a16:creationId xmlns:a16="http://schemas.microsoft.com/office/drawing/2014/main" id="{8F48D70C-9417-067B-0DD1-4D8904A78C62}"/>
                    </a:ext>
                  </a:extLst>
                </p14:cNvPr>
                <p14:cNvContentPartPr/>
                <p14:nvPr/>
              </p14:nvContentPartPr>
              <p14:xfrm>
                <a:off x="9643052" y="1403663"/>
                <a:ext cx="92520" cy="147600"/>
              </p14:xfrm>
            </p:contentPart>
          </mc:Choice>
          <mc:Fallback xmlns="">
            <p:pic>
              <p:nvPicPr>
                <p:cNvPr id="147" name="墨迹 146">
                  <a:extLst>
                    <a:ext uri="{FF2B5EF4-FFF2-40B4-BE49-F238E27FC236}">
                      <a16:creationId xmlns:a16="http://schemas.microsoft.com/office/drawing/2014/main" id="{8F48D70C-9417-067B-0DD1-4D8904A78C6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625052" y="1386023"/>
                  <a:ext cx="12816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148" name="墨迹 147">
                  <a:extLst>
                    <a:ext uri="{FF2B5EF4-FFF2-40B4-BE49-F238E27FC236}">
                      <a16:creationId xmlns:a16="http://schemas.microsoft.com/office/drawing/2014/main" id="{E451CDE2-B7D4-7A59-C2B2-3693D0FF6903}"/>
                    </a:ext>
                  </a:extLst>
                </p14:cNvPr>
                <p14:cNvContentPartPr/>
                <p14:nvPr/>
              </p14:nvContentPartPr>
              <p14:xfrm>
                <a:off x="7925132" y="2218343"/>
                <a:ext cx="233640" cy="268560"/>
              </p14:xfrm>
            </p:contentPart>
          </mc:Choice>
          <mc:Fallback xmlns="">
            <p:pic>
              <p:nvPicPr>
                <p:cNvPr id="148" name="墨迹 147">
                  <a:extLst>
                    <a:ext uri="{FF2B5EF4-FFF2-40B4-BE49-F238E27FC236}">
                      <a16:creationId xmlns:a16="http://schemas.microsoft.com/office/drawing/2014/main" id="{E451CDE2-B7D4-7A59-C2B2-3693D0FF690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907132" y="2200703"/>
                  <a:ext cx="26928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149" name="墨迹 148">
                  <a:extLst>
                    <a:ext uri="{FF2B5EF4-FFF2-40B4-BE49-F238E27FC236}">
                      <a16:creationId xmlns:a16="http://schemas.microsoft.com/office/drawing/2014/main" id="{44F50B05-8E7D-801E-9A52-ED62D90729CE}"/>
                    </a:ext>
                  </a:extLst>
                </p14:cNvPr>
                <p14:cNvContentPartPr/>
                <p14:nvPr/>
              </p14:nvContentPartPr>
              <p14:xfrm>
                <a:off x="8172092" y="1933223"/>
                <a:ext cx="15840" cy="211320"/>
              </p14:xfrm>
            </p:contentPart>
          </mc:Choice>
          <mc:Fallback xmlns="">
            <p:pic>
              <p:nvPicPr>
                <p:cNvPr id="149" name="墨迹 148">
                  <a:extLst>
                    <a:ext uri="{FF2B5EF4-FFF2-40B4-BE49-F238E27FC236}">
                      <a16:creationId xmlns:a16="http://schemas.microsoft.com/office/drawing/2014/main" id="{44F50B05-8E7D-801E-9A52-ED62D90729CE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154092" y="1915583"/>
                  <a:ext cx="5148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150" name="墨迹 149">
                  <a:extLst>
                    <a:ext uri="{FF2B5EF4-FFF2-40B4-BE49-F238E27FC236}">
                      <a16:creationId xmlns:a16="http://schemas.microsoft.com/office/drawing/2014/main" id="{4C534058-B126-C724-F6A6-0412EB938F4C}"/>
                    </a:ext>
                  </a:extLst>
                </p14:cNvPr>
                <p14:cNvContentPartPr/>
                <p14:nvPr/>
              </p14:nvContentPartPr>
              <p14:xfrm>
                <a:off x="8275412" y="1979663"/>
                <a:ext cx="64800" cy="111240"/>
              </p14:xfrm>
            </p:contentPart>
          </mc:Choice>
          <mc:Fallback xmlns="">
            <p:pic>
              <p:nvPicPr>
                <p:cNvPr id="150" name="墨迹 149">
                  <a:extLst>
                    <a:ext uri="{FF2B5EF4-FFF2-40B4-BE49-F238E27FC236}">
                      <a16:creationId xmlns:a16="http://schemas.microsoft.com/office/drawing/2014/main" id="{4C534058-B126-C724-F6A6-0412EB938F4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257412" y="1961663"/>
                  <a:ext cx="10044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153" name="墨迹 152">
                  <a:extLst>
                    <a:ext uri="{FF2B5EF4-FFF2-40B4-BE49-F238E27FC236}">
                      <a16:creationId xmlns:a16="http://schemas.microsoft.com/office/drawing/2014/main" id="{B6A50210-7A7C-7B11-9F5A-1A4FABB08B6B}"/>
                    </a:ext>
                  </a:extLst>
                </p14:cNvPr>
                <p14:cNvContentPartPr/>
                <p14:nvPr/>
              </p14:nvContentPartPr>
              <p14:xfrm>
                <a:off x="8367932" y="2234903"/>
                <a:ext cx="224280" cy="9360"/>
              </p14:xfrm>
            </p:contentPart>
          </mc:Choice>
          <mc:Fallback xmlns="">
            <p:pic>
              <p:nvPicPr>
                <p:cNvPr id="153" name="墨迹 152">
                  <a:extLst>
                    <a:ext uri="{FF2B5EF4-FFF2-40B4-BE49-F238E27FC236}">
                      <a16:creationId xmlns:a16="http://schemas.microsoft.com/office/drawing/2014/main" id="{B6A50210-7A7C-7B11-9F5A-1A4FABB08B6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349932" y="2217263"/>
                  <a:ext cx="25992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154" name="墨迹 153">
                  <a:extLst>
                    <a:ext uri="{FF2B5EF4-FFF2-40B4-BE49-F238E27FC236}">
                      <a16:creationId xmlns:a16="http://schemas.microsoft.com/office/drawing/2014/main" id="{86323E25-8FC0-32CA-BCFB-474B2D170BCE}"/>
                    </a:ext>
                  </a:extLst>
                </p14:cNvPr>
                <p14:cNvContentPartPr/>
                <p14:nvPr/>
              </p14:nvContentPartPr>
              <p14:xfrm>
                <a:off x="8397092" y="2327783"/>
                <a:ext cx="169920" cy="16920"/>
              </p14:xfrm>
            </p:contentPart>
          </mc:Choice>
          <mc:Fallback xmlns="">
            <p:pic>
              <p:nvPicPr>
                <p:cNvPr id="154" name="墨迹 153">
                  <a:extLst>
                    <a:ext uri="{FF2B5EF4-FFF2-40B4-BE49-F238E27FC236}">
                      <a16:creationId xmlns:a16="http://schemas.microsoft.com/office/drawing/2014/main" id="{86323E25-8FC0-32CA-BCFB-474B2D170BCE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379452" y="2309783"/>
                  <a:ext cx="20556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155" name="墨迹 154">
                  <a:extLst>
                    <a:ext uri="{FF2B5EF4-FFF2-40B4-BE49-F238E27FC236}">
                      <a16:creationId xmlns:a16="http://schemas.microsoft.com/office/drawing/2014/main" id="{FD543D34-828E-3D5F-2DFD-0CA7F6EA84BB}"/>
                    </a:ext>
                  </a:extLst>
                </p14:cNvPr>
                <p14:cNvContentPartPr/>
                <p14:nvPr/>
              </p14:nvContentPartPr>
              <p14:xfrm>
                <a:off x="8790932" y="2055263"/>
                <a:ext cx="68040" cy="448920"/>
              </p14:xfrm>
            </p:contentPart>
          </mc:Choice>
          <mc:Fallback xmlns="">
            <p:pic>
              <p:nvPicPr>
                <p:cNvPr id="155" name="墨迹 154">
                  <a:extLst>
                    <a:ext uri="{FF2B5EF4-FFF2-40B4-BE49-F238E27FC236}">
                      <a16:creationId xmlns:a16="http://schemas.microsoft.com/office/drawing/2014/main" id="{FD543D34-828E-3D5F-2DFD-0CA7F6EA84B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773292" y="2037263"/>
                  <a:ext cx="103680" cy="48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156" name="墨迹 155">
                  <a:extLst>
                    <a:ext uri="{FF2B5EF4-FFF2-40B4-BE49-F238E27FC236}">
                      <a16:creationId xmlns:a16="http://schemas.microsoft.com/office/drawing/2014/main" id="{3C2C51D4-32E4-DC60-B9DB-DB92C85E6A15}"/>
                    </a:ext>
                  </a:extLst>
                </p14:cNvPr>
                <p14:cNvContentPartPr/>
                <p14:nvPr/>
              </p14:nvContentPartPr>
              <p14:xfrm>
                <a:off x="8971292" y="2185223"/>
                <a:ext cx="78480" cy="161280"/>
              </p14:xfrm>
            </p:contentPart>
          </mc:Choice>
          <mc:Fallback xmlns="">
            <p:pic>
              <p:nvPicPr>
                <p:cNvPr id="156" name="墨迹 155">
                  <a:extLst>
                    <a:ext uri="{FF2B5EF4-FFF2-40B4-BE49-F238E27FC236}">
                      <a16:creationId xmlns:a16="http://schemas.microsoft.com/office/drawing/2014/main" id="{3C2C51D4-32E4-DC60-B9DB-DB92C85E6A15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953292" y="2167583"/>
                  <a:ext cx="11412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157" name="墨迹 156">
                  <a:extLst>
                    <a:ext uri="{FF2B5EF4-FFF2-40B4-BE49-F238E27FC236}">
                      <a16:creationId xmlns:a16="http://schemas.microsoft.com/office/drawing/2014/main" id="{B634E474-9C8C-9C6F-A200-F4144F3B0E03}"/>
                    </a:ext>
                  </a:extLst>
                </p14:cNvPr>
                <p14:cNvContentPartPr/>
                <p14:nvPr/>
              </p14:nvContentPartPr>
              <p14:xfrm>
                <a:off x="9088652" y="2168303"/>
                <a:ext cx="205920" cy="240480"/>
              </p14:xfrm>
            </p:contentPart>
          </mc:Choice>
          <mc:Fallback xmlns="">
            <p:pic>
              <p:nvPicPr>
                <p:cNvPr id="157" name="墨迹 156">
                  <a:extLst>
                    <a:ext uri="{FF2B5EF4-FFF2-40B4-BE49-F238E27FC236}">
                      <a16:creationId xmlns:a16="http://schemas.microsoft.com/office/drawing/2014/main" id="{B634E474-9C8C-9C6F-A200-F4144F3B0E03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070652" y="2150663"/>
                  <a:ext cx="24156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158" name="墨迹 157">
                  <a:extLst>
                    <a:ext uri="{FF2B5EF4-FFF2-40B4-BE49-F238E27FC236}">
                      <a16:creationId xmlns:a16="http://schemas.microsoft.com/office/drawing/2014/main" id="{3A7FF656-4C26-330A-9687-AA96224A5758}"/>
                    </a:ext>
                  </a:extLst>
                </p14:cNvPr>
                <p14:cNvContentPartPr/>
                <p14:nvPr/>
              </p14:nvContentPartPr>
              <p14:xfrm>
                <a:off x="9372332" y="2000543"/>
                <a:ext cx="357480" cy="252360"/>
              </p14:xfrm>
            </p:contentPart>
          </mc:Choice>
          <mc:Fallback xmlns="">
            <p:pic>
              <p:nvPicPr>
                <p:cNvPr id="158" name="墨迹 157">
                  <a:extLst>
                    <a:ext uri="{FF2B5EF4-FFF2-40B4-BE49-F238E27FC236}">
                      <a16:creationId xmlns:a16="http://schemas.microsoft.com/office/drawing/2014/main" id="{3A7FF656-4C26-330A-9687-AA96224A575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354692" y="1982903"/>
                  <a:ext cx="393120" cy="28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159" name="墨迹 158">
                  <a:extLst>
                    <a:ext uri="{FF2B5EF4-FFF2-40B4-BE49-F238E27FC236}">
                      <a16:creationId xmlns:a16="http://schemas.microsoft.com/office/drawing/2014/main" id="{8D028119-079A-8D76-DCA3-3FB29BC8086C}"/>
                    </a:ext>
                  </a:extLst>
                </p14:cNvPr>
                <p14:cNvContentPartPr/>
                <p14:nvPr/>
              </p14:nvContentPartPr>
              <p14:xfrm>
                <a:off x="9582572" y="1987943"/>
                <a:ext cx="60840" cy="556200"/>
              </p14:xfrm>
            </p:contentPart>
          </mc:Choice>
          <mc:Fallback xmlns="">
            <p:pic>
              <p:nvPicPr>
                <p:cNvPr id="159" name="墨迹 158">
                  <a:extLst>
                    <a:ext uri="{FF2B5EF4-FFF2-40B4-BE49-F238E27FC236}">
                      <a16:creationId xmlns:a16="http://schemas.microsoft.com/office/drawing/2014/main" id="{8D028119-079A-8D76-DCA3-3FB29BC8086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564932" y="1970303"/>
                  <a:ext cx="96480" cy="59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163" name="墨迹 162">
                  <a:extLst>
                    <a:ext uri="{FF2B5EF4-FFF2-40B4-BE49-F238E27FC236}">
                      <a16:creationId xmlns:a16="http://schemas.microsoft.com/office/drawing/2014/main" id="{D3A1B8A4-C8BE-2D8F-B032-03CAD8C4CACA}"/>
                    </a:ext>
                  </a:extLst>
                </p14:cNvPr>
                <p14:cNvContentPartPr/>
                <p14:nvPr/>
              </p14:nvContentPartPr>
              <p14:xfrm>
                <a:off x="7690772" y="842783"/>
                <a:ext cx="172440" cy="943920"/>
              </p14:xfrm>
            </p:contentPart>
          </mc:Choice>
          <mc:Fallback xmlns="">
            <p:pic>
              <p:nvPicPr>
                <p:cNvPr id="163" name="墨迹 162">
                  <a:extLst>
                    <a:ext uri="{FF2B5EF4-FFF2-40B4-BE49-F238E27FC236}">
                      <a16:creationId xmlns:a16="http://schemas.microsoft.com/office/drawing/2014/main" id="{D3A1B8A4-C8BE-2D8F-B032-03CAD8C4CAC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673132" y="825143"/>
                  <a:ext cx="208080" cy="9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164" name="墨迹 163">
                  <a:extLst>
                    <a:ext uri="{FF2B5EF4-FFF2-40B4-BE49-F238E27FC236}">
                      <a16:creationId xmlns:a16="http://schemas.microsoft.com/office/drawing/2014/main" id="{E8F39847-3951-3BDE-F213-BFDAD91D6F94}"/>
                    </a:ext>
                  </a:extLst>
                </p14:cNvPr>
                <p14:cNvContentPartPr/>
                <p14:nvPr/>
              </p14:nvContentPartPr>
              <p14:xfrm>
                <a:off x="8331212" y="834503"/>
                <a:ext cx="240120" cy="913680"/>
              </p14:xfrm>
            </p:contentPart>
          </mc:Choice>
          <mc:Fallback xmlns="">
            <p:pic>
              <p:nvPicPr>
                <p:cNvPr id="164" name="墨迹 163">
                  <a:extLst>
                    <a:ext uri="{FF2B5EF4-FFF2-40B4-BE49-F238E27FC236}">
                      <a16:creationId xmlns:a16="http://schemas.microsoft.com/office/drawing/2014/main" id="{E8F39847-3951-3BDE-F213-BFDAD91D6F9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313572" y="816863"/>
                  <a:ext cx="275760" cy="9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165" name="墨迹 164">
                  <a:extLst>
                    <a:ext uri="{FF2B5EF4-FFF2-40B4-BE49-F238E27FC236}">
                      <a16:creationId xmlns:a16="http://schemas.microsoft.com/office/drawing/2014/main" id="{878BDE06-939C-F3C7-095C-D35E597E8E5A}"/>
                    </a:ext>
                  </a:extLst>
                </p14:cNvPr>
                <p14:cNvContentPartPr/>
                <p14:nvPr/>
              </p14:nvContentPartPr>
              <p14:xfrm>
                <a:off x="8739452" y="394223"/>
                <a:ext cx="161280" cy="371520"/>
              </p14:xfrm>
            </p:contentPart>
          </mc:Choice>
          <mc:Fallback xmlns="">
            <p:pic>
              <p:nvPicPr>
                <p:cNvPr id="165" name="墨迹 164">
                  <a:extLst>
                    <a:ext uri="{FF2B5EF4-FFF2-40B4-BE49-F238E27FC236}">
                      <a16:creationId xmlns:a16="http://schemas.microsoft.com/office/drawing/2014/main" id="{878BDE06-939C-F3C7-095C-D35E597E8E5A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721812" y="376223"/>
                  <a:ext cx="196920" cy="40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组合 179">
            <a:extLst>
              <a:ext uri="{FF2B5EF4-FFF2-40B4-BE49-F238E27FC236}">
                <a16:creationId xmlns:a16="http://schemas.microsoft.com/office/drawing/2014/main" id="{33CD1A40-9892-A639-8670-BED43AE20239}"/>
              </a:ext>
            </a:extLst>
          </p:cNvPr>
          <p:cNvGrpSpPr/>
          <p:nvPr/>
        </p:nvGrpSpPr>
        <p:grpSpPr>
          <a:xfrm>
            <a:off x="6686732" y="3938423"/>
            <a:ext cx="3415680" cy="1480320"/>
            <a:chOff x="6686732" y="3938423"/>
            <a:chExt cx="3415680" cy="1480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67" name="墨迹 166">
                  <a:extLst>
                    <a:ext uri="{FF2B5EF4-FFF2-40B4-BE49-F238E27FC236}">
                      <a16:creationId xmlns:a16="http://schemas.microsoft.com/office/drawing/2014/main" id="{7FB1D6C3-FEFB-603F-552C-BEE221EB9B27}"/>
                    </a:ext>
                  </a:extLst>
                </p14:cNvPr>
                <p14:cNvContentPartPr/>
                <p14:nvPr/>
              </p14:nvContentPartPr>
              <p14:xfrm>
                <a:off x="7822172" y="4429463"/>
                <a:ext cx="369720" cy="554400"/>
              </p14:xfrm>
            </p:contentPart>
          </mc:Choice>
          <mc:Fallback xmlns="">
            <p:pic>
              <p:nvPicPr>
                <p:cNvPr id="167" name="墨迹 166">
                  <a:extLst>
                    <a:ext uri="{FF2B5EF4-FFF2-40B4-BE49-F238E27FC236}">
                      <a16:creationId xmlns:a16="http://schemas.microsoft.com/office/drawing/2014/main" id="{7FB1D6C3-FEFB-603F-552C-BEE221EB9B27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804532" y="4411463"/>
                  <a:ext cx="405360" cy="59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8" name="墨迹 167">
                  <a:extLst>
                    <a:ext uri="{FF2B5EF4-FFF2-40B4-BE49-F238E27FC236}">
                      <a16:creationId xmlns:a16="http://schemas.microsoft.com/office/drawing/2014/main" id="{4FC6BC04-968A-D237-5313-F536FC5BC04E}"/>
                    </a:ext>
                  </a:extLst>
                </p14:cNvPr>
                <p14:cNvContentPartPr/>
                <p14:nvPr/>
              </p14:nvContentPartPr>
              <p14:xfrm>
                <a:off x="8382692" y="3938423"/>
                <a:ext cx="181080" cy="375480"/>
              </p14:xfrm>
            </p:contentPart>
          </mc:Choice>
          <mc:Fallback xmlns="">
            <p:pic>
              <p:nvPicPr>
                <p:cNvPr id="168" name="墨迹 167">
                  <a:extLst>
                    <a:ext uri="{FF2B5EF4-FFF2-40B4-BE49-F238E27FC236}">
                      <a16:creationId xmlns:a16="http://schemas.microsoft.com/office/drawing/2014/main" id="{4FC6BC04-968A-D237-5313-F536FC5BC04E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365052" y="3920783"/>
                  <a:ext cx="216720" cy="41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169" name="墨迹 168">
                  <a:extLst>
                    <a:ext uri="{FF2B5EF4-FFF2-40B4-BE49-F238E27FC236}">
                      <a16:creationId xmlns:a16="http://schemas.microsoft.com/office/drawing/2014/main" id="{8A1500E0-740A-0D4F-7AA7-81622AE6EA9C}"/>
                    </a:ext>
                  </a:extLst>
                </p14:cNvPr>
                <p14:cNvContentPartPr/>
                <p14:nvPr/>
              </p14:nvContentPartPr>
              <p14:xfrm>
                <a:off x="8697332" y="4086023"/>
                <a:ext cx="154440" cy="237960"/>
              </p14:xfrm>
            </p:contentPart>
          </mc:Choice>
          <mc:Fallback xmlns="">
            <p:pic>
              <p:nvPicPr>
                <p:cNvPr id="169" name="墨迹 168">
                  <a:extLst>
                    <a:ext uri="{FF2B5EF4-FFF2-40B4-BE49-F238E27FC236}">
                      <a16:creationId xmlns:a16="http://schemas.microsoft.com/office/drawing/2014/main" id="{8A1500E0-740A-0D4F-7AA7-81622AE6EA9C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679692" y="4068023"/>
                  <a:ext cx="19008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170" name="墨迹 169">
                  <a:extLst>
                    <a:ext uri="{FF2B5EF4-FFF2-40B4-BE49-F238E27FC236}">
                      <a16:creationId xmlns:a16="http://schemas.microsoft.com/office/drawing/2014/main" id="{EC6258C3-EAE8-C62E-5AFE-7CC3C094024E}"/>
                    </a:ext>
                  </a:extLst>
                </p14:cNvPr>
                <p14:cNvContentPartPr/>
                <p14:nvPr/>
              </p14:nvContentPartPr>
              <p14:xfrm>
                <a:off x="6686732" y="4163063"/>
                <a:ext cx="187920" cy="624960"/>
              </p14:xfrm>
            </p:contentPart>
          </mc:Choice>
          <mc:Fallback xmlns="">
            <p:pic>
              <p:nvPicPr>
                <p:cNvPr id="170" name="墨迹 169">
                  <a:extLst>
                    <a:ext uri="{FF2B5EF4-FFF2-40B4-BE49-F238E27FC236}">
                      <a16:creationId xmlns:a16="http://schemas.microsoft.com/office/drawing/2014/main" id="{EC6258C3-EAE8-C62E-5AFE-7CC3C094024E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669092" y="4145063"/>
                  <a:ext cx="223560" cy="66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171" name="墨迹 170">
                  <a:extLst>
                    <a:ext uri="{FF2B5EF4-FFF2-40B4-BE49-F238E27FC236}">
                      <a16:creationId xmlns:a16="http://schemas.microsoft.com/office/drawing/2014/main" id="{2FCAF4F8-18E5-4E39-E9B7-BE9A58350984}"/>
                    </a:ext>
                  </a:extLst>
                </p14:cNvPr>
                <p14:cNvContentPartPr/>
                <p14:nvPr/>
              </p14:nvContentPartPr>
              <p14:xfrm>
                <a:off x="6890852" y="4375103"/>
                <a:ext cx="286200" cy="308520"/>
              </p14:xfrm>
            </p:contentPart>
          </mc:Choice>
          <mc:Fallback xmlns="">
            <p:pic>
              <p:nvPicPr>
                <p:cNvPr id="171" name="墨迹 170">
                  <a:extLst>
                    <a:ext uri="{FF2B5EF4-FFF2-40B4-BE49-F238E27FC236}">
                      <a16:creationId xmlns:a16="http://schemas.microsoft.com/office/drawing/2014/main" id="{2FCAF4F8-18E5-4E39-E9B7-BE9A58350984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872852" y="4357463"/>
                  <a:ext cx="321840" cy="34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172" name="墨迹 171">
                  <a:extLst>
                    <a:ext uri="{FF2B5EF4-FFF2-40B4-BE49-F238E27FC236}">
                      <a16:creationId xmlns:a16="http://schemas.microsoft.com/office/drawing/2014/main" id="{AE2FE648-E9C5-DBA6-BB93-9B63A1BC8CDE}"/>
                    </a:ext>
                  </a:extLst>
                </p14:cNvPr>
                <p14:cNvContentPartPr/>
                <p14:nvPr/>
              </p14:nvContentPartPr>
              <p14:xfrm>
                <a:off x="7196492" y="4327583"/>
                <a:ext cx="265680" cy="1091160"/>
              </p14:xfrm>
            </p:contentPart>
          </mc:Choice>
          <mc:Fallback xmlns="">
            <p:pic>
              <p:nvPicPr>
                <p:cNvPr id="172" name="墨迹 171">
                  <a:extLst>
                    <a:ext uri="{FF2B5EF4-FFF2-40B4-BE49-F238E27FC236}">
                      <a16:creationId xmlns:a16="http://schemas.microsoft.com/office/drawing/2014/main" id="{AE2FE648-E9C5-DBA6-BB93-9B63A1BC8CD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178492" y="4309583"/>
                  <a:ext cx="301320" cy="11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73" name="墨迹 172">
                  <a:extLst>
                    <a:ext uri="{FF2B5EF4-FFF2-40B4-BE49-F238E27FC236}">
                      <a16:creationId xmlns:a16="http://schemas.microsoft.com/office/drawing/2014/main" id="{58B84444-E211-C127-70B2-CAD2D0D79CAA}"/>
                    </a:ext>
                  </a:extLst>
                </p14:cNvPr>
                <p14:cNvContentPartPr/>
                <p14:nvPr/>
              </p14:nvContentPartPr>
              <p14:xfrm>
                <a:off x="7535612" y="4689383"/>
                <a:ext cx="213840" cy="258120"/>
              </p14:xfrm>
            </p:contentPart>
          </mc:Choice>
          <mc:Fallback xmlns="">
            <p:pic>
              <p:nvPicPr>
                <p:cNvPr id="173" name="墨迹 172">
                  <a:extLst>
                    <a:ext uri="{FF2B5EF4-FFF2-40B4-BE49-F238E27FC236}">
                      <a16:creationId xmlns:a16="http://schemas.microsoft.com/office/drawing/2014/main" id="{58B84444-E211-C127-70B2-CAD2D0D79CAA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517972" y="4671383"/>
                  <a:ext cx="24948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74" name="墨迹 173">
                  <a:extLst>
                    <a:ext uri="{FF2B5EF4-FFF2-40B4-BE49-F238E27FC236}">
                      <a16:creationId xmlns:a16="http://schemas.microsoft.com/office/drawing/2014/main" id="{9865742F-DD9B-C4EE-E581-F4D405D86CA0}"/>
                    </a:ext>
                  </a:extLst>
                </p14:cNvPr>
                <p14:cNvContentPartPr/>
                <p14:nvPr/>
              </p14:nvContentPartPr>
              <p14:xfrm>
                <a:off x="8913332" y="4575983"/>
                <a:ext cx="235440" cy="9720"/>
              </p14:xfrm>
            </p:contentPart>
          </mc:Choice>
          <mc:Fallback xmlns="">
            <p:pic>
              <p:nvPicPr>
                <p:cNvPr id="174" name="墨迹 173">
                  <a:extLst>
                    <a:ext uri="{FF2B5EF4-FFF2-40B4-BE49-F238E27FC236}">
                      <a16:creationId xmlns:a16="http://schemas.microsoft.com/office/drawing/2014/main" id="{9865742F-DD9B-C4EE-E581-F4D405D86CA0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8895332" y="4558343"/>
                  <a:ext cx="27108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75" name="墨迹 174">
                  <a:extLst>
                    <a:ext uri="{FF2B5EF4-FFF2-40B4-BE49-F238E27FC236}">
                      <a16:creationId xmlns:a16="http://schemas.microsoft.com/office/drawing/2014/main" id="{1A1984A3-2EEB-77FE-F852-E577BD7BAD13}"/>
                    </a:ext>
                  </a:extLst>
                </p14:cNvPr>
                <p14:cNvContentPartPr/>
                <p14:nvPr/>
              </p14:nvContentPartPr>
              <p14:xfrm>
                <a:off x="8820812" y="4718903"/>
                <a:ext cx="206640" cy="17280"/>
              </p14:xfrm>
            </p:contentPart>
          </mc:Choice>
          <mc:Fallback xmlns="">
            <p:pic>
              <p:nvPicPr>
                <p:cNvPr id="175" name="墨迹 174">
                  <a:extLst>
                    <a:ext uri="{FF2B5EF4-FFF2-40B4-BE49-F238E27FC236}">
                      <a16:creationId xmlns:a16="http://schemas.microsoft.com/office/drawing/2014/main" id="{1A1984A3-2EEB-77FE-F852-E577BD7BAD13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803172" y="4700903"/>
                  <a:ext cx="24228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76" name="墨迹 175">
                  <a:extLst>
                    <a:ext uri="{FF2B5EF4-FFF2-40B4-BE49-F238E27FC236}">
                      <a16:creationId xmlns:a16="http://schemas.microsoft.com/office/drawing/2014/main" id="{15B8F019-A661-B0E3-AD38-367B94BFD5D0}"/>
                    </a:ext>
                  </a:extLst>
                </p14:cNvPr>
                <p14:cNvContentPartPr/>
                <p14:nvPr/>
              </p14:nvContentPartPr>
              <p14:xfrm>
                <a:off x="9404732" y="4316063"/>
                <a:ext cx="281880" cy="567360"/>
              </p14:xfrm>
            </p:contentPart>
          </mc:Choice>
          <mc:Fallback xmlns="">
            <p:pic>
              <p:nvPicPr>
                <p:cNvPr id="176" name="墨迹 175">
                  <a:extLst>
                    <a:ext uri="{FF2B5EF4-FFF2-40B4-BE49-F238E27FC236}">
                      <a16:creationId xmlns:a16="http://schemas.microsoft.com/office/drawing/2014/main" id="{15B8F019-A661-B0E3-AD38-367B94BFD5D0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386732" y="4298063"/>
                  <a:ext cx="317520" cy="60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77" name="墨迹 176">
                  <a:extLst>
                    <a:ext uri="{FF2B5EF4-FFF2-40B4-BE49-F238E27FC236}">
                      <a16:creationId xmlns:a16="http://schemas.microsoft.com/office/drawing/2014/main" id="{DB4B0762-99C8-9279-F689-F1B549E5EC8E}"/>
                    </a:ext>
                  </a:extLst>
                </p14:cNvPr>
                <p14:cNvContentPartPr/>
                <p14:nvPr/>
              </p14:nvContentPartPr>
              <p14:xfrm>
                <a:off x="9820532" y="4550783"/>
                <a:ext cx="281880" cy="390600"/>
              </p14:xfrm>
            </p:contentPart>
          </mc:Choice>
          <mc:Fallback xmlns="">
            <p:pic>
              <p:nvPicPr>
                <p:cNvPr id="177" name="墨迹 176">
                  <a:extLst>
                    <a:ext uri="{FF2B5EF4-FFF2-40B4-BE49-F238E27FC236}">
                      <a16:creationId xmlns:a16="http://schemas.microsoft.com/office/drawing/2014/main" id="{DB4B0762-99C8-9279-F689-F1B549E5EC8E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802892" y="4533143"/>
                  <a:ext cx="317520" cy="426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181" name="墨迹 180">
                <a:extLst>
                  <a:ext uri="{FF2B5EF4-FFF2-40B4-BE49-F238E27FC236}">
                    <a16:creationId xmlns:a16="http://schemas.microsoft.com/office/drawing/2014/main" id="{85499B63-0666-ED1D-FB1B-77BC1C43CF81}"/>
                  </a:ext>
                </a:extLst>
              </p14:cNvPr>
              <p14:cNvContentPartPr/>
              <p14:nvPr/>
            </p14:nvContentPartPr>
            <p14:xfrm>
              <a:off x="7455692" y="900023"/>
              <a:ext cx="1006920" cy="650880"/>
            </p14:xfrm>
          </p:contentPart>
        </mc:Choice>
        <mc:Fallback xmlns="">
          <p:pic>
            <p:nvPicPr>
              <p:cNvPr id="181" name="墨迹 180">
                <a:extLst>
                  <a:ext uri="{FF2B5EF4-FFF2-40B4-BE49-F238E27FC236}">
                    <a16:creationId xmlns:a16="http://schemas.microsoft.com/office/drawing/2014/main" id="{85499B63-0666-ED1D-FB1B-77BC1C43CF81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7402052" y="792383"/>
                <a:ext cx="1114560" cy="86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182" name="墨迹 181">
                <a:extLst>
                  <a:ext uri="{FF2B5EF4-FFF2-40B4-BE49-F238E27FC236}">
                    <a16:creationId xmlns:a16="http://schemas.microsoft.com/office/drawing/2014/main" id="{D6565D2D-DD41-4AB4-B18C-D1CBAC6A2950}"/>
                  </a:ext>
                </a:extLst>
              </p14:cNvPr>
              <p14:cNvContentPartPr/>
              <p14:nvPr/>
            </p14:nvContentPartPr>
            <p14:xfrm>
              <a:off x="7927652" y="2091983"/>
              <a:ext cx="801000" cy="235800"/>
            </p14:xfrm>
          </p:contentPart>
        </mc:Choice>
        <mc:Fallback xmlns="">
          <p:pic>
            <p:nvPicPr>
              <p:cNvPr id="182" name="墨迹 181">
                <a:extLst>
                  <a:ext uri="{FF2B5EF4-FFF2-40B4-BE49-F238E27FC236}">
                    <a16:creationId xmlns:a16="http://schemas.microsoft.com/office/drawing/2014/main" id="{D6565D2D-DD41-4AB4-B18C-D1CBAC6A2950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7873652" y="1984343"/>
                <a:ext cx="908640" cy="45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183" name="墨迹 182">
                <a:extLst>
                  <a:ext uri="{FF2B5EF4-FFF2-40B4-BE49-F238E27FC236}">
                    <a16:creationId xmlns:a16="http://schemas.microsoft.com/office/drawing/2014/main" id="{3DF3241C-61F4-EDBF-7455-3AC541A8AA29}"/>
                  </a:ext>
                </a:extLst>
              </p14:cNvPr>
              <p14:cNvContentPartPr/>
              <p14:nvPr/>
            </p14:nvContentPartPr>
            <p14:xfrm>
              <a:off x="9303212" y="4680383"/>
              <a:ext cx="941760" cy="35280"/>
            </p14:xfrm>
          </p:contentPart>
        </mc:Choice>
        <mc:Fallback xmlns="">
          <p:pic>
            <p:nvPicPr>
              <p:cNvPr id="183" name="墨迹 182">
                <a:extLst>
                  <a:ext uri="{FF2B5EF4-FFF2-40B4-BE49-F238E27FC236}">
                    <a16:creationId xmlns:a16="http://schemas.microsoft.com/office/drawing/2014/main" id="{3DF3241C-61F4-EDBF-7455-3AC541A8AA29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9249212" y="4572743"/>
                <a:ext cx="1049400" cy="250920"/>
              </a:xfrm>
              <a:prstGeom prst="rect">
                <a:avLst/>
              </a:prstGeom>
            </p:spPr>
          </p:pic>
        </mc:Fallback>
      </mc:AlternateContent>
      <p:grpSp>
        <p:nvGrpSpPr>
          <p:cNvPr id="187" name="组合 186">
            <a:extLst>
              <a:ext uri="{FF2B5EF4-FFF2-40B4-BE49-F238E27FC236}">
                <a16:creationId xmlns:a16="http://schemas.microsoft.com/office/drawing/2014/main" id="{AE928594-A38E-A91A-650A-BCBEEF921B50}"/>
              </a:ext>
            </a:extLst>
          </p:cNvPr>
          <p:cNvGrpSpPr/>
          <p:nvPr/>
        </p:nvGrpSpPr>
        <p:grpSpPr>
          <a:xfrm>
            <a:off x="8545052" y="5087543"/>
            <a:ext cx="763560" cy="891000"/>
            <a:chOff x="8545052" y="5087543"/>
            <a:chExt cx="763560" cy="89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84" name="墨迹 183">
                  <a:extLst>
                    <a:ext uri="{FF2B5EF4-FFF2-40B4-BE49-F238E27FC236}">
                      <a16:creationId xmlns:a16="http://schemas.microsoft.com/office/drawing/2014/main" id="{8500D838-C3E4-C994-4EB7-2FBDD94B5545}"/>
                    </a:ext>
                  </a:extLst>
                </p14:cNvPr>
                <p14:cNvContentPartPr/>
                <p14:nvPr/>
              </p14:nvContentPartPr>
              <p14:xfrm>
                <a:off x="8545052" y="5465183"/>
                <a:ext cx="191520" cy="513360"/>
              </p14:xfrm>
            </p:contentPart>
          </mc:Choice>
          <mc:Fallback xmlns="">
            <p:pic>
              <p:nvPicPr>
                <p:cNvPr id="184" name="墨迹 183">
                  <a:extLst>
                    <a:ext uri="{FF2B5EF4-FFF2-40B4-BE49-F238E27FC236}">
                      <a16:creationId xmlns:a16="http://schemas.microsoft.com/office/drawing/2014/main" id="{8500D838-C3E4-C994-4EB7-2FBDD94B5545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527412" y="5447183"/>
                  <a:ext cx="227160" cy="54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85" name="墨迹 184">
                  <a:extLst>
                    <a:ext uri="{FF2B5EF4-FFF2-40B4-BE49-F238E27FC236}">
                      <a16:creationId xmlns:a16="http://schemas.microsoft.com/office/drawing/2014/main" id="{8644E01A-5A52-BAE4-D72E-CFDB5DCB74B8}"/>
                    </a:ext>
                  </a:extLst>
                </p14:cNvPr>
                <p14:cNvContentPartPr/>
                <p14:nvPr/>
              </p14:nvContentPartPr>
              <p14:xfrm>
                <a:off x="8863292" y="5448623"/>
                <a:ext cx="125640" cy="367200"/>
              </p14:xfrm>
            </p:contentPart>
          </mc:Choice>
          <mc:Fallback xmlns="">
            <p:pic>
              <p:nvPicPr>
                <p:cNvPr id="185" name="墨迹 184">
                  <a:extLst>
                    <a:ext uri="{FF2B5EF4-FFF2-40B4-BE49-F238E27FC236}">
                      <a16:creationId xmlns:a16="http://schemas.microsoft.com/office/drawing/2014/main" id="{8644E01A-5A52-BAE4-D72E-CFDB5DCB74B8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8845652" y="5430623"/>
                  <a:ext cx="161280" cy="40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86" name="墨迹 185">
                  <a:extLst>
                    <a:ext uri="{FF2B5EF4-FFF2-40B4-BE49-F238E27FC236}">
                      <a16:creationId xmlns:a16="http://schemas.microsoft.com/office/drawing/2014/main" id="{CA7DF2B3-A79C-8D67-7CC8-9371D7CD97CD}"/>
                    </a:ext>
                  </a:extLst>
                </p14:cNvPr>
                <p14:cNvContentPartPr/>
                <p14:nvPr/>
              </p14:nvContentPartPr>
              <p14:xfrm>
                <a:off x="9062012" y="5087543"/>
                <a:ext cx="246600" cy="443880"/>
              </p14:xfrm>
            </p:contentPart>
          </mc:Choice>
          <mc:Fallback xmlns="">
            <p:pic>
              <p:nvPicPr>
                <p:cNvPr id="186" name="墨迹 185">
                  <a:extLst>
                    <a:ext uri="{FF2B5EF4-FFF2-40B4-BE49-F238E27FC236}">
                      <a16:creationId xmlns:a16="http://schemas.microsoft.com/office/drawing/2014/main" id="{CA7DF2B3-A79C-8D67-7CC8-9371D7CD97CD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9044372" y="5069543"/>
                  <a:ext cx="282240" cy="47952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3" hasCustomPrompt="1"/>
          </p:nvPr>
        </p:nvSpPr>
        <p:spPr>
          <a:xfrm>
            <a:off x="171307" y="76136"/>
            <a:ext cx="7810500" cy="8636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algn="l">
              <a:lnSpc>
                <a:spcPct val="125000"/>
              </a:lnSpc>
              <a:defRPr sz="45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indent="0" algn="l">
              <a:lnSpc>
                <a:spcPct val="125000"/>
              </a:lnSpc>
            </a:pPr>
            <a:r>
              <a:rPr lang="en-US" sz="4500" b="1" i="0" u="none" strike="noStrike" dirty="0" err="1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>时间复杂度</a:t>
            </a:r>
            <a:endParaRPr lang="en-US" sz="4500" b="1" i="0" u="none" strike="noStrike" dirty="0">
              <a:solidFill>
                <a:srgbClr val="1F2329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865" y="1415623"/>
            <a:ext cx="9839499" cy="5221649"/>
          </a:xfrm>
          <a:prstGeom prst="rect">
            <a:avLst/>
          </a:prstGeom>
          <a:ln>
            <a:noFill/>
            <a:prstDash val="solid"/>
          </a:ln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4" name="墨迹 3">
                <a:extLst>
                  <a:ext uri="{FF2B5EF4-FFF2-40B4-BE49-F238E27FC236}">
                    <a16:creationId xmlns:a16="http://schemas.microsoft.com/office/drawing/2014/main" id="{369C296C-368E-F0C9-6DEB-75B442BE9991}"/>
                  </a:ext>
                </a:extLst>
              </p14:cNvPr>
              <p14:cNvContentPartPr/>
              <p14:nvPr/>
            </p14:nvContentPartPr>
            <p14:xfrm>
              <a:off x="871292" y="4774703"/>
              <a:ext cx="3682800" cy="2098800"/>
            </p14:xfrm>
          </p:contentPart>
        </mc:Choice>
        <mc:Fallback xmlns="">
          <p:pic>
            <p:nvPicPr>
              <p:cNvPr id="4" name="墨迹 3">
                <a:extLst>
                  <a:ext uri="{FF2B5EF4-FFF2-40B4-BE49-F238E27FC236}">
                    <a16:creationId xmlns:a16="http://schemas.microsoft.com/office/drawing/2014/main" id="{369C296C-368E-F0C9-6DEB-75B442BE999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53292" y="4756703"/>
                <a:ext cx="3718440" cy="2134440"/>
              </a:xfrm>
              <a:prstGeom prst="rect">
                <a:avLst/>
              </a:prstGeom>
            </p:spPr>
          </p:pic>
        </mc:Fallback>
      </mc:AlternateContent>
      <p:grpSp>
        <p:nvGrpSpPr>
          <p:cNvPr id="9" name="组合 8">
            <a:extLst>
              <a:ext uri="{FF2B5EF4-FFF2-40B4-BE49-F238E27FC236}">
                <a16:creationId xmlns:a16="http://schemas.microsoft.com/office/drawing/2014/main" id="{0F3C5EB8-9BB7-487A-88D4-09C658433572}"/>
              </a:ext>
            </a:extLst>
          </p:cNvPr>
          <p:cNvGrpSpPr/>
          <p:nvPr/>
        </p:nvGrpSpPr>
        <p:grpSpPr>
          <a:xfrm>
            <a:off x="1579772" y="4144779"/>
            <a:ext cx="5140440" cy="1495440"/>
            <a:chOff x="1579772" y="4144779"/>
            <a:chExt cx="5140440" cy="1495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墨迹 5">
                  <a:extLst>
                    <a:ext uri="{FF2B5EF4-FFF2-40B4-BE49-F238E27FC236}">
                      <a16:creationId xmlns:a16="http://schemas.microsoft.com/office/drawing/2014/main" id="{C93B6A6D-7D91-13EF-5DBB-F2F81595217D}"/>
                    </a:ext>
                  </a:extLst>
                </p14:cNvPr>
                <p14:cNvContentPartPr/>
                <p14:nvPr/>
              </p14:nvContentPartPr>
              <p14:xfrm>
                <a:off x="1579772" y="5263299"/>
                <a:ext cx="2056680" cy="376920"/>
              </p14:xfrm>
            </p:contentPart>
          </mc:Choice>
          <mc:Fallback xmlns="">
            <p:pic>
              <p:nvPicPr>
                <p:cNvPr id="6" name="墨迹 5">
                  <a:extLst>
                    <a:ext uri="{FF2B5EF4-FFF2-40B4-BE49-F238E27FC236}">
                      <a16:creationId xmlns:a16="http://schemas.microsoft.com/office/drawing/2014/main" id="{C93B6A6D-7D91-13EF-5DBB-F2F81595217D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562132" y="5245299"/>
                  <a:ext cx="2092320" cy="41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墨迹 6">
                  <a:extLst>
                    <a:ext uri="{FF2B5EF4-FFF2-40B4-BE49-F238E27FC236}">
                      <a16:creationId xmlns:a16="http://schemas.microsoft.com/office/drawing/2014/main" id="{A4DEA867-EA16-59BC-0CC5-9C622CC4B59A}"/>
                    </a:ext>
                  </a:extLst>
                </p14:cNvPr>
                <p14:cNvContentPartPr/>
                <p14:nvPr/>
              </p14:nvContentPartPr>
              <p14:xfrm>
                <a:off x="3895652" y="4366179"/>
                <a:ext cx="1932120" cy="1120320"/>
              </p14:xfrm>
            </p:contentPart>
          </mc:Choice>
          <mc:Fallback xmlns="">
            <p:pic>
              <p:nvPicPr>
                <p:cNvPr id="7" name="墨迹 6">
                  <a:extLst>
                    <a:ext uri="{FF2B5EF4-FFF2-40B4-BE49-F238E27FC236}">
                      <a16:creationId xmlns:a16="http://schemas.microsoft.com/office/drawing/2014/main" id="{A4DEA867-EA16-59BC-0CC5-9C622CC4B59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878012" y="4348539"/>
                  <a:ext cx="1967760" cy="11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墨迹 7">
                  <a:extLst>
                    <a:ext uri="{FF2B5EF4-FFF2-40B4-BE49-F238E27FC236}">
                      <a16:creationId xmlns:a16="http://schemas.microsoft.com/office/drawing/2014/main" id="{3D859727-5BBA-ED72-CB00-8CA3A12D7BAF}"/>
                    </a:ext>
                  </a:extLst>
                </p14:cNvPr>
                <p14:cNvContentPartPr/>
                <p14:nvPr/>
              </p14:nvContentPartPr>
              <p14:xfrm>
                <a:off x="6295772" y="4144779"/>
                <a:ext cx="424440" cy="343800"/>
              </p14:xfrm>
            </p:contentPart>
          </mc:Choice>
          <mc:Fallback xmlns="">
            <p:pic>
              <p:nvPicPr>
                <p:cNvPr id="8" name="墨迹 7">
                  <a:extLst>
                    <a:ext uri="{FF2B5EF4-FFF2-40B4-BE49-F238E27FC236}">
                      <a16:creationId xmlns:a16="http://schemas.microsoft.com/office/drawing/2014/main" id="{3D859727-5BBA-ED72-CB00-8CA3A12D7BA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277772" y="4126779"/>
                  <a:ext cx="460080" cy="37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A72058AF-9C3A-737A-0DA5-2FC3DDA20964}"/>
              </a:ext>
            </a:extLst>
          </p:cNvPr>
          <p:cNvGrpSpPr/>
          <p:nvPr/>
        </p:nvGrpSpPr>
        <p:grpSpPr>
          <a:xfrm>
            <a:off x="2013212" y="5544099"/>
            <a:ext cx="4124160" cy="897840"/>
            <a:chOff x="2013212" y="5544099"/>
            <a:chExt cx="4124160" cy="897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墨迹 9">
                  <a:extLst>
                    <a:ext uri="{FF2B5EF4-FFF2-40B4-BE49-F238E27FC236}">
                      <a16:creationId xmlns:a16="http://schemas.microsoft.com/office/drawing/2014/main" id="{6A62E216-BF2D-DD00-7F19-B3DA2964FF30}"/>
                    </a:ext>
                  </a:extLst>
                </p14:cNvPr>
                <p14:cNvContentPartPr/>
                <p14:nvPr/>
              </p14:nvContentPartPr>
              <p14:xfrm>
                <a:off x="2013212" y="5544099"/>
                <a:ext cx="1508760" cy="897840"/>
              </p14:xfrm>
            </p:contentPart>
          </mc:Choice>
          <mc:Fallback xmlns="">
            <p:pic>
              <p:nvPicPr>
                <p:cNvPr id="10" name="墨迹 9">
                  <a:extLst>
                    <a:ext uri="{FF2B5EF4-FFF2-40B4-BE49-F238E27FC236}">
                      <a16:creationId xmlns:a16="http://schemas.microsoft.com/office/drawing/2014/main" id="{6A62E216-BF2D-DD00-7F19-B3DA2964FF3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995212" y="5526459"/>
                  <a:ext cx="1544400" cy="9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墨迹 10">
                  <a:extLst>
                    <a:ext uri="{FF2B5EF4-FFF2-40B4-BE49-F238E27FC236}">
                      <a16:creationId xmlns:a16="http://schemas.microsoft.com/office/drawing/2014/main" id="{F3BED1AF-E36C-1B2F-7D67-1044E9DD19DB}"/>
                    </a:ext>
                  </a:extLst>
                </p14:cNvPr>
                <p14:cNvContentPartPr/>
                <p14:nvPr/>
              </p14:nvContentPartPr>
              <p14:xfrm>
                <a:off x="3649052" y="5823459"/>
                <a:ext cx="1463760" cy="334440"/>
              </p14:xfrm>
            </p:contentPart>
          </mc:Choice>
          <mc:Fallback xmlns="">
            <p:pic>
              <p:nvPicPr>
                <p:cNvPr id="11" name="墨迹 10">
                  <a:extLst>
                    <a:ext uri="{FF2B5EF4-FFF2-40B4-BE49-F238E27FC236}">
                      <a16:creationId xmlns:a16="http://schemas.microsoft.com/office/drawing/2014/main" id="{F3BED1AF-E36C-1B2F-7D67-1044E9DD19DB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631052" y="5805819"/>
                  <a:ext cx="1499400" cy="37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墨迹 11">
                  <a:extLst>
                    <a:ext uri="{FF2B5EF4-FFF2-40B4-BE49-F238E27FC236}">
                      <a16:creationId xmlns:a16="http://schemas.microsoft.com/office/drawing/2014/main" id="{D129EF54-6697-6196-FAFB-CDCE2DAE4C5A}"/>
                    </a:ext>
                  </a:extLst>
                </p14:cNvPr>
                <p14:cNvContentPartPr/>
                <p14:nvPr/>
              </p14:nvContentPartPr>
              <p14:xfrm>
                <a:off x="4978892" y="5721579"/>
                <a:ext cx="209160" cy="248040"/>
              </p14:xfrm>
            </p:contentPart>
          </mc:Choice>
          <mc:Fallback xmlns="">
            <p:pic>
              <p:nvPicPr>
                <p:cNvPr id="12" name="墨迹 11">
                  <a:extLst>
                    <a:ext uri="{FF2B5EF4-FFF2-40B4-BE49-F238E27FC236}">
                      <a16:creationId xmlns:a16="http://schemas.microsoft.com/office/drawing/2014/main" id="{D129EF54-6697-6196-FAFB-CDCE2DAE4C5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960892" y="5703579"/>
                  <a:ext cx="24480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墨迹 13">
                  <a:extLst>
                    <a:ext uri="{FF2B5EF4-FFF2-40B4-BE49-F238E27FC236}">
                      <a16:creationId xmlns:a16="http://schemas.microsoft.com/office/drawing/2014/main" id="{59555801-5AC4-E770-C874-4124D5BB92A5}"/>
                    </a:ext>
                  </a:extLst>
                </p14:cNvPr>
                <p14:cNvContentPartPr/>
                <p14:nvPr/>
              </p14:nvContentPartPr>
              <p14:xfrm>
                <a:off x="5409452" y="5670819"/>
                <a:ext cx="30960" cy="279720"/>
              </p14:xfrm>
            </p:contentPart>
          </mc:Choice>
          <mc:Fallback xmlns="">
            <p:pic>
              <p:nvPicPr>
                <p:cNvPr id="14" name="墨迹 13">
                  <a:extLst>
                    <a:ext uri="{FF2B5EF4-FFF2-40B4-BE49-F238E27FC236}">
                      <a16:creationId xmlns:a16="http://schemas.microsoft.com/office/drawing/2014/main" id="{59555801-5AC4-E770-C874-4124D5BB92A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391812" y="5653179"/>
                  <a:ext cx="6660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墨迹 14">
                  <a:extLst>
                    <a:ext uri="{FF2B5EF4-FFF2-40B4-BE49-F238E27FC236}">
                      <a16:creationId xmlns:a16="http://schemas.microsoft.com/office/drawing/2014/main" id="{C1E4AEBA-4BFC-C233-EC9D-2914BA5E0491}"/>
                    </a:ext>
                  </a:extLst>
                </p14:cNvPr>
                <p14:cNvContentPartPr/>
                <p14:nvPr/>
              </p14:nvContentPartPr>
              <p14:xfrm>
                <a:off x="5444732" y="5765499"/>
                <a:ext cx="122040" cy="263880"/>
              </p14:xfrm>
            </p:contentPart>
          </mc:Choice>
          <mc:Fallback xmlns="">
            <p:pic>
              <p:nvPicPr>
                <p:cNvPr id="15" name="墨迹 14">
                  <a:extLst>
                    <a:ext uri="{FF2B5EF4-FFF2-40B4-BE49-F238E27FC236}">
                      <a16:creationId xmlns:a16="http://schemas.microsoft.com/office/drawing/2014/main" id="{C1E4AEBA-4BFC-C233-EC9D-2914BA5E049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427092" y="5747859"/>
                  <a:ext cx="15768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墨迹 15">
                  <a:extLst>
                    <a:ext uri="{FF2B5EF4-FFF2-40B4-BE49-F238E27FC236}">
                      <a16:creationId xmlns:a16="http://schemas.microsoft.com/office/drawing/2014/main" id="{F302DFE0-7E52-1F2D-709B-FE5D9E3C9036}"/>
                    </a:ext>
                  </a:extLst>
                </p14:cNvPr>
                <p14:cNvContentPartPr/>
                <p14:nvPr/>
              </p14:nvContentPartPr>
              <p14:xfrm>
                <a:off x="5444012" y="5748939"/>
                <a:ext cx="186120" cy="690120"/>
              </p14:xfrm>
            </p:contentPart>
          </mc:Choice>
          <mc:Fallback xmlns="">
            <p:pic>
              <p:nvPicPr>
                <p:cNvPr id="16" name="墨迹 15">
                  <a:extLst>
                    <a:ext uri="{FF2B5EF4-FFF2-40B4-BE49-F238E27FC236}">
                      <a16:creationId xmlns:a16="http://schemas.microsoft.com/office/drawing/2014/main" id="{F302DFE0-7E52-1F2D-709B-FE5D9E3C903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426372" y="5731299"/>
                  <a:ext cx="221760" cy="72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墨迹 16">
                  <a:extLst>
                    <a:ext uri="{FF2B5EF4-FFF2-40B4-BE49-F238E27FC236}">
                      <a16:creationId xmlns:a16="http://schemas.microsoft.com/office/drawing/2014/main" id="{9646E0DF-4CAB-70D8-A7C1-7F7B9C049C9D}"/>
                    </a:ext>
                  </a:extLst>
                </p14:cNvPr>
                <p14:cNvContentPartPr/>
                <p14:nvPr/>
              </p14:nvContentPartPr>
              <p14:xfrm>
                <a:off x="5737772" y="5955939"/>
                <a:ext cx="124560" cy="164160"/>
              </p14:xfrm>
            </p:contentPart>
          </mc:Choice>
          <mc:Fallback xmlns="">
            <p:pic>
              <p:nvPicPr>
                <p:cNvPr id="17" name="墨迹 16">
                  <a:extLst>
                    <a:ext uri="{FF2B5EF4-FFF2-40B4-BE49-F238E27FC236}">
                      <a16:creationId xmlns:a16="http://schemas.microsoft.com/office/drawing/2014/main" id="{9646E0DF-4CAB-70D8-A7C1-7F7B9C049C9D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720132" y="5938299"/>
                  <a:ext cx="16020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墨迹 18">
                  <a:extLst>
                    <a:ext uri="{FF2B5EF4-FFF2-40B4-BE49-F238E27FC236}">
                      <a16:creationId xmlns:a16="http://schemas.microsoft.com/office/drawing/2014/main" id="{0F67AC74-CB09-AA35-916E-ED54E49DCF5E}"/>
                    </a:ext>
                  </a:extLst>
                </p14:cNvPr>
                <p14:cNvContentPartPr/>
                <p14:nvPr/>
              </p14:nvContentPartPr>
              <p14:xfrm>
                <a:off x="5964212" y="5679099"/>
                <a:ext cx="173160" cy="233640"/>
              </p14:xfrm>
            </p:contentPart>
          </mc:Choice>
          <mc:Fallback xmlns="">
            <p:pic>
              <p:nvPicPr>
                <p:cNvPr id="19" name="墨迹 18">
                  <a:extLst>
                    <a:ext uri="{FF2B5EF4-FFF2-40B4-BE49-F238E27FC236}">
                      <a16:creationId xmlns:a16="http://schemas.microsoft.com/office/drawing/2014/main" id="{0F67AC74-CB09-AA35-916E-ED54E49DCF5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946572" y="5661459"/>
                  <a:ext cx="208800" cy="269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B9197561-6B9B-C7A1-BACD-60C6F792A4C5}"/>
              </a:ext>
            </a:extLst>
          </p:cNvPr>
          <p:cNvGrpSpPr/>
          <p:nvPr/>
        </p:nvGrpSpPr>
        <p:grpSpPr>
          <a:xfrm>
            <a:off x="5426372" y="842499"/>
            <a:ext cx="3460680" cy="1987920"/>
            <a:chOff x="5426372" y="842499"/>
            <a:chExt cx="3460680" cy="1987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1" name="墨迹 20">
                  <a:extLst>
                    <a:ext uri="{FF2B5EF4-FFF2-40B4-BE49-F238E27FC236}">
                      <a16:creationId xmlns:a16="http://schemas.microsoft.com/office/drawing/2014/main" id="{A80DFDA6-9680-592A-8B17-EE5FA511EB13}"/>
                    </a:ext>
                  </a:extLst>
                </p14:cNvPr>
                <p14:cNvContentPartPr/>
                <p14:nvPr/>
              </p14:nvContentPartPr>
              <p14:xfrm>
                <a:off x="6269492" y="1764459"/>
                <a:ext cx="279360" cy="394560"/>
              </p14:xfrm>
            </p:contentPart>
          </mc:Choice>
          <mc:Fallback xmlns="">
            <p:pic>
              <p:nvPicPr>
                <p:cNvPr id="21" name="墨迹 20">
                  <a:extLst>
                    <a:ext uri="{FF2B5EF4-FFF2-40B4-BE49-F238E27FC236}">
                      <a16:creationId xmlns:a16="http://schemas.microsoft.com/office/drawing/2014/main" id="{A80DFDA6-9680-592A-8B17-EE5FA511EB1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51852" y="1746459"/>
                  <a:ext cx="31500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2" name="墨迹 21">
                  <a:extLst>
                    <a:ext uri="{FF2B5EF4-FFF2-40B4-BE49-F238E27FC236}">
                      <a16:creationId xmlns:a16="http://schemas.microsoft.com/office/drawing/2014/main" id="{E4F124AF-3B6C-2C05-1B9F-5DB9517C6673}"/>
                    </a:ext>
                  </a:extLst>
                </p14:cNvPr>
                <p14:cNvContentPartPr/>
                <p14:nvPr/>
              </p14:nvContentPartPr>
              <p14:xfrm>
                <a:off x="6727772" y="1935099"/>
                <a:ext cx="7920" cy="2880"/>
              </p14:xfrm>
            </p:contentPart>
          </mc:Choice>
          <mc:Fallback xmlns="">
            <p:pic>
              <p:nvPicPr>
                <p:cNvPr id="22" name="墨迹 21">
                  <a:extLst>
                    <a:ext uri="{FF2B5EF4-FFF2-40B4-BE49-F238E27FC236}">
                      <a16:creationId xmlns:a16="http://schemas.microsoft.com/office/drawing/2014/main" id="{E4F124AF-3B6C-2C05-1B9F-5DB9517C667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710132" y="1917099"/>
                  <a:ext cx="4356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3" name="墨迹 22">
                  <a:extLst>
                    <a:ext uri="{FF2B5EF4-FFF2-40B4-BE49-F238E27FC236}">
                      <a16:creationId xmlns:a16="http://schemas.microsoft.com/office/drawing/2014/main" id="{E546D25A-E0C4-F5BD-E73B-689E54FA404D}"/>
                    </a:ext>
                  </a:extLst>
                </p14:cNvPr>
                <p14:cNvContentPartPr/>
                <p14:nvPr/>
              </p14:nvContentPartPr>
              <p14:xfrm>
                <a:off x="6989132" y="1474659"/>
                <a:ext cx="166680" cy="685440"/>
              </p14:xfrm>
            </p:contentPart>
          </mc:Choice>
          <mc:Fallback xmlns="">
            <p:pic>
              <p:nvPicPr>
                <p:cNvPr id="23" name="墨迹 22">
                  <a:extLst>
                    <a:ext uri="{FF2B5EF4-FFF2-40B4-BE49-F238E27FC236}">
                      <a16:creationId xmlns:a16="http://schemas.microsoft.com/office/drawing/2014/main" id="{E546D25A-E0C4-F5BD-E73B-689E54FA404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971492" y="1456659"/>
                  <a:ext cx="202320" cy="72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4" name="墨迹 23">
                  <a:extLst>
                    <a:ext uri="{FF2B5EF4-FFF2-40B4-BE49-F238E27FC236}">
                      <a16:creationId xmlns:a16="http://schemas.microsoft.com/office/drawing/2014/main" id="{95B23670-8D73-C5D4-0511-ED67B96DA401}"/>
                    </a:ext>
                  </a:extLst>
                </p14:cNvPr>
                <p14:cNvContentPartPr/>
                <p14:nvPr/>
              </p14:nvContentPartPr>
              <p14:xfrm>
                <a:off x="7219172" y="1767339"/>
                <a:ext cx="181440" cy="335880"/>
              </p14:xfrm>
            </p:contentPart>
          </mc:Choice>
          <mc:Fallback xmlns="">
            <p:pic>
              <p:nvPicPr>
                <p:cNvPr id="24" name="墨迹 23">
                  <a:extLst>
                    <a:ext uri="{FF2B5EF4-FFF2-40B4-BE49-F238E27FC236}">
                      <a16:creationId xmlns:a16="http://schemas.microsoft.com/office/drawing/2014/main" id="{95B23670-8D73-C5D4-0511-ED67B96DA40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201532" y="1749339"/>
                  <a:ext cx="217080" cy="37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5" name="墨迹 24">
                  <a:extLst>
                    <a:ext uri="{FF2B5EF4-FFF2-40B4-BE49-F238E27FC236}">
                      <a16:creationId xmlns:a16="http://schemas.microsoft.com/office/drawing/2014/main" id="{FA08CA68-F6F5-3E20-42EF-571122363890}"/>
                    </a:ext>
                  </a:extLst>
                </p14:cNvPr>
                <p14:cNvContentPartPr/>
                <p14:nvPr/>
              </p14:nvContentPartPr>
              <p14:xfrm>
                <a:off x="7501052" y="1794699"/>
                <a:ext cx="375840" cy="845640"/>
              </p14:xfrm>
            </p:contentPart>
          </mc:Choice>
          <mc:Fallback xmlns="">
            <p:pic>
              <p:nvPicPr>
                <p:cNvPr id="25" name="墨迹 24">
                  <a:extLst>
                    <a:ext uri="{FF2B5EF4-FFF2-40B4-BE49-F238E27FC236}">
                      <a16:creationId xmlns:a16="http://schemas.microsoft.com/office/drawing/2014/main" id="{FA08CA68-F6F5-3E20-42EF-571122363890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483412" y="1777059"/>
                  <a:ext cx="411480" cy="88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6" name="墨迹 25">
                  <a:extLst>
                    <a:ext uri="{FF2B5EF4-FFF2-40B4-BE49-F238E27FC236}">
                      <a16:creationId xmlns:a16="http://schemas.microsoft.com/office/drawing/2014/main" id="{DD6A0901-C200-67A0-72BE-65B527980F25}"/>
                    </a:ext>
                  </a:extLst>
                </p14:cNvPr>
                <p14:cNvContentPartPr/>
                <p14:nvPr/>
              </p14:nvContentPartPr>
              <p14:xfrm>
                <a:off x="8093972" y="1790379"/>
                <a:ext cx="306720" cy="308160"/>
              </p14:xfrm>
            </p:contentPart>
          </mc:Choice>
          <mc:Fallback xmlns="">
            <p:pic>
              <p:nvPicPr>
                <p:cNvPr id="26" name="墨迹 25">
                  <a:extLst>
                    <a:ext uri="{FF2B5EF4-FFF2-40B4-BE49-F238E27FC236}">
                      <a16:creationId xmlns:a16="http://schemas.microsoft.com/office/drawing/2014/main" id="{DD6A0901-C200-67A0-72BE-65B527980F25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075972" y="1772739"/>
                  <a:ext cx="342360" cy="3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8" name="墨迹 27">
                  <a:extLst>
                    <a:ext uri="{FF2B5EF4-FFF2-40B4-BE49-F238E27FC236}">
                      <a16:creationId xmlns:a16="http://schemas.microsoft.com/office/drawing/2014/main" id="{A8D3F05F-CD74-1B78-50A5-7F2CAB1C99E5}"/>
                    </a:ext>
                  </a:extLst>
                </p14:cNvPr>
                <p14:cNvContentPartPr/>
                <p14:nvPr/>
              </p14:nvContentPartPr>
              <p14:xfrm>
                <a:off x="5426372" y="842499"/>
                <a:ext cx="3460680" cy="1987920"/>
              </p14:xfrm>
            </p:contentPart>
          </mc:Choice>
          <mc:Fallback xmlns="">
            <p:pic>
              <p:nvPicPr>
                <p:cNvPr id="28" name="墨迹 27">
                  <a:extLst>
                    <a:ext uri="{FF2B5EF4-FFF2-40B4-BE49-F238E27FC236}">
                      <a16:creationId xmlns:a16="http://schemas.microsoft.com/office/drawing/2014/main" id="{A8D3F05F-CD74-1B78-50A5-7F2CAB1C99E5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408732" y="824499"/>
                  <a:ext cx="3496320" cy="2023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30" name="墨迹 29">
                <a:extLst>
                  <a:ext uri="{FF2B5EF4-FFF2-40B4-BE49-F238E27FC236}">
                    <a16:creationId xmlns:a16="http://schemas.microsoft.com/office/drawing/2014/main" id="{38FFB5A0-4382-B999-4157-DE2B33225BDD}"/>
                  </a:ext>
                </a:extLst>
              </p14:cNvPr>
              <p14:cNvContentPartPr/>
              <p14:nvPr/>
            </p14:nvContentPartPr>
            <p14:xfrm>
              <a:off x="2168372" y="5981139"/>
              <a:ext cx="1289520" cy="388080"/>
            </p14:xfrm>
          </p:contentPart>
        </mc:Choice>
        <mc:Fallback xmlns="">
          <p:pic>
            <p:nvPicPr>
              <p:cNvPr id="30" name="墨迹 29">
                <a:extLst>
                  <a:ext uri="{FF2B5EF4-FFF2-40B4-BE49-F238E27FC236}">
                    <a16:creationId xmlns:a16="http://schemas.microsoft.com/office/drawing/2014/main" id="{38FFB5A0-4382-B999-4157-DE2B33225BDD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2114732" y="5873499"/>
                <a:ext cx="1397160" cy="60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31" name="墨迹 30">
                <a:extLst>
                  <a:ext uri="{FF2B5EF4-FFF2-40B4-BE49-F238E27FC236}">
                    <a16:creationId xmlns:a16="http://schemas.microsoft.com/office/drawing/2014/main" id="{3367B658-0795-8C6F-6467-372D16620234}"/>
                  </a:ext>
                </a:extLst>
              </p14:cNvPr>
              <p14:cNvContentPartPr/>
              <p14:nvPr/>
            </p14:nvContentPartPr>
            <p14:xfrm>
              <a:off x="1803332" y="5456979"/>
              <a:ext cx="2040840" cy="208080"/>
            </p14:xfrm>
          </p:contentPart>
        </mc:Choice>
        <mc:Fallback xmlns="">
          <p:pic>
            <p:nvPicPr>
              <p:cNvPr id="31" name="墨迹 30">
                <a:extLst>
                  <a:ext uri="{FF2B5EF4-FFF2-40B4-BE49-F238E27FC236}">
                    <a16:creationId xmlns:a16="http://schemas.microsoft.com/office/drawing/2014/main" id="{3367B658-0795-8C6F-6467-372D16620234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749692" y="5348979"/>
                <a:ext cx="2148480" cy="4237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5E621-40B2-F53C-695B-AF90D245D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D179958D-7869-53F8-35C2-7BB35557F6DA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171307" y="76136"/>
            <a:ext cx="7810500" cy="8636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algn="l">
              <a:lnSpc>
                <a:spcPct val="125000"/>
              </a:lnSpc>
              <a:defRPr sz="45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indent="0" algn="l">
              <a:lnSpc>
                <a:spcPct val="125000"/>
              </a:lnSpc>
            </a:pPr>
            <a:r>
              <a:rPr lang="en-US" sz="4500" b="1" i="0" u="none" strike="noStrike" dirty="0" err="1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>时间复杂度</a:t>
            </a:r>
            <a:endParaRPr lang="en-US" sz="4500" b="1" i="0" u="none" strike="noStrike" dirty="0">
              <a:solidFill>
                <a:srgbClr val="1F2329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pic>
        <p:nvPicPr>
          <p:cNvPr id="260" name="图片 259">
            <a:extLst>
              <a:ext uri="{FF2B5EF4-FFF2-40B4-BE49-F238E27FC236}">
                <a16:creationId xmlns:a16="http://schemas.microsoft.com/office/drawing/2014/main" id="{AAB077FD-BEB5-F327-619A-D75608AE90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440" y="1528233"/>
            <a:ext cx="6001099" cy="5058897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7B130D16-854F-C449-E645-D09B072FE4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7807" y="2764142"/>
            <a:ext cx="7257143" cy="271428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" name="墨迹 2">
                <a:extLst>
                  <a:ext uri="{FF2B5EF4-FFF2-40B4-BE49-F238E27FC236}">
                    <a16:creationId xmlns:a16="http://schemas.microsoft.com/office/drawing/2014/main" id="{E76CD5DB-E38C-5A3E-27F5-029C38738A8C}"/>
                  </a:ext>
                </a:extLst>
              </p14:cNvPr>
              <p14:cNvContentPartPr/>
              <p14:nvPr/>
            </p14:nvContentPartPr>
            <p14:xfrm>
              <a:off x="9940766" y="1077863"/>
              <a:ext cx="360" cy="360"/>
            </p14:xfrm>
          </p:contentPart>
        </mc:Choice>
        <mc:Fallback xmlns="">
          <p:pic>
            <p:nvPicPr>
              <p:cNvPr id="3" name="墨迹 2">
                <a:extLst>
                  <a:ext uri="{FF2B5EF4-FFF2-40B4-BE49-F238E27FC236}">
                    <a16:creationId xmlns:a16="http://schemas.microsoft.com/office/drawing/2014/main" id="{E76CD5DB-E38C-5A3E-27F5-029C38738A8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887126" y="969863"/>
                <a:ext cx="108000" cy="216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817986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3" hasCustomPrompt="1"/>
          </p:nvPr>
        </p:nvSpPr>
        <p:spPr>
          <a:xfrm>
            <a:off x="171307" y="76136"/>
            <a:ext cx="7810500" cy="8636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algn="l">
              <a:lnSpc>
                <a:spcPct val="125000"/>
              </a:lnSpc>
              <a:defRPr sz="45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indent="0" algn="l">
              <a:lnSpc>
                <a:spcPct val="125000"/>
              </a:lnSpc>
            </a:pPr>
            <a:r>
              <a:rPr lang="en-US" sz="4500" b="1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>2.2 算法入门2</a:t>
            </a:r>
          </a:p>
        </p:txBody>
      </p:sp>
      <p:sp>
        <p:nvSpPr>
          <p:cNvPr id="3" name="AutoShape 3"/>
          <p:cNvSpPr/>
          <p:nvPr/>
        </p:nvSpPr>
        <p:spPr>
          <a:xfrm>
            <a:off x="105743" y="939736"/>
            <a:ext cx="3876564" cy="6477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rtlCol="0" anchor="ctr">
            <a:no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3400" b="1" dirty="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>模拟</a:t>
            </a:r>
            <a:endParaRPr lang="en-US" sz="1100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0144BDD5-C928-B43F-F31C-C15E6ACB1E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9036" y="894773"/>
            <a:ext cx="6130778" cy="552716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3" hasCustomPrompt="1"/>
          </p:nvPr>
        </p:nvSpPr>
        <p:spPr>
          <a:xfrm>
            <a:off x="171307" y="76136"/>
            <a:ext cx="7810500" cy="8636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algn="l">
              <a:lnSpc>
                <a:spcPct val="125000"/>
              </a:lnSpc>
              <a:defRPr sz="45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indent="0" algn="l">
              <a:lnSpc>
                <a:spcPct val="125000"/>
              </a:lnSpc>
            </a:pPr>
            <a:r>
              <a:rPr lang="en-US" sz="4500" b="1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>2.2 算法入门2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04AFE0D0-8AA0-B96D-4D80-3CA17231D3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9163" y="1812022"/>
            <a:ext cx="9648347" cy="427786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FA65B-7F43-621C-4D99-87EBCEE79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78DAE0F0-0AFE-310E-8923-CEED1A99786A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171307" y="76136"/>
            <a:ext cx="7810500" cy="8636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algn="l">
              <a:lnSpc>
                <a:spcPct val="125000"/>
              </a:lnSpc>
              <a:defRPr sz="45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indent="0" algn="l">
              <a:lnSpc>
                <a:spcPct val="125000"/>
              </a:lnSpc>
            </a:pPr>
            <a:r>
              <a:rPr lang="en-US" sz="4500" b="1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>2.2 算法入门2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1FD5517D-F69F-47F3-EC84-C266CC0048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0094" y="905768"/>
            <a:ext cx="6642641" cy="5952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6593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3" hasCustomPrompt="1"/>
          </p:nvPr>
        </p:nvSpPr>
        <p:spPr>
          <a:xfrm>
            <a:off x="171307" y="76136"/>
            <a:ext cx="7810500" cy="8636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algn="l">
              <a:lnSpc>
                <a:spcPct val="125000"/>
              </a:lnSpc>
              <a:defRPr sz="45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indent="0" algn="l">
              <a:lnSpc>
                <a:spcPct val="125000"/>
              </a:lnSpc>
            </a:pPr>
            <a:r>
              <a:rPr lang="en-US" sz="4500" b="1" i="0" u="none" strike="noStrike" dirty="0" err="1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>前缀和</a:t>
            </a:r>
            <a:endParaRPr lang="en-US" sz="4500" b="1" i="0" u="none" strike="noStrike" dirty="0">
              <a:solidFill>
                <a:srgbClr val="1F2329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543" y="1027653"/>
            <a:ext cx="9739381" cy="5687583"/>
          </a:xfrm>
          <a:prstGeom prst="rect">
            <a:avLst/>
          </a:prstGeom>
          <a:ln>
            <a:noFill/>
            <a:prstDash val="solid"/>
          </a:ln>
        </p:spPr>
      </p:pic>
      <p:sp>
        <p:nvSpPr>
          <p:cNvPr id="4" name="AutoShape 4"/>
          <p:cNvSpPr/>
          <p:nvPr/>
        </p:nvSpPr>
        <p:spPr>
          <a:xfrm>
            <a:off x="3620837" y="418053"/>
            <a:ext cx="6731000" cy="6096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0" tIns="0" rIns="0" bIns="0" rtlCol="0" anchor="ctr">
            <a:no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>[P8218 【深进1.例1】求区间和 - 洛谷 (luogu.com.cn)](https://www.luogu.com.cn/problem/P8218)</a:t>
            </a:r>
            <a:endParaRPr lang="en-US" sz="11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3" hasCustomPrompt="1"/>
          </p:nvPr>
        </p:nvSpPr>
        <p:spPr>
          <a:xfrm>
            <a:off x="171307" y="76136"/>
            <a:ext cx="7810500" cy="8636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algn="l">
              <a:lnSpc>
                <a:spcPct val="125000"/>
              </a:lnSpc>
              <a:defRPr sz="45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indent="0" algn="l">
              <a:lnSpc>
                <a:spcPct val="125000"/>
              </a:lnSpc>
            </a:pPr>
            <a:r>
              <a:rPr lang="en-US" sz="4500" b="1" i="0" u="none" strike="noStrike" dirty="0" err="1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>前缀和</a:t>
            </a:r>
            <a:endParaRPr lang="en-US" sz="4500" b="1" i="0" u="none" strike="noStrike" dirty="0">
              <a:solidFill>
                <a:srgbClr val="1F2329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39736"/>
            <a:ext cx="11403190" cy="5348508"/>
          </a:xfrm>
          <a:prstGeom prst="rect">
            <a:avLst/>
          </a:prstGeom>
          <a:ln>
            <a:noFill/>
            <a:prstDash val="solid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3" hasCustomPrompt="1"/>
          </p:nvPr>
        </p:nvSpPr>
        <p:spPr>
          <a:xfrm>
            <a:off x="171307" y="76136"/>
            <a:ext cx="7810500" cy="8636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algn="l">
              <a:lnSpc>
                <a:spcPct val="125000"/>
              </a:lnSpc>
              <a:defRPr sz="45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indent="0" algn="l">
              <a:lnSpc>
                <a:spcPct val="125000"/>
              </a:lnSpc>
            </a:pPr>
            <a:r>
              <a:rPr lang="en-US" sz="4500" b="1" i="0" u="none" strike="noStrike" dirty="0" err="1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>前缀和</a:t>
            </a:r>
            <a:endParaRPr lang="en-US" sz="4500" b="1" i="0" u="none" strike="noStrike" dirty="0">
              <a:solidFill>
                <a:srgbClr val="1F2329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86239"/>
            <a:ext cx="12192000" cy="4285522"/>
          </a:xfrm>
          <a:prstGeom prst="rect">
            <a:avLst/>
          </a:prstGeom>
          <a:ln>
            <a:noFill/>
            <a:prstDash val="solid"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3" hasCustomPrompt="1"/>
          </p:nvPr>
        </p:nvSpPr>
        <p:spPr>
          <a:xfrm>
            <a:off x="171307" y="76136"/>
            <a:ext cx="7810500" cy="8636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algn="l">
              <a:lnSpc>
                <a:spcPct val="125000"/>
              </a:lnSpc>
              <a:defRPr sz="45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indent="0" algn="l">
              <a:lnSpc>
                <a:spcPct val="125000"/>
              </a:lnSpc>
            </a:pPr>
            <a:r>
              <a:rPr lang="en-US" sz="4500" b="1" i="0" u="none" strike="noStrike" dirty="0" err="1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>前缀和</a:t>
            </a:r>
            <a:endParaRPr lang="en-US" sz="4500" b="1" i="0" u="none" strike="noStrike" dirty="0">
              <a:solidFill>
                <a:srgbClr val="1F2329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73" y="1341075"/>
            <a:ext cx="9488446" cy="5516925"/>
          </a:xfrm>
          <a:prstGeom prst="rect">
            <a:avLst/>
          </a:prstGeom>
          <a:ln>
            <a:noFill/>
            <a:prstDash val="solid"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3" hasCustomPrompt="1"/>
          </p:nvPr>
        </p:nvSpPr>
        <p:spPr>
          <a:xfrm>
            <a:off x="171307" y="76136"/>
            <a:ext cx="7810500" cy="8636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algn="l">
              <a:lnSpc>
                <a:spcPct val="125000"/>
              </a:lnSpc>
              <a:defRPr sz="45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indent="0" algn="l">
              <a:lnSpc>
                <a:spcPct val="125000"/>
              </a:lnSpc>
            </a:pPr>
            <a:r>
              <a:rPr lang="en-US" sz="4500" b="1" i="0" u="none" strike="noStrike" dirty="0" err="1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>哈希</a:t>
            </a:r>
            <a:endParaRPr lang="en-US" sz="4500" b="1" i="0" u="none" strike="noStrike" dirty="0">
              <a:solidFill>
                <a:srgbClr val="1F2329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655" y="1010710"/>
            <a:ext cx="9718368" cy="5847290"/>
          </a:xfrm>
          <a:prstGeom prst="rect">
            <a:avLst/>
          </a:prstGeom>
          <a:ln>
            <a:noFill/>
            <a:prstDash val="solid"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3" hasCustomPrompt="1"/>
          </p:nvPr>
        </p:nvSpPr>
        <p:spPr>
          <a:xfrm>
            <a:off x="171307" y="76136"/>
            <a:ext cx="7810500" cy="8636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algn="l">
              <a:lnSpc>
                <a:spcPct val="125000"/>
              </a:lnSpc>
              <a:defRPr sz="45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indent="0" algn="l">
              <a:lnSpc>
                <a:spcPct val="125000"/>
              </a:lnSpc>
            </a:pPr>
            <a:r>
              <a:rPr lang="en-US" sz="4500" b="1" i="0" u="none" strike="noStrike" dirty="0" err="1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>哈希</a:t>
            </a:r>
            <a:endParaRPr lang="en-US" sz="4500" b="1" i="0" u="none" strike="noStrike" dirty="0">
              <a:solidFill>
                <a:srgbClr val="1F2329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12968"/>
            <a:ext cx="12192000" cy="4632063"/>
          </a:xfrm>
          <a:prstGeom prst="rect">
            <a:avLst/>
          </a:prstGeom>
          <a:ln>
            <a:noFill/>
            <a:prstDash val="solid"/>
          </a:ln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5" name="墨迹 144">
                <a:extLst>
                  <a:ext uri="{FF2B5EF4-FFF2-40B4-BE49-F238E27FC236}">
                    <a16:creationId xmlns:a16="http://schemas.microsoft.com/office/drawing/2014/main" id="{A28C5A29-9170-3713-4F29-3825AD6BF7C5}"/>
                  </a:ext>
                </a:extLst>
              </p14:cNvPr>
              <p14:cNvContentPartPr/>
              <p14:nvPr/>
            </p14:nvContentPartPr>
            <p14:xfrm>
              <a:off x="3431873" y="5028219"/>
              <a:ext cx="1424520" cy="2881800"/>
            </p14:xfrm>
          </p:contentPart>
        </mc:Choice>
        <mc:Fallback xmlns="">
          <p:pic>
            <p:nvPicPr>
              <p:cNvPr id="145" name="墨迹 144">
                <a:extLst>
                  <a:ext uri="{FF2B5EF4-FFF2-40B4-BE49-F238E27FC236}">
                    <a16:creationId xmlns:a16="http://schemas.microsoft.com/office/drawing/2014/main" id="{A28C5A29-9170-3713-4F29-3825AD6BF7C5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413873" y="5010219"/>
                <a:ext cx="1460160" cy="29174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  <a:prstDash val="solid"/>
          </a:ln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墨迹 15">
                <a:extLst>
                  <a:ext uri="{FF2B5EF4-FFF2-40B4-BE49-F238E27FC236}">
                    <a16:creationId xmlns:a16="http://schemas.microsoft.com/office/drawing/2014/main" id="{5BFCD561-67C2-5EF3-77C3-D7F1437CC6BC}"/>
                  </a:ext>
                </a:extLst>
              </p14:cNvPr>
              <p14:cNvContentPartPr/>
              <p14:nvPr/>
            </p14:nvContentPartPr>
            <p14:xfrm>
              <a:off x="4553732" y="809303"/>
              <a:ext cx="47880" cy="240480"/>
            </p14:xfrm>
          </p:contentPart>
        </mc:Choice>
        <mc:Fallback xmlns="">
          <p:pic>
            <p:nvPicPr>
              <p:cNvPr id="16" name="墨迹 15">
                <a:extLst>
                  <a:ext uri="{FF2B5EF4-FFF2-40B4-BE49-F238E27FC236}">
                    <a16:creationId xmlns:a16="http://schemas.microsoft.com/office/drawing/2014/main" id="{5BFCD561-67C2-5EF3-77C3-D7F1437CC6B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535732" y="791663"/>
                <a:ext cx="83520" cy="27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7" name="墨迹 16">
                <a:extLst>
                  <a:ext uri="{FF2B5EF4-FFF2-40B4-BE49-F238E27FC236}">
                    <a16:creationId xmlns:a16="http://schemas.microsoft.com/office/drawing/2014/main" id="{373BA2F2-8A60-A215-DAB8-C17DBA7A7802}"/>
                  </a:ext>
                </a:extLst>
              </p14:cNvPr>
              <p14:cNvContentPartPr/>
              <p14:nvPr/>
            </p14:nvContentPartPr>
            <p14:xfrm>
              <a:off x="4726892" y="615623"/>
              <a:ext cx="1080" cy="1080"/>
            </p14:xfrm>
          </p:contentPart>
        </mc:Choice>
        <mc:Fallback xmlns="">
          <p:pic>
            <p:nvPicPr>
              <p:cNvPr id="17" name="墨迹 16">
                <a:extLst>
                  <a:ext uri="{FF2B5EF4-FFF2-40B4-BE49-F238E27FC236}">
                    <a16:creationId xmlns:a16="http://schemas.microsoft.com/office/drawing/2014/main" id="{373BA2F2-8A60-A215-DAB8-C17DBA7A7802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709252" y="597983"/>
                <a:ext cx="36720" cy="3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8" name="墨迹 17">
                <a:extLst>
                  <a:ext uri="{FF2B5EF4-FFF2-40B4-BE49-F238E27FC236}">
                    <a16:creationId xmlns:a16="http://schemas.microsoft.com/office/drawing/2014/main" id="{4EEF00B9-57DE-823E-7373-40CDC2603D9D}"/>
                  </a:ext>
                </a:extLst>
              </p14:cNvPr>
              <p14:cNvContentPartPr/>
              <p14:nvPr/>
            </p14:nvContentPartPr>
            <p14:xfrm>
              <a:off x="4729412" y="593303"/>
              <a:ext cx="392400" cy="821880"/>
            </p14:xfrm>
          </p:contentPart>
        </mc:Choice>
        <mc:Fallback xmlns="">
          <p:pic>
            <p:nvPicPr>
              <p:cNvPr id="18" name="墨迹 17">
                <a:extLst>
                  <a:ext uri="{FF2B5EF4-FFF2-40B4-BE49-F238E27FC236}">
                    <a16:creationId xmlns:a16="http://schemas.microsoft.com/office/drawing/2014/main" id="{4EEF00B9-57DE-823E-7373-40CDC2603D9D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711772" y="575663"/>
                <a:ext cx="428040" cy="85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9" name="墨迹 18">
                <a:extLst>
                  <a:ext uri="{FF2B5EF4-FFF2-40B4-BE49-F238E27FC236}">
                    <a16:creationId xmlns:a16="http://schemas.microsoft.com/office/drawing/2014/main" id="{ACBF2210-EA09-DBE7-F798-DEAFBF1CFB13}"/>
                  </a:ext>
                </a:extLst>
              </p14:cNvPr>
              <p14:cNvContentPartPr/>
              <p14:nvPr/>
            </p14:nvContentPartPr>
            <p14:xfrm>
              <a:off x="4748132" y="871223"/>
              <a:ext cx="358560" cy="34920"/>
            </p14:xfrm>
          </p:contentPart>
        </mc:Choice>
        <mc:Fallback xmlns="">
          <p:pic>
            <p:nvPicPr>
              <p:cNvPr id="19" name="墨迹 18">
                <a:extLst>
                  <a:ext uri="{FF2B5EF4-FFF2-40B4-BE49-F238E27FC236}">
                    <a16:creationId xmlns:a16="http://schemas.microsoft.com/office/drawing/2014/main" id="{ACBF2210-EA09-DBE7-F798-DEAFBF1CFB13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730132" y="853583"/>
                <a:ext cx="394200" cy="7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2" name="墨迹 21">
                <a:extLst>
                  <a:ext uri="{FF2B5EF4-FFF2-40B4-BE49-F238E27FC236}">
                    <a16:creationId xmlns:a16="http://schemas.microsoft.com/office/drawing/2014/main" id="{F8F5CF57-F39A-D5F3-A9D8-1E83532ED090}"/>
                  </a:ext>
                </a:extLst>
              </p14:cNvPr>
              <p14:cNvContentPartPr/>
              <p14:nvPr/>
            </p14:nvContentPartPr>
            <p14:xfrm>
              <a:off x="5769092" y="916583"/>
              <a:ext cx="216360" cy="263160"/>
            </p14:xfrm>
          </p:contentPart>
        </mc:Choice>
        <mc:Fallback xmlns="">
          <p:pic>
            <p:nvPicPr>
              <p:cNvPr id="22" name="墨迹 21">
                <a:extLst>
                  <a:ext uri="{FF2B5EF4-FFF2-40B4-BE49-F238E27FC236}">
                    <a16:creationId xmlns:a16="http://schemas.microsoft.com/office/drawing/2014/main" id="{F8F5CF57-F39A-D5F3-A9D8-1E83532ED09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751452" y="898583"/>
                <a:ext cx="252000" cy="298800"/>
              </a:xfrm>
              <a:prstGeom prst="rect">
                <a:avLst/>
              </a:prstGeom>
            </p:spPr>
          </p:pic>
        </mc:Fallback>
      </mc:AlternateContent>
      <p:grpSp>
        <p:nvGrpSpPr>
          <p:cNvPr id="30" name="组合 29">
            <a:extLst>
              <a:ext uri="{FF2B5EF4-FFF2-40B4-BE49-F238E27FC236}">
                <a16:creationId xmlns:a16="http://schemas.microsoft.com/office/drawing/2014/main" id="{97090297-DD2D-1739-2C64-D8C6C2F7DAD7}"/>
              </a:ext>
            </a:extLst>
          </p:cNvPr>
          <p:cNvGrpSpPr/>
          <p:nvPr/>
        </p:nvGrpSpPr>
        <p:grpSpPr>
          <a:xfrm>
            <a:off x="6195692" y="1006223"/>
            <a:ext cx="554400" cy="129960"/>
            <a:chOff x="6195692" y="1006223"/>
            <a:chExt cx="554400" cy="12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3" name="墨迹 22">
                  <a:extLst>
                    <a:ext uri="{FF2B5EF4-FFF2-40B4-BE49-F238E27FC236}">
                      <a16:creationId xmlns:a16="http://schemas.microsoft.com/office/drawing/2014/main" id="{EA08CCC9-DC76-97C8-8136-0D6EF649093E}"/>
                    </a:ext>
                  </a:extLst>
                </p14:cNvPr>
                <p14:cNvContentPartPr/>
                <p14:nvPr/>
              </p14:nvContentPartPr>
              <p14:xfrm>
                <a:off x="6220172" y="1006223"/>
                <a:ext cx="171000" cy="4680"/>
              </p14:xfrm>
            </p:contentPart>
          </mc:Choice>
          <mc:Fallback xmlns="">
            <p:pic>
              <p:nvPicPr>
                <p:cNvPr id="23" name="墨迹 22">
                  <a:extLst>
                    <a:ext uri="{FF2B5EF4-FFF2-40B4-BE49-F238E27FC236}">
                      <a16:creationId xmlns:a16="http://schemas.microsoft.com/office/drawing/2014/main" id="{EA08CCC9-DC76-97C8-8136-0D6EF649093E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202532" y="988583"/>
                  <a:ext cx="2066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4" name="墨迹 23">
                  <a:extLst>
                    <a:ext uri="{FF2B5EF4-FFF2-40B4-BE49-F238E27FC236}">
                      <a16:creationId xmlns:a16="http://schemas.microsoft.com/office/drawing/2014/main" id="{F3A4284D-B01F-067D-B829-AF95237414E8}"/>
                    </a:ext>
                  </a:extLst>
                </p14:cNvPr>
                <p14:cNvContentPartPr/>
                <p14:nvPr/>
              </p14:nvContentPartPr>
              <p14:xfrm>
                <a:off x="6195692" y="1111343"/>
                <a:ext cx="184320" cy="17280"/>
              </p14:xfrm>
            </p:contentPart>
          </mc:Choice>
          <mc:Fallback xmlns="">
            <p:pic>
              <p:nvPicPr>
                <p:cNvPr id="24" name="墨迹 23">
                  <a:extLst>
                    <a:ext uri="{FF2B5EF4-FFF2-40B4-BE49-F238E27FC236}">
                      <a16:creationId xmlns:a16="http://schemas.microsoft.com/office/drawing/2014/main" id="{F3A4284D-B01F-067D-B829-AF95237414E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177692" y="1093343"/>
                  <a:ext cx="21996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5" name="墨迹 24">
                  <a:extLst>
                    <a:ext uri="{FF2B5EF4-FFF2-40B4-BE49-F238E27FC236}">
                      <a16:creationId xmlns:a16="http://schemas.microsoft.com/office/drawing/2014/main" id="{DE2FD1BB-EC6A-98E9-6014-4095ED9D81B0}"/>
                    </a:ext>
                  </a:extLst>
                </p14:cNvPr>
                <p14:cNvContentPartPr/>
                <p14:nvPr/>
              </p14:nvContentPartPr>
              <p14:xfrm>
                <a:off x="6564332" y="1031423"/>
                <a:ext cx="185760" cy="4680"/>
              </p14:xfrm>
            </p:contentPart>
          </mc:Choice>
          <mc:Fallback xmlns="">
            <p:pic>
              <p:nvPicPr>
                <p:cNvPr id="25" name="墨迹 24">
                  <a:extLst>
                    <a:ext uri="{FF2B5EF4-FFF2-40B4-BE49-F238E27FC236}">
                      <a16:creationId xmlns:a16="http://schemas.microsoft.com/office/drawing/2014/main" id="{DE2FD1BB-EC6A-98E9-6014-4095ED9D81B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546332" y="1013783"/>
                  <a:ext cx="22140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6" name="墨迹 25">
                  <a:extLst>
                    <a:ext uri="{FF2B5EF4-FFF2-40B4-BE49-F238E27FC236}">
                      <a16:creationId xmlns:a16="http://schemas.microsoft.com/office/drawing/2014/main" id="{C1CBC1C0-4429-7C22-06D5-3738A4455360}"/>
                    </a:ext>
                  </a:extLst>
                </p14:cNvPr>
                <p14:cNvContentPartPr/>
                <p14:nvPr/>
              </p14:nvContentPartPr>
              <p14:xfrm>
                <a:off x="6560732" y="1118183"/>
                <a:ext cx="159480" cy="18000"/>
              </p14:xfrm>
            </p:contentPart>
          </mc:Choice>
          <mc:Fallback xmlns="">
            <p:pic>
              <p:nvPicPr>
                <p:cNvPr id="26" name="墨迹 25">
                  <a:extLst>
                    <a:ext uri="{FF2B5EF4-FFF2-40B4-BE49-F238E27FC236}">
                      <a16:creationId xmlns:a16="http://schemas.microsoft.com/office/drawing/2014/main" id="{C1CBC1C0-4429-7C22-06D5-3738A445536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543092" y="1100183"/>
                  <a:ext cx="195120" cy="5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65D3FD59-10AD-D79D-4830-C01958CF04C1}"/>
              </a:ext>
            </a:extLst>
          </p:cNvPr>
          <p:cNvGrpSpPr/>
          <p:nvPr/>
        </p:nvGrpSpPr>
        <p:grpSpPr>
          <a:xfrm>
            <a:off x="6994532" y="734063"/>
            <a:ext cx="342000" cy="659880"/>
            <a:chOff x="6994532" y="734063"/>
            <a:chExt cx="342000" cy="659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7" name="墨迹 26">
                  <a:extLst>
                    <a:ext uri="{FF2B5EF4-FFF2-40B4-BE49-F238E27FC236}">
                      <a16:creationId xmlns:a16="http://schemas.microsoft.com/office/drawing/2014/main" id="{C898BC7D-B924-DB07-0BB0-71214729A93B}"/>
                    </a:ext>
                  </a:extLst>
                </p14:cNvPr>
                <p14:cNvContentPartPr/>
                <p14:nvPr/>
              </p14:nvContentPartPr>
              <p14:xfrm>
                <a:off x="6994532" y="734063"/>
                <a:ext cx="2160" cy="84960"/>
              </p14:xfrm>
            </p:contentPart>
          </mc:Choice>
          <mc:Fallback xmlns="">
            <p:pic>
              <p:nvPicPr>
                <p:cNvPr id="27" name="墨迹 26">
                  <a:extLst>
                    <a:ext uri="{FF2B5EF4-FFF2-40B4-BE49-F238E27FC236}">
                      <a16:creationId xmlns:a16="http://schemas.microsoft.com/office/drawing/2014/main" id="{C898BC7D-B924-DB07-0BB0-71214729A93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976892" y="716063"/>
                  <a:ext cx="3780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8" name="墨迹 27">
                  <a:extLst>
                    <a:ext uri="{FF2B5EF4-FFF2-40B4-BE49-F238E27FC236}">
                      <a16:creationId xmlns:a16="http://schemas.microsoft.com/office/drawing/2014/main" id="{5FA4BCC7-3832-6813-4F35-81BB3987F74D}"/>
                    </a:ext>
                  </a:extLst>
                </p14:cNvPr>
                <p14:cNvContentPartPr/>
                <p14:nvPr/>
              </p14:nvContentPartPr>
              <p14:xfrm>
                <a:off x="7082732" y="808583"/>
                <a:ext cx="161280" cy="585360"/>
              </p14:xfrm>
            </p:contentPart>
          </mc:Choice>
          <mc:Fallback xmlns="">
            <p:pic>
              <p:nvPicPr>
                <p:cNvPr id="28" name="墨迹 27">
                  <a:extLst>
                    <a:ext uri="{FF2B5EF4-FFF2-40B4-BE49-F238E27FC236}">
                      <a16:creationId xmlns:a16="http://schemas.microsoft.com/office/drawing/2014/main" id="{5FA4BCC7-3832-6813-4F35-81BB3987F74D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065092" y="790583"/>
                  <a:ext cx="196920" cy="62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1" name="墨迹 30">
                  <a:extLst>
                    <a:ext uri="{FF2B5EF4-FFF2-40B4-BE49-F238E27FC236}">
                      <a16:creationId xmlns:a16="http://schemas.microsoft.com/office/drawing/2014/main" id="{ED2E4494-DAD2-2066-C687-EE4317A5946D}"/>
                    </a:ext>
                  </a:extLst>
                </p14:cNvPr>
                <p14:cNvContentPartPr/>
                <p14:nvPr/>
              </p14:nvContentPartPr>
              <p14:xfrm>
                <a:off x="7331132" y="762143"/>
                <a:ext cx="5400" cy="98640"/>
              </p14:xfrm>
            </p:contentPart>
          </mc:Choice>
          <mc:Fallback xmlns="">
            <p:pic>
              <p:nvPicPr>
                <p:cNvPr id="31" name="墨迹 30">
                  <a:extLst>
                    <a:ext uri="{FF2B5EF4-FFF2-40B4-BE49-F238E27FC236}">
                      <a16:creationId xmlns:a16="http://schemas.microsoft.com/office/drawing/2014/main" id="{ED2E4494-DAD2-2066-C687-EE4317A5946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313132" y="744503"/>
                  <a:ext cx="41040" cy="134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33" name="墨迹 32">
                <a:extLst>
                  <a:ext uri="{FF2B5EF4-FFF2-40B4-BE49-F238E27FC236}">
                    <a16:creationId xmlns:a16="http://schemas.microsoft.com/office/drawing/2014/main" id="{0F22D389-9852-8ADE-B22C-D9E93944832A}"/>
                  </a:ext>
                </a:extLst>
              </p14:cNvPr>
              <p14:cNvContentPartPr/>
              <p14:nvPr/>
            </p14:nvContentPartPr>
            <p14:xfrm>
              <a:off x="468812" y="1367303"/>
              <a:ext cx="30600" cy="1727640"/>
            </p14:xfrm>
          </p:contentPart>
        </mc:Choice>
        <mc:Fallback xmlns="">
          <p:pic>
            <p:nvPicPr>
              <p:cNvPr id="33" name="墨迹 32">
                <a:extLst>
                  <a:ext uri="{FF2B5EF4-FFF2-40B4-BE49-F238E27FC236}">
                    <a16:creationId xmlns:a16="http://schemas.microsoft.com/office/drawing/2014/main" id="{0F22D389-9852-8ADE-B22C-D9E93944832A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451172" y="1349303"/>
                <a:ext cx="66240" cy="1763280"/>
              </a:xfrm>
              <a:prstGeom prst="rect">
                <a:avLst/>
              </a:prstGeom>
            </p:spPr>
          </p:pic>
        </mc:Fallback>
      </mc:AlternateContent>
      <p:grpSp>
        <p:nvGrpSpPr>
          <p:cNvPr id="46" name="组合 45">
            <a:extLst>
              <a:ext uri="{FF2B5EF4-FFF2-40B4-BE49-F238E27FC236}">
                <a16:creationId xmlns:a16="http://schemas.microsoft.com/office/drawing/2014/main" id="{23B14B40-78FC-B220-E35C-3C8E0BD77C60}"/>
              </a:ext>
            </a:extLst>
          </p:cNvPr>
          <p:cNvGrpSpPr/>
          <p:nvPr/>
        </p:nvGrpSpPr>
        <p:grpSpPr>
          <a:xfrm>
            <a:off x="6522212" y="1720463"/>
            <a:ext cx="243720" cy="489240"/>
            <a:chOff x="6522212" y="1720463"/>
            <a:chExt cx="243720" cy="489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43" name="墨迹 42">
                  <a:extLst>
                    <a:ext uri="{FF2B5EF4-FFF2-40B4-BE49-F238E27FC236}">
                      <a16:creationId xmlns:a16="http://schemas.microsoft.com/office/drawing/2014/main" id="{DCDE0C7C-4879-59C4-22AF-7627352B1225}"/>
                    </a:ext>
                  </a:extLst>
                </p14:cNvPr>
                <p14:cNvContentPartPr/>
                <p14:nvPr/>
              </p14:nvContentPartPr>
              <p14:xfrm>
                <a:off x="6522212" y="1728023"/>
                <a:ext cx="4680" cy="45000"/>
              </p14:xfrm>
            </p:contentPart>
          </mc:Choice>
          <mc:Fallback xmlns="">
            <p:pic>
              <p:nvPicPr>
                <p:cNvPr id="43" name="墨迹 42">
                  <a:extLst>
                    <a:ext uri="{FF2B5EF4-FFF2-40B4-BE49-F238E27FC236}">
                      <a16:creationId xmlns:a16="http://schemas.microsoft.com/office/drawing/2014/main" id="{DCDE0C7C-4879-59C4-22AF-7627352B122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504572" y="1710023"/>
                  <a:ext cx="4032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44" name="墨迹 43">
                  <a:extLst>
                    <a:ext uri="{FF2B5EF4-FFF2-40B4-BE49-F238E27FC236}">
                      <a16:creationId xmlns:a16="http://schemas.microsoft.com/office/drawing/2014/main" id="{23703C01-D9FF-9399-C2E1-CC1293F3F291}"/>
                    </a:ext>
                  </a:extLst>
                </p14:cNvPr>
                <p14:cNvContentPartPr/>
                <p14:nvPr/>
              </p14:nvContentPartPr>
              <p14:xfrm>
                <a:off x="6567572" y="1761503"/>
                <a:ext cx="120960" cy="448200"/>
              </p14:xfrm>
            </p:contentPart>
          </mc:Choice>
          <mc:Fallback xmlns="">
            <p:pic>
              <p:nvPicPr>
                <p:cNvPr id="44" name="墨迹 43">
                  <a:extLst>
                    <a:ext uri="{FF2B5EF4-FFF2-40B4-BE49-F238E27FC236}">
                      <a16:creationId xmlns:a16="http://schemas.microsoft.com/office/drawing/2014/main" id="{23703C01-D9FF-9399-C2E1-CC1293F3F29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549572" y="1743503"/>
                  <a:ext cx="156600" cy="48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45" name="墨迹 44">
                  <a:extLst>
                    <a:ext uri="{FF2B5EF4-FFF2-40B4-BE49-F238E27FC236}">
                      <a16:creationId xmlns:a16="http://schemas.microsoft.com/office/drawing/2014/main" id="{526B4554-9C95-CD7F-C447-BA865231B3D1}"/>
                    </a:ext>
                  </a:extLst>
                </p14:cNvPr>
                <p14:cNvContentPartPr/>
                <p14:nvPr/>
              </p14:nvContentPartPr>
              <p14:xfrm>
                <a:off x="6750812" y="1720463"/>
                <a:ext cx="15120" cy="148680"/>
              </p14:xfrm>
            </p:contentPart>
          </mc:Choice>
          <mc:Fallback xmlns="">
            <p:pic>
              <p:nvPicPr>
                <p:cNvPr id="45" name="墨迹 44">
                  <a:extLst>
                    <a:ext uri="{FF2B5EF4-FFF2-40B4-BE49-F238E27FC236}">
                      <a16:creationId xmlns:a16="http://schemas.microsoft.com/office/drawing/2014/main" id="{526B4554-9C95-CD7F-C447-BA865231B3D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733172" y="1702823"/>
                  <a:ext cx="50760" cy="184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" name="组合 74">
            <a:extLst>
              <a:ext uri="{FF2B5EF4-FFF2-40B4-BE49-F238E27FC236}">
                <a16:creationId xmlns:a16="http://schemas.microsoft.com/office/drawing/2014/main" id="{7D202D90-3B60-0406-87AA-DCD37EC0E7C8}"/>
              </a:ext>
            </a:extLst>
          </p:cNvPr>
          <p:cNvGrpSpPr/>
          <p:nvPr/>
        </p:nvGrpSpPr>
        <p:grpSpPr>
          <a:xfrm>
            <a:off x="4514492" y="1639823"/>
            <a:ext cx="1788120" cy="753840"/>
            <a:chOff x="4514492" y="1639823"/>
            <a:chExt cx="1788120" cy="75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5" name="墨迹 34">
                  <a:extLst>
                    <a:ext uri="{FF2B5EF4-FFF2-40B4-BE49-F238E27FC236}">
                      <a16:creationId xmlns:a16="http://schemas.microsoft.com/office/drawing/2014/main" id="{7D9CE725-6E6C-FE9B-50F5-A101C6178953}"/>
                    </a:ext>
                  </a:extLst>
                </p14:cNvPr>
                <p14:cNvContentPartPr/>
                <p14:nvPr/>
              </p14:nvContentPartPr>
              <p14:xfrm>
                <a:off x="4514492" y="1731263"/>
                <a:ext cx="259560" cy="270720"/>
              </p14:xfrm>
            </p:contentPart>
          </mc:Choice>
          <mc:Fallback xmlns="">
            <p:pic>
              <p:nvPicPr>
                <p:cNvPr id="35" name="墨迹 34">
                  <a:extLst>
                    <a:ext uri="{FF2B5EF4-FFF2-40B4-BE49-F238E27FC236}">
                      <a16:creationId xmlns:a16="http://schemas.microsoft.com/office/drawing/2014/main" id="{7D9CE725-6E6C-FE9B-50F5-A101C617895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496852" y="1713623"/>
                  <a:ext cx="29520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6" name="墨迹 35">
                  <a:extLst>
                    <a:ext uri="{FF2B5EF4-FFF2-40B4-BE49-F238E27FC236}">
                      <a16:creationId xmlns:a16="http://schemas.microsoft.com/office/drawing/2014/main" id="{70EC2288-628C-AF29-EB30-F97D274B2E6A}"/>
                    </a:ext>
                  </a:extLst>
                </p14:cNvPr>
                <p14:cNvContentPartPr/>
                <p14:nvPr/>
              </p14:nvContentPartPr>
              <p14:xfrm>
                <a:off x="4814732" y="1639823"/>
                <a:ext cx="42480" cy="416880"/>
              </p14:xfrm>
            </p:contentPart>
          </mc:Choice>
          <mc:Fallback xmlns="">
            <p:pic>
              <p:nvPicPr>
                <p:cNvPr id="36" name="墨迹 35">
                  <a:extLst>
                    <a:ext uri="{FF2B5EF4-FFF2-40B4-BE49-F238E27FC236}">
                      <a16:creationId xmlns:a16="http://schemas.microsoft.com/office/drawing/2014/main" id="{70EC2288-628C-AF29-EB30-F97D274B2E6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797092" y="1622183"/>
                  <a:ext cx="78120" cy="45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7" name="墨迹 36">
                  <a:extLst>
                    <a:ext uri="{FF2B5EF4-FFF2-40B4-BE49-F238E27FC236}">
                      <a16:creationId xmlns:a16="http://schemas.microsoft.com/office/drawing/2014/main" id="{D70179A4-7B50-C5C0-7123-CBC0BCFD1720}"/>
                    </a:ext>
                  </a:extLst>
                </p14:cNvPr>
                <p14:cNvContentPartPr/>
                <p14:nvPr/>
              </p14:nvContentPartPr>
              <p14:xfrm>
                <a:off x="4912652" y="1781663"/>
                <a:ext cx="145800" cy="283320"/>
              </p14:xfrm>
            </p:contentPart>
          </mc:Choice>
          <mc:Fallback xmlns="">
            <p:pic>
              <p:nvPicPr>
                <p:cNvPr id="37" name="墨迹 36">
                  <a:extLst>
                    <a:ext uri="{FF2B5EF4-FFF2-40B4-BE49-F238E27FC236}">
                      <a16:creationId xmlns:a16="http://schemas.microsoft.com/office/drawing/2014/main" id="{D70179A4-7B50-C5C0-7123-CBC0BCFD172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895012" y="1763663"/>
                  <a:ext cx="18144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8" name="墨迹 37">
                  <a:extLst>
                    <a:ext uri="{FF2B5EF4-FFF2-40B4-BE49-F238E27FC236}">
                      <a16:creationId xmlns:a16="http://schemas.microsoft.com/office/drawing/2014/main" id="{423B5747-37AB-2AC6-1AD7-8207D79604E5}"/>
                    </a:ext>
                  </a:extLst>
                </p14:cNvPr>
                <p14:cNvContentPartPr/>
                <p14:nvPr/>
              </p14:nvContentPartPr>
              <p14:xfrm>
                <a:off x="5100212" y="1801823"/>
                <a:ext cx="168120" cy="233280"/>
              </p14:xfrm>
            </p:contentPart>
          </mc:Choice>
          <mc:Fallback xmlns="">
            <p:pic>
              <p:nvPicPr>
                <p:cNvPr id="38" name="墨迹 37">
                  <a:extLst>
                    <a:ext uri="{FF2B5EF4-FFF2-40B4-BE49-F238E27FC236}">
                      <a16:creationId xmlns:a16="http://schemas.microsoft.com/office/drawing/2014/main" id="{423B5747-37AB-2AC6-1AD7-8207D79604E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082572" y="1783823"/>
                  <a:ext cx="20376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9" name="墨迹 38">
                  <a:extLst>
                    <a:ext uri="{FF2B5EF4-FFF2-40B4-BE49-F238E27FC236}">
                      <a16:creationId xmlns:a16="http://schemas.microsoft.com/office/drawing/2014/main" id="{BB53960A-88A5-DBB3-5369-C37CD25B62A3}"/>
                    </a:ext>
                  </a:extLst>
                </p14:cNvPr>
                <p14:cNvContentPartPr/>
                <p14:nvPr/>
              </p14:nvContentPartPr>
              <p14:xfrm>
                <a:off x="5850812" y="1677623"/>
                <a:ext cx="88560" cy="411120"/>
              </p14:xfrm>
            </p:contentPart>
          </mc:Choice>
          <mc:Fallback xmlns="">
            <p:pic>
              <p:nvPicPr>
                <p:cNvPr id="39" name="墨迹 38">
                  <a:extLst>
                    <a:ext uri="{FF2B5EF4-FFF2-40B4-BE49-F238E27FC236}">
                      <a16:creationId xmlns:a16="http://schemas.microsoft.com/office/drawing/2014/main" id="{BB53960A-88A5-DBB3-5369-C37CD25B62A3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833172" y="1659623"/>
                  <a:ext cx="124200" cy="44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40" name="墨迹 39">
                  <a:extLst>
                    <a:ext uri="{FF2B5EF4-FFF2-40B4-BE49-F238E27FC236}">
                      <a16:creationId xmlns:a16="http://schemas.microsoft.com/office/drawing/2014/main" id="{42879A06-9746-06AA-E487-7B75F6D9D1F9}"/>
                    </a:ext>
                  </a:extLst>
                </p14:cNvPr>
                <p14:cNvContentPartPr/>
                <p14:nvPr/>
              </p14:nvContentPartPr>
              <p14:xfrm>
                <a:off x="6012092" y="1690223"/>
                <a:ext cx="145440" cy="507600"/>
              </p14:xfrm>
            </p:contentPart>
          </mc:Choice>
          <mc:Fallback xmlns="">
            <p:pic>
              <p:nvPicPr>
                <p:cNvPr id="40" name="墨迹 39">
                  <a:extLst>
                    <a:ext uri="{FF2B5EF4-FFF2-40B4-BE49-F238E27FC236}">
                      <a16:creationId xmlns:a16="http://schemas.microsoft.com/office/drawing/2014/main" id="{42879A06-9746-06AA-E487-7B75F6D9D1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994092" y="1672223"/>
                  <a:ext cx="181080" cy="54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1" name="墨迹 40">
                  <a:extLst>
                    <a:ext uri="{FF2B5EF4-FFF2-40B4-BE49-F238E27FC236}">
                      <a16:creationId xmlns:a16="http://schemas.microsoft.com/office/drawing/2014/main" id="{5AAEB61C-3B15-C609-A3CE-335798C1E850}"/>
                    </a:ext>
                  </a:extLst>
                </p14:cNvPr>
                <p14:cNvContentPartPr/>
                <p14:nvPr/>
              </p14:nvContentPartPr>
              <p14:xfrm>
                <a:off x="5733812" y="1828463"/>
                <a:ext cx="568800" cy="42480"/>
              </p14:xfrm>
            </p:contentPart>
          </mc:Choice>
          <mc:Fallback xmlns="">
            <p:pic>
              <p:nvPicPr>
                <p:cNvPr id="41" name="墨迹 40">
                  <a:extLst>
                    <a:ext uri="{FF2B5EF4-FFF2-40B4-BE49-F238E27FC236}">
                      <a16:creationId xmlns:a16="http://schemas.microsoft.com/office/drawing/2014/main" id="{5AAEB61C-3B15-C609-A3CE-335798C1E85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715812" y="1810823"/>
                  <a:ext cx="60444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2" name="墨迹 41">
                  <a:extLst>
                    <a:ext uri="{FF2B5EF4-FFF2-40B4-BE49-F238E27FC236}">
                      <a16:creationId xmlns:a16="http://schemas.microsoft.com/office/drawing/2014/main" id="{9648105A-B91E-8655-9CA0-6E08333CFEEA}"/>
                    </a:ext>
                  </a:extLst>
                </p14:cNvPr>
                <p14:cNvContentPartPr/>
                <p14:nvPr/>
              </p14:nvContentPartPr>
              <p14:xfrm>
                <a:off x="5884652" y="1933223"/>
                <a:ext cx="393480" cy="39960"/>
              </p14:xfrm>
            </p:contentPart>
          </mc:Choice>
          <mc:Fallback xmlns="">
            <p:pic>
              <p:nvPicPr>
                <p:cNvPr id="42" name="墨迹 41">
                  <a:extLst>
                    <a:ext uri="{FF2B5EF4-FFF2-40B4-BE49-F238E27FC236}">
                      <a16:creationId xmlns:a16="http://schemas.microsoft.com/office/drawing/2014/main" id="{9648105A-B91E-8655-9CA0-6E08333CFEE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867012" y="1915583"/>
                  <a:ext cx="42912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73" name="墨迹 72">
                  <a:extLst>
                    <a:ext uri="{FF2B5EF4-FFF2-40B4-BE49-F238E27FC236}">
                      <a16:creationId xmlns:a16="http://schemas.microsoft.com/office/drawing/2014/main" id="{168F477E-2534-DB28-7AF2-D251985CB928}"/>
                    </a:ext>
                  </a:extLst>
                </p14:cNvPr>
                <p14:cNvContentPartPr/>
                <p14:nvPr/>
              </p14:nvContentPartPr>
              <p14:xfrm>
                <a:off x="5418452" y="2126543"/>
                <a:ext cx="185400" cy="161280"/>
              </p14:xfrm>
            </p:contentPart>
          </mc:Choice>
          <mc:Fallback xmlns="">
            <p:pic>
              <p:nvPicPr>
                <p:cNvPr id="73" name="墨迹 72">
                  <a:extLst>
                    <a:ext uri="{FF2B5EF4-FFF2-40B4-BE49-F238E27FC236}">
                      <a16:creationId xmlns:a16="http://schemas.microsoft.com/office/drawing/2014/main" id="{168F477E-2534-DB28-7AF2-D251985CB928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400812" y="2108543"/>
                  <a:ext cx="22104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74" name="墨迹 73">
                  <a:extLst>
                    <a:ext uri="{FF2B5EF4-FFF2-40B4-BE49-F238E27FC236}">
                      <a16:creationId xmlns:a16="http://schemas.microsoft.com/office/drawing/2014/main" id="{F4F9C6C3-A1A9-305B-8852-A7622BA4B7C1}"/>
                    </a:ext>
                  </a:extLst>
                </p14:cNvPr>
                <p14:cNvContentPartPr/>
                <p14:nvPr/>
              </p14:nvContentPartPr>
              <p14:xfrm>
                <a:off x="5536532" y="2169383"/>
                <a:ext cx="68760" cy="224280"/>
              </p14:xfrm>
            </p:contentPart>
          </mc:Choice>
          <mc:Fallback xmlns="">
            <p:pic>
              <p:nvPicPr>
                <p:cNvPr id="74" name="墨迹 73">
                  <a:extLst>
                    <a:ext uri="{FF2B5EF4-FFF2-40B4-BE49-F238E27FC236}">
                      <a16:creationId xmlns:a16="http://schemas.microsoft.com/office/drawing/2014/main" id="{F4F9C6C3-A1A9-305B-8852-A7622BA4B7C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518892" y="2151383"/>
                  <a:ext cx="104400" cy="259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组合 82">
            <a:extLst>
              <a:ext uri="{FF2B5EF4-FFF2-40B4-BE49-F238E27FC236}">
                <a16:creationId xmlns:a16="http://schemas.microsoft.com/office/drawing/2014/main" id="{2856E1CB-5834-A7F5-788D-2A9B41D68FE4}"/>
              </a:ext>
            </a:extLst>
          </p:cNvPr>
          <p:cNvGrpSpPr/>
          <p:nvPr/>
        </p:nvGrpSpPr>
        <p:grpSpPr>
          <a:xfrm>
            <a:off x="5335292" y="5646983"/>
            <a:ext cx="1638360" cy="704880"/>
            <a:chOff x="5335292" y="5646983"/>
            <a:chExt cx="1638360" cy="704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76" name="墨迹 75">
                  <a:extLst>
                    <a:ext uri="{FF2B5EF4-FFF2-40B4-BE49-F238E27FC236}">
                      <a16:creationId xmlns:a16="http://schemas.microsoft.com/office/drawing/2014/main" id="{21D1CF4D-499B-E180-3D78-E584295AF976}"/>
                    </a:ext>
                  </a:extLst>
                </p14:cNvPr>
                <p14:cNvContentPartPr/>
                <p14:nvPr/>
              </p14:nvContentPartPr>
              <p14:xfrm>
                <a:off x="5335292" y="5646983"/>
                <a:ext cx="432720" cy="41040"/>
              </p14:xfrm>
            </p:contentPart>
          </mc:Choice>
          <mc:Fallback xmlns="">
            <p:pic>
              <p:nvPicPr>
                <p:cNvPr id="76" name="墨迹 75">
                  <a:extLst>
                    <a:ext uri="{FF2B5EF4-FFF2-40B4-BE49-F238E27FC236}">
                      <a16:creationId xmlns:a16="http://schemas.microsoft.com/office/drawing/2014/main" id="{21D1CF4D-499B-E180-3D78-E584295AF97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317292" y="5629343"/>
                  <a:ext cx="46836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77" name="墨迹 76">
                  <a:extLst>
                    <a:ext uri="{FF2B5EF4-FFF2-40B4-BE49-F238E27FC236}">
                      <a16:creationId xmlns:a16="http://schemas.microsoft.com/office/drawing/2014/main" id="{1C72C0EB-C47D-ADCC-0EF8-6FE0BAB8A499}"/>
                    </a:ext>
                  </a:extLst>
                </p14:cNvPr>
                <p14:cNvContentPartPr/>
                <p14:nvPr/>
              </p14:nvContentPartPr>
              <p14:xfrm>
                <a:off x="5473172" y="5679023"/>
                <a:ext cx="59760" cy="672840"/>
              </p14:xfrm>
            </p:contentPart>
          </mc:Choice>
          <mc:Fallback xmlns="">
            <p:pic>
              <p:nvPicPr>
                <p:cNvPr id="77" name="墨迹 76">
                  <a:extLst>
                    <a:ext uri="{FF2B5EF4-FFF2-40B4-BE49-F238E27FC236}">
                      <a16:creationId xmlns:a16="http://schemas.microsoft.com/office/drawing/2014/main" id="{1C72C0EB-C47D-ADCC-0EF8-6FE0BAB8A499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455172" y="5661383"/>
                  <a:ext cx="95400" cy="70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78" name="墨迹 77">
                  <a:extLst>
                    <a:ext uri="{FF2B5EF4-FFF2-40B4-BE49-F238E27FC236}">
                      <a16:creationId xmlns:a16="http://schemas.microsoft.com/office/drawing/2014/main" id="{0B2490A0-5691-BA9E-10B5-C61A34822C26}"/>
                    </a:ext>
                  </a:extLst>
                </p14:cNvPr>
                <p14:cNvContentPartPr/>
                <p14:nvPr/>
              </p14:nvContentPartPr>
              <p14:xfrm>
                <a:off x="5511332" y="5967023"/>
                <a:ext cx="222480" cy="43920"/>
              </p14:xfrm>
            </p:contentPart>
          </mc:Choice>
          <mc:Fallback xmlns="">
            <p:pic>
              <p:nvPicPr>
                <p:cNvPr id="78" name="墨迹 77">
                  <a:extLst>
                    <a:ext uri="{FF2B5EF4-FFF2-40B4-BE49-F238E27FC236}">
                      <a16:creationId xmlns:a16="http://schemas.microsoft.com/office/drawing/2014/main" id="{0B2490A0-5691-BA9E-10B5-C61A34822C2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493692" y="5949023"/>
                  <a:ext cx="25812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79" name="墨迹 78">
                  <a:extLst>
                    <a:ext uri="{FF2B5EF4-FFF2-40B4-BE49-F238E27FC236}">
                      <a16:creationId xmlns:a16="http://schemas.microsoft.com/office/drawing/2014/main" id="{A3F4575F-BF5F-730F-4A93-745969575785}"/>
                    </a:ext>
                  </a:extLst>
                </p14:cNvPr>
                <p14:cNvContentPartPr/>
                <p14:nvPr/>
              </p14:nvContentPartPr>
              <p14:xfrm>
                <a:off x="5744972" y="6051983"/>
                <a:ext cx="147600" cy="216720"/>
              </p14:xfrm>
            </p:contentPart>
          </mc:Choice>
          <mc:Fallback xmlns="">
            <p:pic>
              <p:nvPicPr>
                <p:cNvPr id="79" name="墨迹 78">
                  <a:extLst>
                    <a:ext uri="{FF2B5EF4-FFF2-40B4-BE49-F238E27FC236}">
                      <a16:creationId xmlns:a16="http://schemas.microsoft.com/office/drawing/2014/main" id="{A3F4575F-BF5F-730F-4A93-74596957578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726972" y="6034343"/>
                  <a:ext cx="18324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80" name="墨迹 79">
                  <a:extLst>
                    <a:ext uri="{FF2B5EF4-FFF2-40B4-BE49-F238E27FC236}">
                      <a16:creationId xmlns:a16="http://schemas.microsoft.com/office/drawing/2014/main" id="{60DB42F6-BB96-92AD-5413-4113E54A61FE}"/>
                    </a:ext>
                  </a:extLst>
                </p14:cNvPr>
                <p14:cNvContentPartPr/>
                <p14:nvPr/>
              </p14:nvContentPartPr>
              <p14:xfrm>
                <a:off x="6004532" y="5746343"/>
                <a:ext cx="86400" cy="444240"/>
              </p14:xfrm>
            </p:contentPart>
          </mc:Choice>
          <mc:Fallback xmlns="">
            <p:pic>
              <p:nvPicPr>
                <p:cNvPr id="80" name="墨迹 79">
                  <a:extLst>
                    <a:ext uri="{FF2B5EF4-FFF2-40B4-BE49-F238E27FC236}">
                      <a16:creationId xmlns:a16="http://schemas.microsoft.com/office/drawing/2014/main" id="{60DB42F6-BB96-92AD-5413-4113E54A61FE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986532" y="5728343"/>
                  <a:ext cx="122040" cy="47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81" name="墨迹 80">
                  <a:extLst>
                    <a:ext uri="{FF2B5EF4-FFF2-40B4-BE49-F238E27FC236}">
                      <a16:creationId xmlns:a16="http://schemas.microsoft.com/office/drawing/2014/main" id="{89EFA624-6F5B-5118-41E0-D46ED428A766}"/>
                    </a:ext>
                  </a:extLst>
                </p14:cNvPr>
                <p14:cNvContentPartPr/>
                <p14:nvPr/>
              </p14:nvContentPartPr>
              <p14:xfrm>
                <a:off x="6219812" y="5977823"/>
                <a:ext cx="143280" cy="282960"/>
              </p14:xfrm>
            </p:contentPart>
          </mc:Choice>
          <mc:Fallback xmlns="">
            <p:pic>
              <p:nvPicPr>
                <p:cNvPr id="81" name="墨迹 80">
                  <a:extLst>
                    <a:ext uri="{FF2B5EF4-FFF2-40B4-BE49-F238E27FC236}">
                      <a16:creationId xmlns:a16="http://schemas.microsoft.com/office/drawing/2014/main" id="{89EFA624-6F5B-5118-41E0-D46ED428A76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201812" y="5959823"/>
                  <a:ext cx="17892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82" name="墨迹 81">
                  <a:extLst>
                    <a:ext uri="{FF2B5EF4-FFF2-40B4-BE49-F238E27FC236}">
                      <a16:creationId xmlns:a16="http://schemas.microsoft.com/office/drawing/2014/main" id="{C7FF6133-2FB2-B83D-631C-8C4DDB2213D5}"/>
                    </a:ext>
                  </a:extLst>
                </p14:cNvPr>
                <p14:cNvContentPartPr/>
                <p14:nvPr/>
              </p14:nvContentPartPr>
              <p14:xfrm>
                <a:off x="6367052" y="6026063"/>
                <a:ext cx="606600" cy="266040"/>
              </p14:xfrm>
            </p:contentPart>
          </mc:Choice>
          <mc:Fallback xmlns="">
            <p:pic>
              <p:nvPicPr>
                <p:cNvPr id="82" name="墨迹 81">
                  <a:extLst>
                    <a:ext uri="{FF2B5EF4-FFF2-40B4-BE49-F238E27FC236}">
                      <a16:creationId xmlns:a16="http://schemas.microsoft.com/office/drawing/2014/main" id="{C7FF6133-2FB2-B83D-631C-8C4DDB2213D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349052" y="6008063"/>
                  <a:ext cx="642240" cy="301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84" name="墨迹 83">
                <a:extLst>
                  <a:ext uri="{FF2B5EF4-FFF2-40B4-BE49-F238E27FC236}">
                    <a16:creationId xmlns:a16="http://schemas.microsoft.com/office/drawing/2014/main" id="{83CDF322-83B0-3832-EACA-0535AA0CE251}"/>
                  </a:ext>
                </a:extLst>
              </p14:cNvPr>
              <p14:cNvContentPartPr/>
              <p14:nvPr/>
            </p14:nvContentPartPr>
            <p14:xfrm>
              <a:off x="4156292" y="5750663"/>
              <a:ext cx="132840" cy="480960"/>
            </p14:xfrm>
          </p:contentPart>
        </mc:Choice>
        <mc:Fallback xmlns="">
          <p:pic>
            <p:nvPicPr>
              <p:cNvPr id="84" name="墨迹 83">
                <a:extLst>
                  <a:ext uri="{FF2B5EF4-FFF2-40B4-BE49-F238E27FC236}">
                    <a16:creationId xmlns:a16="http://schemas.microsoft.com/office/drawing/2014/main" id="{83CDF322-83B0-3832-EACA-0535AA0CE251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4138652" y="5732663"/>
                <a:ext cx="168480" cy="516600"/>
              </a:xfrm>
              <a:prstGeom prst="rect">
                <a:avLst/>
              </a:prstGeom>
            </p:spPr>
          </p:pic>
        </mc:Fallback>
      </mc:AlternateContent>
      <p:grpSp>
        <p:nvGrpSpPr>
          <p:cNvPr id="87" name="组合 86">
            <a:extLst>
              <a:ext uri="{FF2B5EF4-FFF2-40B4-BE49-F238E27FC236}">
                <a16:creationId xmlns:a16="http://schemas.microsoft.com/office/drawing/2014/main" id="{1031E8EE-C3FA-185D-26F8-DC38BB536813}"/>
              </a:ext>
            </a:extLst>
          </p:cNvPr>
          <p:cNvGrpSpPr/>
          <p:nvPr/>
        </p:nvGrpSpPr>
        <p:grpSpPr>
          <a:xfrm>
            <a:off x="4634732" y="5922383"/>
            <a:ext cx="525240" cy="212400"/>
            <a:chOff x="4634732" y="5922383"/>
            <a:chExt cx="525240" cy="212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85" name="墨迹 84">
                  <a:extLst>
                    <a:ext uri="{FF2B5EF4-FFF2-40B4-BE49-F238E27FC236}">
                      <a16:creationId xmlns:a16="http://schemas.microsoft.com/office/drawing/2014/main" id="{BE66FE6B-2420-B0E2-908A-4C6D43FCB22C}"/>
                    </a:ext>
                  </a:extLst>
                </p14:cNvPr>
                <p14:cNvContentPartPr/>
                <p14:nvPr/>
              </p14:nvContentPartPr>
              <p14:xfrm>
                <a:off x="4634732" y="6014183"/>
                <a:ext cx="513000" cy="51120"/>
              </p14:xfrm>
            </p:contentPart>
          </mc:Choice>
          <mc:Fallback xmlns="">
            <p:pic>
              <p:nvPicPr>
                <p:cNvPr id="85" name="墨迹 84">
                  <a:extLst>
                    <a:ext uri="{FF2B5EF4-FFF2-40B4-BE49-F238E27FC236}">
                      <a16:creationId xmlns:a16="http://schemas.microsoft.com/office/drawing/2014/main" id="{BE66FE6B-2420-B0E2-908A-4C6D43FCB22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616732" y="5996543"/>
                  <a:ext cx="54864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86" name="墨迹 85">
                  <a:extLst>
                    <a:ext uri="{FF2B5EF4-FFF2-40B4-BE49-F238E27FC236}">
                      <a16:creationId xmlns:a16="http://schemas.microsoft.com/office/drawing/2014/main" id="{E030269B-EBF4-A95C-0C2B-FF587A71E28E}"/>
                    </a:ext>
                  </a:extLst>
                </p14:cNvPr>
                <p14:cNvContentPartPr/>
                <p14:nvPr/>
              </p14:nvContentPartPr>
              <p14:xfrm>
                <a:off x="5049812" y="5922383"/>
                <a:ext cx="110160" cy="212400"/>
              </p14:xfrm>
            </p:contentPart>
          </mc:Choice>
          <mc:Fallback xmlns="">
            <p:pic>
              <p:nvPicPr>
                <p:cNvPr id="86" name="墨迹 85">
                  <a:extLst>
                    <a:ext uri="{FF2B5EF4-FFF2-40B4-BE49-F238E27FC236}">
                      <a16:creationId xmlns:a16="http://schemas.microsoft.com/office/drawing/2014/main" id="{E030269B-EBF4-A95C-0C2B-FF587A71E28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031812" y="5904743"/>
                  <a:ext cx="145800" cy="248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3" name="组合 162">
            <a:extLst>
              <a:ext uri="{FF2B5EF4-FFF2-40B4-BE49-F238E27FC236}">
                <a16:creationId xmlns:a16="http://schemas.microsoft.com/office/drawing/2014/main" id="{AB12DD87-48DF-4059-BF8D-8C35D8930E56}"/>
              </a:ext>
            </a:extLst>
          </p:cNvPr>
          <p:cNvGrpSpPr/>
          <p:nvPr/>
        </p:nvGrpSpPr>
        <p:grpSpPr>
          <a:xfrm>
            <a:off x="3688292" y="4043543"/>
            <a:ext cx="485280" cy="745920"/>
            <a:chOff x="3688292" y="4043543"/>
            <a:chExt cx="485280" cy="745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155" name="墨迹 154">
                  <a:extLst>
                    <a:ext uri="{FF2B5EF4-FFF2-40B4-BE49-F238E27FC236}">
                      <a16:creationId xmlns:a16="http://schemas.microsoft.com/office/drawing/2014/main" id="{40FDBD57-CB9B-9428-CA39-71B21B63F455}"/>
                    </a:ext>
                  </a:extLst>
                </p14:cNvPr>
                <p14:cNvContentPartPr/>
                <p14:nvPr/>
              </p14:nvContentPartPr>
              <p14:xfrm>
                <a:off x="3688292" y="4323623"/>
                <a:ext cx="2880" cy="155880"/>
              </p14:xfrm>
            </p:contentPart>
          </mc:Choice>
          <mc:Fallback xmlns="">
            <p:pic>
              <p:nvPicPr>
                <p:cNvPr id="155" name="墨迹 154">
                  <a:extLst>
                    <a:ext uri="{FF2B5EF4-FFF2-40B4-BE49-F238E27FC236}">
                      <a16:creationId xmlns:a16="http://schemas.microsoft.com/office/drawing/2014/main" id="{40FDBD57-CB9B-9428-CA39-71B21B63F455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670652" y="4305983"/>
                  <a:ext cx="3852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156" name="墨迹 155">
                  <a:extLst>
                    <a:ext uri="{FF2B5EF4-FFF2-40B4-BE49-F238E27FC236}">
                      <a16:creationId xmlns:a16="http://schemas.microsoft.com/office/drawing/2014/main" id="{618844FC-8DC1-7D0B-8077-11FAE1DAA2EE}"/>
                    </a:ext>
                  </a:extLst>
                </p14:cNvPr>
                <p14:cNvContentPartPr/>
                <p14:nvPr/>
              </p14:nvContentPartPr>
              <p14:xfrm>
                <a:off x="3758132" y="4043543"/>
                <a:ext cx="19800" cy="46440"/>
              </p14:xfrm>
            </p:contentPart>
          </mc:Choice>
          <mc:Fallback xmlns="">
            <p:pic>
              <p:nvPicPr>
                <p:cNvPr id="156" name="墨迹 155">
                  <a:extLst>
                    <a:ext uri="{FF2B5EF4-FFF2-40B4-BE49-F238E27FC236}">
                      <a16:creationId xmlns:a16="http://schemas.microsoft.com/office/drawing/2014/main" id="{618844FC-8DC1-7D0B-8077-11FAE1DAA2EE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740492" y="4025543"/>
                  <a:ext cx="5544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157" name="墨迹 156">
                  <a:extLst>
                    <a:ext uri="{FF2B5EF4-FFF2-40B4-BE49-F238E27FC236}">
                      <a16:creationId xmlns:a16="http://schemas.microsoft.com/office/drawing/2014/main" id="{AB77D67D-2266-43D7-81B2-2DFA50F8444B}"/>
                    </a:ext>
                  </a:extLst>
                </p14:cNvPr>
                <p14:cNvContentPartPr/>
                <p14:nvPr/>
              </p14:nvContentPartPr>
              <p14:xfrm>
                <a:off x="3924452" y="4145063"/>
                <a:ext cx="249120" cy="644400"/>
              </p14:xfrm>
            </p:contentPart>
          </mc:Choice>
          <mc:Fallback xmlns="">
            <p:pic>
              <p:nvPicPr>
                <p:cNvPr id="157" name="墨迹 156">
                  <a:extLst>
                    <a:ext uri="{FF2B5EF4-FFF2-40B4-BE49-F238E27FC236}">
                      <a16:creationId xmlns:a16="http://schemas.microsoft.com/office/drawing/2014/main" id="{AB77D67D-2266-43D7-81B2-2DFA50F8444B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906812" y="4127423"/>
                  <a:ext cx="284760" cy="68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158" name="墨迹 157">
                  <a:extLst>
                    <a:ext uri="{FF2B5EF4-FFF2-40B4-BE49-F238E27FC236}">
                      <a16:creationId xmlns:a16="http://schemas.microsoft.com/office/drawing/2014/main" id="{2E39C267-3A54-AC06-F100-4FA14C10EAD6}"/>
                    </a:ext>
                  </a:extLst>
                </p14:cNvPr>
                <p14:cNvContentPartPr/>
                <p14:nvPr/>
              </p14:nvContentPartPr>
              <p14:xfrm>
                <a:off x="3938492" y="4323623"/>
                <a:ext cx="185760" cy="34920"/>
              </p14:xfrm>
            </p:contentPart>
          </mc:Choice>
          <mc:Fallback xmlns="">
            <p:pic>
              <p:nvPicPr>
                <p:cNvPr id="158" name="墨迹 157">
                  <a:extLst>
                    <a:ext uri="{FF2B5EF4-FFF2-40B4-BE49-F238E27FC236}">
                      <a16:creationId xmlns:a16="http://schemas.microsoft.com/office/drawing/2014/main" id="{2E39C267-3A54-AC06-F100-4FA14C10EAD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3920492" y="4305623"/>
                  <a:ext cx="221400" cy="7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2" name="组合 161">
            <a:extLst>
              <a:ext uri="{FF2B5EF4-FFF2-40B4-BE49-F238E27FC236}">
                <a16:creationId xmlns:a16="http://schemas.microsoft.com/office/drawing/2014/main" id="{23EAB6BE-FF81-0486-653E-6F6B0476A3C5}"/>
              </a:ext>
            </a:extLst>
          </p:cNvPr>
          <p:cNvGrpSpPr/>
          <p:nvPr/>
        </p:nvGrpSpPr>
        <p:grpSpPr>
          <a:xfrm>
            <a:off x="4638332" y="4127423"/>
            <a:ext cx="549720" cy="434160"/>
            <a:chOff x="4638332" y="4127423"/>
            <a:chExt cx="549720" cy="43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159" name="墨迹 158">
                  <a:extLst>
                    <a:ext uri="{FF2B5EF4-FFF2-40B4-BE49-F238E27FC236}">
                      <a16:creationId xmlns:a16="http://schemas.microsoft.com/office/drawing/2014/main" id="{E65B2A35-A589-B964-3F10-156DD8A9DFBE}"/>
                    </a:ext>
                  </a:extLst>
                </p14:cNvPr>
                <p14:cNvContentPartPr/>
                <p14:nvPr/>
              </p14:nvContentPartPr>
              <p14:xfrm>
                <a:off x="4638332" y="4127423"/>
                <a:ext cx="34560" cy="434160"/>
              </p14:xfrm>
            </p:contentPart>
          </mc:Choice>
          <mc:Fallback xmlns="">
            <p:pic>
              <p:nvPicPr>
                <p:cNvPr id="159" name="墨迹 158">
                  <a:extLst>
                    <a:ext uri="{FF2B5EF4-FFF2-40B4-BE49-F238E27FC236}">
                      <a16:creationId xmlns:a16="http://schemas.microsoft.com/office/drawing/2014/main" id="{E65B2A35-A589-B964-3F10-156DD8A9DFBE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620692" y="4109423"/>
                  <a:ext cx="70200" cy="46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160" name="墨迹 159">
                  <a:extLst>
                    <a:ext uri="{FF2B5EF4-FFF2-40B4-BE49-F238E27FC236}">
                      <a16:creationId xmlns:a16="http://schemas.microsoft.com/office/drawing/2014/main" id="{413E896C-082E-E0ED-F12C-35D17B4145E8}"/>
                    </a:ext>
                  </a:extLst>
                </p14:cNvPr>
                <p14:cNvContentPartPr/>
                <p14:nvPr/>
              </p14:nvContentPartPr>
              <p14:xfrm>
                <a:off x="4731212" y="4334783"/>
                <a:ext cx="183600" cy="226800"/>
              </p14:xfrm>
            </p:contentPart>
          </mc:Choice>
          <mc:Fallback xmlns="">
            <p:pic>
              <p:nvPicPr>
                <p:cNvPr id="160" name="墨迹 159">
                  <a:extLst>
                    <a:ext uri="{FF2B5EF4-FFF2-40B4-BE49-F238E27FC236}">
                      <a16:creationId xmlns:a16="http://schemas.microsoft.com/office/drawing/2014/main" id="{413E896C-082E-E0ED-F12C-35D17B4145E8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713572" y="4317143"/>
                  <a:ext cx="21924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161" name="墨迹 160">
                  <a:extLst>
                    <a:ext uri="{FF2B5EF4-FFF2-40B4-BE49-F238E27FC236}">
                      <a16:creationId xmlns:a16="http://schemas.microsoft.com/office/drawing/2014/main" id="{16C72226-1D7B-6002-06B1-CDDB4D0A7F31}"/>
                    </a:ext>
                  </a:extLst>
                </p14:cNvPr>
                <p14:cNvContentPartPr/>
                <p14:nvPr/>
              </p14:nvContentPartPr>
              <p14:xfrm>
                <a:off x="5008052" y="4366463"/>
                <a:ext cx="180000" cy="185400"/>
              </p14:xfrm>
            </p:contentPart>
          </mc:Choice>
          <mc:Fallback xmlns="">
            <p:pic>
              <p:nvPicPr>
                <p:cNvPr id="161" name="墨迹 160">
                  <a:extLst>
                    <a:ext uri="{FF2B5EF4-FFF2-40B4-BE49-F238E27FC236}">
                      <a16:creationId xmlns:a16="http://schemas.microsoft.com/office/drawing/2014/main" id="{16C72226-1D7B-6002-06B1-CDDB4D0A7F3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990052" y="4348463"/>
                  <a:ext cx="215640" cy="22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1" name="组合 170">
            <a:extLst>
              <a:ext uri="{FF2B5EF4-FFF2-40B4-BE49-F238E27FC236}">
                <a16:creationId xmlns:a16="http://schemas.microsoft.com/office/drawing/2014/main" id="{1762A920-9BFD-B11E-24AF-88FF859DE78E}"/>
              </a:ext>
            </a:extLst>
          </p:cNvPr>
          <p:cNvGrpSpPr/>
          <p:nvPr/>
        </p:nvGrpSpPr>
        <p:grpSpPr>
          <a:xfrm>
            <a:off x="6083372" y="4031663"/>
            <a:ext cx="825840" cy="799200"/>
            <a:chOff x="6083372" y="4031663"/>
            <a:chExt cx="825840" cy="799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164" name="墨迹 163">
                  <a:extLst>
                    <a:ext uri="{FF2B5EF4-FFF2-40B4-BE49-F238E27FC236}">
                      <a16:creationId xmlns:a16="http://schemas.microsoft.com/office/drawing/2014/main" id="{B3871ADC-C61E-5D69-8086-88C784E1FF9A}"/>
                    </a:ext>
                  </a:extLst>
                </p14:cNvPr>
                <p14:cNvContentPartPr/>
                <p14:nvPr/>
              </p14:nvContentPartPr>
              <p14:xfrm>
                <a:off x="6083372" y="4051823"/>
                <a:ext cx="137520" cy="416520"/>
              </p14:xfrm>
            </p:contentPart>
          </mc:Choice>
          <mc:Fallback xmlns="">
            <p:pic>
              <p:nvPicPr>
                <p:cNvPr id="164" name="墨迹 163">
                  <a:extLst>
                    <a:ext uri="{FF2B5EF4-FFF2-40B4-BE49-F238E27FC236}">
                      <a16:creationId xmlns:a16="http://schemas.microsoft.com/office/drawing/2014/main" id="{B3871ADC-C61E-5D69-8086-88C784E1FF9A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065372" y="4033823"/>
                  <a:ext cx="173160" cy="45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165" name="墨迹 164">
                  <a:extLst>
                    <a:ext uri="{FF2B5EF4-FFF2-40B4-BE49-F238E27FC236}">
                      <a16:creationId xmlns:a16="http://schemas.microsoft.com/office/drawing/2014/main" id="{771BBEC2-E55F-C89A-A646-ADDABD5B140B}"/>
                    </a:ext>
                  </a:extLst>
                </p14:cNvPr>
                <p14:cNvContentPartPr/>
                <p14:nvPr/>
              </p14:nvContentPartPr>
              <p14:xfrm>
                <a:off x="6243572" y="4178903"/>
                <a:ext cx="123840" cy="313920"/>
              </p14:xfrm>
            </p:contentPart>
          </mc:Choice>
          <mc:Fallback xmlns="">
            <p:pic>
              <p:nvPicPr>
                <p:cNvPr id="165" name="墨迹 164">
                  <a:extLst>
                    <a:ext uri="{FF2B5EF4-FFF2-40B4-BE49-F238E27FC236}">
                      <a16:creationId xmlns:a16="http://schemas.microsoft.com/office/drawing/2014/main" id="{771BBEC2-E55F-C89A-A646-ADDABD5B140B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225572" y="4161263"/>
                  <a:ext cx="15948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66" name="墨迹 165">
                  <a:extLst>
                    <a:ext uri="{FF2B5EF4-FFF2-40B4-BE49-F238E27FC236}">
                      <a16:creationId xmlns:a16="http://schemas.microsoft.com/office/drawing/2014/main" id="{F177D15B-718E-9738-81FF-D8211C138785}"/>
                    </a:ext>
                  </a:extLst>
                </p14:cNvPr>
                <p14:cNvContentPartPr/>
                <p14:nvPr/>
              </p14:nvContentPartPr>
              <p14:xfrm>
                <a:off x="6470372" y="4110503"/>
                <a:ext cx="147600" cy="440280"/>
              </p14:xfrm>
            </p:contentPart>
          </mc:Choice>
          <mc:Fallback xmlns="">
            <p:pic>
              <p:nvPicPr>
                <p:cNvPr id="166" name="墨迹 165">
                  <a:extLst>
                    <a:ext uri="{FF2B5EF4-FFF2-40B4-BE49-F238E27FC236}">
                      <a16:creationId xmlns:a16="http://schemas.microsoft.com/office/drawing/2014/main" id="{F177D15B-718E-9738-81FF-D8211C138785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452732" y="4092503"/>
                  <a:ext cx="183240" cy="47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7" name="墨迹 166">
                  <a:extLst>
                    <a:ext uri="{FF2B5EF4-FFF2-40B4-BE49-F238E27FC236}">
                      <a16:creationId xmlns:a16="http://schemas.microsoft.com/office/drawing/2014/main" id="{506BFFE2-CD64-C485-EAD3-5048D476CB2A}"/>
                    </a:ext>
                  </a:extLst>
                </p14:cNvPr>
                <p14:cNvContentPartPr/>
                <p14:nvPr/>
              </p14:nvContentPartPr>
              <p14:xfrm>
                <a:off x="6470372" y="4269623"/>
                <a:ext cx="172440" cy="29880"/>
              </p14:xfrm>
            </p:contentPart>
          </mc:Choice>
          <mc:Fallback xmlns="">
            <p:pic>
              <p:nvPicPr>
                <p:cNvPr id="167" name="墨迹 166">
                  <a:extLst>
                    <a:ext uri="{FF2B5EF4-FFF2-40B4-BE49-F238E27FC236}">
                      <a16:creationId xmlns:a16="http://schemas.microsoft.com/office/drawing/2014/main" id="{506BFFE2-CD64-C485-EAD3-5048D476CB2A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452732" y="4251983"/>
                  <a:ext cx="2080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168" name="墨迹 167">
                  <a:extLst>
                    <a:ext uri="{FF2B5EF4-FFF2-40B4-BE49-F238E27FC236}">
                      <a16:creationId xmlns:a16="http://schemas.microsoft.com/office/drawing/2014/main" id="{0F5F8D7C-5206-DF33-CDD3-1901F60B2C1E}"/>
                    </a:ext>
                  </a:extLst>
                </p14:cNvPr>
                <p14:cNvContentPartPr/>
                <p14:nvPr/>
              </p14:nvContentPartPr>
              <p14:xfrm>
                <a:off x="6630212" y="4102223"/>
                <a:ext cx="69120" cy="524880"/>
              </p14:xfrm>
            </p:contentPart>
          </mc:Choice>
          <mc:Fallback xmlns="">
            <p:pic>
              <p:nvPicPr>
                <p:cNvPr id="168" name="墨迹 167">
                  <a:extLst>
                    <a:ext uri="{FF2B5EF4-FFF2-40B4-BE49-F238E27FC236}">
                      <a16:creationId xmlns:a16="http://schemas.microsoft.com/office/drawing/2014/main" id="{0F5F8D7C-5206-DF33-CDD3-1901F60B2C1E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612212" y="4084223"/>
                  <a:ext cx="104760" cy="56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169" name="墨迹 168">
                  <a:extLst>
                    <a:ext uri="{FF2B5EF4-FFF2-40B4-BE49-F238E27FC236}">
                      <a16:creationId xmlns:a16="http://schemas.microsoft.com/office/drawing/2014/main" id="{B4F8ECBD-EC1B-15CE-B283-1E90F848496E}"/>
                    </a:ext>
                  </a:extLst>
                </p14:cNvPr>
                <p14:cNvContentPartPr/>
                <p14:nvPr/>
              </p14:nvContentPartPr>
              <p14:xfrm>
                <a:off x="6693572" y="4336943"/>
                <a:ext cx="144000" cy="172080"/>
              </p14:xfrm>
            </p:contentPart>
          </mc:Choice>
          <mc:Fallback xmlns="">
            <p:pic>
              <p:nvPicPr>
                <p:cNvPr id="169" name="墨迹 168">
                  <a:extLst>
                    <a:ext uri="{FF2B5EF4-FFF2-40B4-BE49-F238E27FC236}">
                      <a16:creationId xmlns:a16="http://schemas.microsoft.com/office/drawing/2014/main" id="{B4F8ECBD-EC1B-15CE-B283-1E90F848496E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675572" y="4318943"/>
                  <a:ext cx="17964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170" name="墨迹 169">
                  <a:extLst>
                    <a:ext uri="{FF2B5EF4-FFF2-40B4-BE49-F238E27FC236}">
                      <a16:creationId xmlns:a16="http://schemas.microsoft.com/office/drawing/2014/main" id="{73B89AD0-9221-3763-F9F7-CD36D06620CD}"/>
                    </a:ext>
                  </a:extLst>
                </p14:cNvPr>
                <p14:cNvContentPartPr/>
                <p14:nvPr/>
              </p14:nvContentPartPr>
              <p14:xfrm>
                <a:off x="6748652" y="4031663"/>
                <a:ext cx="160560" cy="799200"/>
              </p14:xfrm>
            </p:contentPart>
          </mc:Choice>
          <mc:Fallback xmlns="">
            <p:pic>
              <p:nvPicPr>
                <p:cNvPr id="170" name="墨迹 169">
                  <a:extLst>
                    <a:ext uri="{FF2B5EF4-FFF2-40B4-BE49-F238E27FC236}">
                      <a16:creationId xmlns:a16="http://schemas.microsoft.com/office/drawing/2014/main" id="{73B89AD0-9221-3763-F9F7-CD36D06620CD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731012" y="4013663"/>
                  <a:ext cx="196200" cy="83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6" name="组合 175">
            <a:extLst>
              <a:ext uri="{FF2B5EF4-FFF2-40B4-BE49-F238E27FC236}">
                <a16:creationId xmlns:a16="http://schemas.microsoft.com/office/drawing/2014/main" id="{C860E39F-E9DD-317C-3C67-10B717FE748C}"/>
              </a:ext>
            </a:extLst>
          </p:cNvPr>
          <p:cNvGrpSpPr/>
          <p:nvPr/>
        </p:nvGrpSpPr>
        <p:grpSpPr>
          <a:xfrm>
            <a:off x="7151492" y="4370423"/>
            <a:ext cx="428400" cy="189720"/>
            <a:chOff x="7151492" y="4370423"/>
            <a:chExt cx="428400" cy="189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172" name="墨迹 171">
                  <a:extLst>
                    <a:ext uri="{FF2B5EF4-FFF2-40B4-BE49-F238E27FC236}">
                      <a16:creationId xmlns:a16="http://schemas.microsoft.com/office/drawing/2014/main" id="{E4F69B9F-F271-A710-DE60-56D306F84C6E}"/>
                    </a:ext>
                  </a:extLst>
                </p14:cNvPr>
                <p14:cNvContentPartPr/>
                <p14:nvPr/>
              </p14:nvContentPartPr>
              <p14:xfrm>
                <a:off x="7151492" y="4370423"/>
                <a:ext cx="177480" cy="7920"/>
              </p14:xfrm>
            </p:contentPart>
          </mc:Choice>
          <mc:Fallback xmlns="">
            <p:pic>
              <p:nvPicPr>
                <p:cNvPr id="172" name="墨迹 171">
                  <a:extLst>
                    <a:ext uri="{FF2B5EF4-FFF2-40B4-BE49-F238E27FC236}">
                      <a16:creationId xmlns:a16="http://schemas.microsoft.com/office/drawing/2014/main" id="{E4F69B9F-F271-A710-DE60-56D306F84C6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133852" y="4352783"/>
                  <a:ext cx="21312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73" name="墨迹 172">
                  <a:extLst>
                    <a:ext uri="{FF2B5EF4-FFF2-40B4-BE49-F238E27FC236}">
                      <a16:creationId xmlns:a16="http://schemas.microsoft.com/office/drawing/2014/main" id="{CDCB908C-A03B-7504-8FED-F2B192881085}"/>
                    </a:ext>
                  </a:extLst>
                </p14:cNvPr>
                <p14:cNvContentPartPr/>
                <p14:nvPr/>
              </p14:nvContentPartPr>
              <p14:xfrm>
                <a:off x="7163732" y="4509023"/>
                <a:ext cx="143640" cy="18720"/>
              </p14:xfrm>
            </p:contentPart>
          </mc:Choice>
          <mc:Fallback xmlns="">
            <p:pic>
              <p:nvPicPr>
                <p:cNvPr id="173" name="墨迹 172">
                  <a:extLst>
                    <a:ext uri="{FF2B5EF4-FFF2-40B4-BE49-F238E27FC236}">
                      <a16:creationId xmlns:a16="http://schemas.microsoft.com/office/drawing/2014/main" id="{CDCB908C-A03B-7504-8FED-F2B19288108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146092" y="4491023"/>
                  <a:ext cx="17928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74" name="墨迹 173">
                  <a:extLst>
                    <a:ext uri="{FF2B5EF4-FFF2-40B4-BE49-F238E27FC236}">
                      <a16:creationId xmlns:a16="http://schemas.microsoft.com/office/drawing/2014/main" id="{F171AE04-C688-2062-B677-72BDB81762A7}"/>
                    </a:ext>
                  </a:extLst>
                </p14:cNvPr>
                <p14:cNvContentPartPr/>
                <p14:nvPr/>
              </p14:nvContentPartPr>
              <p14:xfrm>
                <a:off x="7449212" y="4395263"/>
                <a:ext cx="130680" cy="6480"/>
              </p14:xfrm>
            </p:contentPart>
          </mc:Choice>
          <mc:Fallback xmlns="">
            <p:pic>
              <p:nvPicPr>
                <p:cNvPr id="174" name="墨迹 173">
                  <a:extLst>
                    <a:ext uri="{FF2B5EF4-FFF2-40B4-BE49-F238E27FC236}">
                      <a16:creationId xmlns:a16="http://schemas.microsoft.com/office/drawing/2014/main" id="{F171AE04-C688-2062-B677-72BDB81762A7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431572" y="4377623"/>
                  <a:ext cx="16632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75" name="墨迹 174">
                  <a:extLst>
                    <a:ext uri="{FF2B5EF4-FFF2-40B4-BE49-F238E27FC236}">
                      <a16:creationId xmlns:a16="http://schemas.microsoft.com/office/drawing/2014/main" id="{5C6EC1DB-E0AA-CAF9-D2CF-B7B0C0C820ED}"/>
                    </a:ext>
                  </a:extLst>
                </p14:cNvPr>
                <p14:cNvContentPartPr/>
                <p14:nvPr/>
              </p14:nvContentPartPr>
              <p14:xfrm>
                <a:off x="7428332" y="4559063"/>
                <a:ext cx="140040" cy="1080"/>
              </p14:xfrm>
            </p:contentPart>
          </mc:Choice>
          <mc:Fallback xmlns="">
            <p:pic>
              <p:nvPicPr>
                <p:cNvPr id="175" name="墨迹 174">
                  <a:extLst>
                    <a:ext uri="{FF2B5EF4-FFF2-40B4-BE49-F238E27FC236}">
                      <a16:creationId xmlns:a16="http://schemas.microsoft.com/office/drawing/2014/main" id="{5C6EC1DB-E0AA-CAF9-D2CF-B7B0C0C820ED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410692" y="4541423"/>
                  <a:ext cx="175680" cy="36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177" name="墨迹 176">
                <a:extLst>
                  <a:ext uri="{FF2B5EF4-FFF2-40B4-BE49-F238E27FC236}">
                    <a16:creationId xmlns:a16="http://schemas.microsoft.com/office/drawing/2014/main" id="{DBF3229C-C4EB-BF91-01DE-761C52BF4A9A}"/>
                  </a:ext>
                </a:extLst>
              </p14:cNvPr>
              <p14:cNvContentPartPr/>
              <p14:nvPr/>
            </p14:nvContentPartPr>
            <p14:xfrm>
              <a:off x="7859612" y="4299143"/>
              <a:ext cx="329760" cy="371160"/>
            </p14:xfrm>
          </p:contentPart>
        </mc:Choice>
        <mc:Fallback xmlns="">
          <p:pic>
            <p:nvPicPr>
              <p:cNvPr id="177" name="墨迹 176">
                <a:extLst>
                  <a:ext uri="{FF2B5EF4-FFF2-40B4-BE49-F238E27FC236}">
                    <a16:creationId xmlns:a16="http://schemas.microsoft.com/office/drawing/2014/main" id="{DBF3229C-C4EB-BF91-01DE-761C52BF4A9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7841972" y="4281503"/>
                <a:ext cx="365400" cy="406800"/>
              </a:xfrm>
              <a:prstGeom prst="rect">
                <a:avLst/>
              </a:prstGeom>
            </p:spPr>
          </p:pic>
        </mc:Fallback>
      </mc:AlternateContent>
      <p:grpSp>
        <p:nvGrpSpPr>
          <p:cNvPr id="196" name="组合 195">
            <a:extLst>
              <a:ext uri="{FF2B5EF4-FFF2-40B4-BE49-F238E27FC236}">
                <a16:creationId xmlns:a16="http://schemas.microsoft.com/office/drawing/2014/main" id="{0C7AF3DF-911B-2178-CAC3-1CB7159A69F4}"/>
              </a:ext>
            </a:extLst>
          </p:cNvPr>
          <p:cNvGrpSpPr/>
          <p:nvPr/>
        </p:nvGrpSpPr>
        <p:grpSpPr>
          <a:xfrm>
            <a:off x="8216732" y="3665903"/>
            <a:ext cx="1600200" cy="1353240"/>
            <a:chOff x="8216732" y="3665903"/>
            <a:chExt cx="1600200" cy="1353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78" name="墨迹 177">
                  <a:extLst>
                    <a:ext uri="{FF2B5EF4-FFF2-40B4-BE49-F238E27FC236}">
                      <a16:creationId xmlns:a16="http://schemas.microsoft.com/office/drawing/2014/main" id="{B18A2202-E978-29A4-DA05-433BE5BE1581}"/>
                    </a:ext>
                  </a:extLst>
                </p14:cNvPr>
                <p14:cNvContentPartPr/>
                <p14:nvPr/>
              </p14:nvContentPartPr>
              <p14:xfrm>
                <a:off x="8338412" y="4557623"/>
                <a:ext cx="331560" cy="14400"/>
              </p14:xfrm>
            </p:contentPart>
          </mc:Choice>
          <mc:Fallback xmlns="">
            <p:pic>
              <p:nvPicPr>
                <p:cNvPr id="178" name="墨迹 177">
                  <a:extLst>
                    <a:ext uri="{FF2B5EF4-FFF2-40B4-BE49-F238E27FC236}">
                      <a16:creationId xmlns:a16="http://schemas.microsoft.com/office/drawing/2014/main" id="{B18A2202-E978-29A4-DA05-433BE5BE1581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320412" y="4539623"/>
                  <a:ext cx="36720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79" name="墨迹 178">
                  <a:extLst>
                    <a:ext uri="{FF2B5EF4-FFF2-40B4-BE49-F238E27FC236}">
                      <a16:creationId xmlns:a16="http://schemas.microsoft.com/office/drawing/2014/main" id="{60092505-717A-7C8A-C0CC-9CEAE7D3E34E}"/>
                    </a:ext>
                  </a:extLst>
                </p14:cNvPr>
                <p14:cNvContentPartPr/>
                <p14:nvPr/>
              </p14:nvContentPartPr>
              <p14:xfrm>
                <a:off x="8609492" y="4479503"/>
                <a:ext cx="93240" cy="207000"/>
              </p14:xfrm>
            </p:contentPart>
          </mc:Choice>
          <mc:Fallback xmlns="">
            <p:pic>
              <p:nvPicPr>
                <p:cNvPr id="179" name="墨迹 178">
                  <a:extLst>
                    <a:ext uri="{FF2B5EF4-FFF2-40B4-BE49-F238E27FC236}">
                      <a16:creationId xmlns:a16="http://schemas.microsoft.com/office/drawing/2014/main" id="{60092505-717A-7C8A-C0CC-9CEAE7D3E34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8591852" y="4461503"/>
                  <a:ext cx="12888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81" name="墨迹 180">
                  <a:extLst>
                    <a:ext uri="{FF2B5EF4-FFF2-40B4-BE49-F238E27FC236}">
                      <a16:creationId xmlns:a16="http://schemas.microsoft.com/office/drawing/2014/main" id="{70AEEE3B-5398-8898-06E2-CC328D6922BE}"/>
                    </a:ext>
                  </a:extLst>
                </p14:cNvPr>
                <p14:cNvContentPartPr/>
                <p14:nvPr/>
              </p14:nvContentPartPr>
              <p14:xfrm>
                <a:off x="8745212" y="4374383"/>
                <a:ext cx="153360" cy="4680"/>
              </p14:xfrm>
            </p:contentPart>
          </mc:Choice>
          <mc:Fallback xmlns="">
            <p:pic>
              <p:nvPicPr>
                <p:cNvPr id="181" name="墨迹 180">
                  <a:extLst>
                    <a:ext uri="{FF2B5EF4-FFF2-40B4-BE49-F238E27FC236}">
                      <a16:creationId xmlns:a16="http://schemas.microsoft.com/office/drawing/2014/main" id="{70AEEE3B-5398-8898-06E2-CC328D6922B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727572" y="4356743"/>
                  <a:ext cx="18900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82" name="墨迹 181">
                  <a:extLst>
                    <a:ext uri="{FF2B5EF4-FFF2-40B4-BE49-F238E27FC236}">
                      <a16:creationId xmlns:a16="http://schemas.microsoft.com/office/drawing/2014/main" id="{3DC7A500-B005-8521-2DFB-D5787304CFC5}"/>
                    </a:ext>
                  </a:extLst>
                </p14:cNvPr>
                <p14:cNvContentPartPr/>
                <p14:nvPr/>
              </p14:nvContentPartPr>
              <p14:xfrm>
                <a:off x="8755292" y="4379063"/>
                <a:ext cx="99360" cy="592560"/>
              </p14:xfrm>
            </p:contentPart>
          </mc:Choice>
          <mc:Fallback xmlns="">
            <p:pic>
              <p:nvPicPr>
                <p:cNvPr id="182" name="墨迹 181">
                  <a:extLst>
                    <a:ext uri="{FF2B5EF4-FFF2-40B4-BE49-F238E27FC236}">
                      <a16:creationId xmlns:a16="http://schemas.microsoft.com/office/drawing/2014/main" id="{3DC7A500-B005-8521-2DFB-D5787304CFC5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737292" y="4361063"/>
                  <a:ext cx="135000" cy="62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83" name="墨迹 182">
                  <a:extLst>
                    <a:ext uri="{FF2B5EF4-FFF2-40B4-BE49-F238E27FC236}">
                      <a16:creationId xmlns:a16="http://schemas.microsoft.com/office/drawing/2014/main" id="{CC41DE71-97E8-136C-37DA-26DAF14E0796}"/>
                    </a:ext>
                  </a:extLst>
                </p14:cNvPr>
                <p14:cNvContentPartPr/>
                <p14:nvPr/>
              </p14:nvContentPartPr>
              <p14:xfrm>
                <a:off x="8878412" y="4659863"/>
                <a:ext cx="120600" cy="258840"/>
              </p14:xfrm>
            </p:contentPart>
          </mc:Choice>
          <mc:Fallback xmlns="">
            <p:pic>
              <p:nvPicPr>
                <p:cNvPr id="183" name="墨迹 182">
                  <a:extLst>
                    <a:ext uri="{FF2B5EF4-FFF2-40B4-BE49-F238E27FC236}">
                      <a16:creationId xmlns:a16="http://schemas.microsoft.com/office/drawing/2014/main" id="{CC41DE71-97E8-136C-37DA-26DAF14E0796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860412" y="4642223"/>
                  <a:ext cx="15624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84" name="墨迹 183">
                  <a:extLst>
                    <a:ext uri="{FF2B5EF4-FFF2-40B4-BE49-F238E27FC236}">
                      <a16:creationId xmlns:a16="http://schemas.microsoft.com/office/drawing/2014/main" id="{596EE07C-EF06-2F31-165A-7C6D7E9E0F23}"/>
                    </a:ext>
                  </a:extLst>
                </p14:cNvPr>
                <p14:cNvContentPartPr/>
                <p14:nvPr/>
              </p14:nvContentPartPr>
              <p14:xfrm>
                <a:off x="9137972" y="4630343"/>
                <a:ext cx="237960" cy="296280"/>
              </p14:xfrm>
            </p:contentPart>
          </mc:Choice>
          <mc:Fallback xmlns="">
            <p:pic>
              <p:nvPicPr>
                <p:cNvPr id="184" name="墨迹 183">
                  <a:extLst>
                    <a:ext uri="{FF2B5EF4-FFF2-40B4-BE49-F238E27FC236}">
                      <a16:creationId xmlns:a16="http://schemas.microsoft.com/office/drawing/2014/main" id="{596EE07C-EF06-2F31-165A-7C6D7E9E0F23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9119972" y="4612703"/>
                  <a:ext cx="27360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85" name="墨迹 184">
                  <a:extLst>
                    <a:ext uri="{FF2B5EF4-FFF2-40B4-BE49-F238E27FC236}">
                      <a16:creationId xmlns:a16="http://schemas.microsoft.com/office/drawing/2014/main" id="{B139866F-D157-A905-7C5F-F8277CE57421}"/>
                    </a:ext>
                  </a:extLst>
                </p14:cNvPr>
                <p14:cNvContentPartPr/>
                <p14:nvPr/>
              </p14:nvContentPartPr>
              <p14:xfrm>
                <a:off x="9428852" y="4709543"/>
                <a:ext cx="178560" cy="309600"/>
              </p14:xfrm>
            </p:contentPart>
          </mc:Choice>
          <mc:Fallback xmlns="">
            <p:pic>
              <p:nvPicPr>
                <p:cNvPr id="185" name="墨迹 184">
                  <a:extLst>
                    <a:ext uri="{FF2B5EF4-FFF2-40B4-BE49-F238E27FC236}">
                      <a16:creationId xmlns:a16="http://schemas.microsoft.com/office/drawing/2014/main" id="{B139866F-D157-A905-7C5F-F8277CE57421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9411212" y="4691903"/>
                  <a:ext cx="214200" cy="34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87" name="墨迹 186">
                  <a:extLst>
                    <a:ext uri="{FF2B5EF4-FFF2-40B4-BE49-F238E27FC236}">
                      <a16:creationId xmlns:a16="http://schemas.microsoft.com/office/drawing/2014/main" id="{EAFBEBF8-056E-3A8B-4541-5768548B2AD1}"/>
                    </a:ext>
                  </a:extLst>
                </p14:cNvPr>
                <p14:cNvContentPartPr/>
                <p14:nvPr/>
              </p14:nvContentPartPr>
              <p14:xfrm>
                <a:off x="8216732" y="3881543"/>
                <a:ext cx="330120" cy="531360"/>
              </p14:xfrm>
            </p:contentPart>
          </mc:Choice>
          <mc:Fallback xmlns="">
            <p:pic>
              <p:nvPicPr>
                <p:cNvPr id="187" name="墨迹 186">
                  <a:extLst>
                    <a:ext uri="{FF2B5EF4-FFF2-40B4-BE49-F238E27FC236}">
                      <a16:creationId xmlns:a16="http://schemas.microsoft.com/office/drawing/2014/main" id="{EAFBEBF8-056E-3A8B-4541-5768548B2AD1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199092" y="3863543"/>
                  <a:ext cx="365760" cy="56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88" name="墨迹 187">
                  <a:extLst>
                    <a:ext uri="{FF2B5EF4-FFF2-40B4-BE49-F238E27FC236}">
                      <a16:creationId xmlns:a16="http://schemas.microsoft.com/office/drawing/2014/main" id="{9EC98749-E30C-F476-3FBD-E590D565F668}"/>
                    </a:ext>
                  </a:extLst>
                </p14:cNvPr>
                <p14:cNvContentPartPr/>
                <p14:nvPr/>
              </p14:nvContentPartPr>
              <p14:xfrm>
                <a:off x="8728652" y="3711623"/>
                <a:ext cx="226080" cy="9360"/>
              </p14:xfrm>
            </p:contentPart>
          </mc:Choice>
          <mc:Fallback xmlns="">
            <p:pic>
              <p:nvPicPr>
                <p:cNvPr id="188" name="墨迹 187">
                  <a:extLst>
                    <a:ext uri="{FF2B5EF4-FFF2-40B4-BE49-F238E27FC236}">
                      <a16:creationId xmlns:a16="http://schemas.microsoft.com/office/drawing/2014/main" id="{9EC98749-E30C-F476-3FBD-E590D565F668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710652" y="3693623"/>
                  <a:ext cx="26172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89" name="墨迹 188">
                  <a:extLst>
                    <a:ext uri="{FF2B5EF4-FFF2-40B4-BE49-F238E27FC236}">
                      <a16:creationId xmlns:a16="http://schemas.microsoft.com/office/drawing/2014/main" id="{18B88D22-C43A-2877-4866-4335E609565D}"/>
                    </a:ext>
                  </a:extLst>
                </p14:cNvPr>
                <p14:cNvContentPartPr/>
                <p14:nvPr/>
              </p14:nvContentPartPr>
              <p14:xfrm>
                <a:off x="8716412" y="3711983"/>
                <a:ext cx="67320" cy="421920"/>
              </p14:xfrm>
            </p:contentPart>
          </mc:Choice>
          <mc:Fallback xmlns="">
            <p:pic>
              <p:nvPicPr>
                <p:cNvPr id="189" name="墨迹 188">
                  <a:extLst>
                    <a:ext uri="{FF2B5EF4-FFF2-40B4-BE49-F238E27FC236}">
                      <a16:creationId xmlns:a16="http://schemas.microsoft.com/office/drawing/2014/main" id="{18B88D22-C43A-2877-4866-4335E609565D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698412" y="3693983"/>
                  <a:ext cx="102960" cy="45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90" name="墨迹 189">
                  <a:extLst>
                    <a:ext uri="{FF2B5EF4-FFF2-40B4-BE49-F238E27FC236}">
                      <a16:creationId xmlns:a16="http://schemas.microsoft.com/office/drawing/2014/main" id="{47D6389A-3809-F928-A2BA-386F145B7255}"/>
                    </a:ext>
                  </a:extLst>
                </p14:cNvPr>
                <p14:cNvContentPartPr/>
                <p14:nvPr/>
              </p14:nvContentPartPr>
              <p14:xfrm>
                <a:off x="8745212" y="3957863"/>
                <a:ext cx="311040" cy="10440"/>
              </p14:xfrm>
            </p:contentPart>
          </mc:Choice>
          <mc:Fallback xmlns="">
            <p:pic>
              <p:nvPicPr>
                <p:cNvPr id="190" name="墨迹 189">
                  <a:extLst>
                    <a:ext uri="{FF2B5EF4-FFF2-40B4-BE49-F238E27FC236}">
                      <a16:creationId xmlns:a16="http://schemas.microsoft.com/office/drawing/2014/main" id="{47D6389A-3809-F928-A2BA-386F145B7255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727572" y="3939863"/>
                  <a:ext cx="34668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91" name="墨迹 190">
                  <a:extLst>
                    <a:ext uri="{FF2B5EF4-FFF2-40B4-BE49-F238E27FC236}">
                      <a16:creationId xmlns:a16="http://schemas.microsoft.com/office/drawing/2014/main" id="{CC1E075B-CE9A-AFB0-7D82-209B93B9728C}"/>
                    </a:ext>
                  </a:extLst>
                </p14:cNvPr>
                <p14:cNvContentPartPr/>
                <p14:nvPr/>
              </p14:nvContentPartPr>
              <p14:xfrm>
                <a:off x="8965172" y="3903143"/>
                <a:ext cx="177480" cy="196920"/>
              </p14:xfrm>
            </p:contentPart>
          </mc:Choice>
          <mc:Fallback xmlns="">
            <p:pic>
              <p:nvPicPr>
                <p:cNvPr id="191" name="墨迹 190">
                  <a:extLst>
                    <a:ext uri="{FF2B5EF4-FFF2-40B4-BE49-F238E27FC236}">
                      <a16:creationId xmlns:a16="http://schemas.microsoft.com/office/drawing/2014/main" id="{CC1E075B-CE9A-AFB0-7D82-209B93B9728C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947532" y="3885503"/>
                  <a:ext cx="21312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92" name="墨迹 191">
                  <a:extLst>
                    <a:ext uri="{FF2B5EF4-FFF2-40B4-BE49-F238E27FC236}">
                      <a16:creationId xmlns:a16="http://schemas.microsoft.com/office/drawing/2014/main" id="{EC15478C-AD5B-63F1-22B9-AAA4796174E8}"/>
                    </a:ext>
                  </a:extLst>
                </p14:cNvPr>
                <p14:cNvContentPartPr/>
                <p14:nvPr/>
              </p14:nvContentPartPr>
              <p14:xfrm>
                <a:off x="9202412" y="3665903"/>
                <a:ext cx="13320" cy="452880"/>
              </p14:xfrm>
            </p:contentPart>
          </mc:Choice>
          <mc:Fallback xmlns="">
            <p:pic>
              <p:nvPicPr>
                <p:cNvPr id="192" name="墨迹 191">
                  <a:extLst>
                    <a:ext uri="{FF2B5EF4-FFF2-40B4-BE49-F238E27FC236}">
                      <a16:creationId xmlns:a16="http://schemas.microsoft.com/office/drawing/2014/main" id="{EC15478C-AD5B-63F1-22B9-AAA4796174E8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9184772" y="3647903"/>
                  <a:ext cx="48960" cy="48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93" name="墨迹 192">
                  <a:extLst>
                    <a:ext uri="{FF2B5EF4-FFF2-40B4-BE49-F238E27FC236}">
                      <a16:creationId xmlns:a16="http://schemas.microsoft.com/office/drawing/2014/main" id="{08022840-B616-3EF9-83DB-4522D57621D3}"/>
                    </a:ext>
                  </a:extLst>
                </p14:cNvPr>
                <p14:cNvContentPartPr/>
                <p14:nvPr/>
              </p14:nvContentPartPr>
              <p14:xfrm>
                <a:off x="9343172" y="3897743"/>
                <a:ext cx="99000" cy="255240"/>
              </p14:xfrm>
            </p:contentPart>
          </mc:Choice>
          <mc:Fallback xmlns="">
            <p:pic>
              <p:nvPicPr>
                <p:cNvPr id="193" name="墨迹 192">
                  <a:extLst>
                    <a:ext uri="{FF2B5EF4-FFF2-40B4-BE49-F238E27FC236}">
                      <a16:creationId xmlns:a16="http://schemas.microsoft.com/office/drawing/2014/main" id="{08022840-B616-3EF9-83DB-4522D57621D3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325172" y="3879743"/>
                  <a:ext cx="13464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95" name="墨迹 194">
                  <a:extLst>
                    <a:ext uri="{FF2B5EF4-FFF2-40B4-BE49-F238E27FC236}">
                      <a16:creationId xmlns:a16="http://schemas.microsoft.com/office/drawing/2014/main" id="{1596D5F3-6016-B523-4A06-774A13EEF0EE}"/>
                    </a:ext>
                  </a:extLst>
                </p14:cNvPr>
                <p14:cNvContentPartPr/>
                <p14:nvPr/>
              </p14:nvContentPartPr>
              <p14:xfrm>
                <a:off x="9554132" y="3892703"/>
                <a:ext cx="262800" cy="286560"/>
              </p14:xfrm>
            </p:contentPart>
          </mc:Choice>
          <mc:Fallback xmlns="">
            <p:pic>
              <p:nvPicPr>
                <p:cNvPr id="195" name="墨迹 194">
                  <a:extLst>
                    <a:ext uri="{FF2B5EF4-FFF2-40B4-BE49-F238E27FC236}">
                      <a16:creationId xmlns:a16="http://schemas.microsoft.com/office/drawing/2014/main" id="{1596D5F3-6016-B523-4A06-774A13EEF0EE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536132" y="3875063"/>
                  <a:ext cx="298440" cy="32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7" name="组合 226">
            <a:extLst>
              <a:ext uri="{FF2B5EF4-FFF2-40B4-BE49-F238E27FC236}">
                <a16:creationId xmlns:a16="http://schemas.microsoft.com/office/drawing/2014/main" id="{9C096E05-5B4C-A432-CFBC-6A864C15447B}"/>
              </a:ext>
            </a:extLst>
          </p:cNvPr>
          <p:cNvGrpSpPr/>
          <p:nvPr/>
        </p:nvGrpSpPr>
        <p:grpSpPr>
          <a:xfrm>
            <a:off x="427052" y="3849863"/>
            <a:ext cx="1289880" cy="556200"/>
            <a:chOff x="427052" y="3849863"/>
            <a:chExt cx="1289880" cy="556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217" name="墨迹 216">
                  <a:extLst>
                    <a:ext uri="{FF2B5EF4-FFF2-40B4-BE49-F238E27FC236}">
                      <a16:creationId xmlns:a16="http://schemas.microsoft.com/office/drawing/2014/main" id="{49496EFD-19A0-D9D6-577F-04B9BC686D49}"/>
                    </a:ext>
                  </a:extLst>
                </p14:cNvPr>
                <p14:cNvContentPartPr/>
                <p14:nvPr/>
              </p14:nvContentPartPr>
              <p14:xfrm>
                <a:off x="427052" y="3867143"/>
                <a:ext cx="118440" cy="354960"/>
              </p14:xfrm>
            </p:contentPart>
          </mc:Choice>
          <mc:Fallback xmlns="">
            <p:pic>
              <p:nvPicPr>
                <p:cNvPr id="217" name="墨迹 216">
                  <a:extLst>
                    <a:ext uri="{FF2B5EF4-FFF2-40B4-BE49-F238E27FC236}">
                      <a16:creationId xmlns:a16="http://schemas.microsoft.com/office/drawing/2014/main" id="{49496EFD-19A0-D9D6-577F-04B9BC686D49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409052" y="3849143"/>
                  <a:ext cx="154080" cy="39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218" name="墨迹 217">
                  <a:extLst>
                    <a:ext uri="{FF2B5EF4-FFF2-40B4-BE49-F238E27FC236}">
                      <a16:creationId xmlns:a16="http://schemas.microsoft.com/office/drawing/2014/main" id="{1B87ED4A-3D74-C3BA-F429-AF6136551384}"/>
                    </a:ext>
                  </a:extLst>
                </p14:cNvPr>
                <p14:cNvContentPartPr/>
                <p14:nvPr/>
              </p14:nvContentPartPr>
              <p14:xfrm>
                <a:off x="623972" y="3925823"/>
                <a:ext cx="51480" cy="295200"/>
              </p14:xfrm>
            </p:contentPart>
          </mc:Choice>
          <mc:Fallback xmlns="">
            <p:pic>
              <p:nvPicPr>
                <p:cNvPr id="218" name="墨迹 217">
                  <a:extLst>
                    <a:ext uri="{FF2B5EF4-FFF2-40B4-BE49-F238E27FC236}">
                      <a16:creationId xmlns:a16="http://schemas.microsoft.com/office/drawing/2014/main" id="{1B87ED4A-3D74-C3BA-F429-AF6136551384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605972" y="3908183"/>
                  <a:ext cx="8712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219" name="墨迹 218">
                  <a:extLst>
                    <a:ext uri="{FF2B5EF4-FFF2-40B4-BE49-F238E27FC236}">
                      <a16:creationId xmlns:a16="http://schemas.microsoft.com/office/drawing/2014/main" id="{BEF75B36-4BC6-9A36-19CA-CCAE0065018E}"/>
                    </a:ext>
                  </a:extLst>
                </p14:cNvPr>
                <p14:cNvContentPartPr/>
                <p14:nvPr/>
              </p14:nvContentPartPr>
              <p14:xfrm>
                <a:off x="549452" y="3997103"/>
                <a:ext cx="229320" cy="16560"/>
              </p14:xfrm>
            </p:contentPart>
          </mc:Choice>
          <mc:Fallback xmlns="">
            <p:pic>
              <p:nvPicPr>
                <p:cNvPr id="219" name="墨迹 218">
                  <a:extLst>
                    <a:ext uri="{FF2B5EF4-FFF2-40B4-BE49-F238E27FC236}">
                      <a16:creationId xmlns:a16="http://schemas.microsoft.com/office/drawing/2014/main" id="{BEF75B36-4BC6-9A36-19CA-CCAE0065018E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31452" y="3979463"/>
                  <a:ext cx="26496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220" name="墨迹 219">
                  <a:extLst>
                    <a:ext uri="{FF2B5EF4-FFF2-40B4-BE49-F238E27FC236}">
                      <a16:creationId xmlns:a16="http://schemas.microsoft.com/office/drawing/2014/main" id="{75AFDF29-4F2F-0A97-BB29-7BA9181FDF65}"/>
                    </a:ext>
                  </a:extLst>
                </p14:cNvPr>
                <p14:cNvContentPartPr/>
                <p14:nvPr/>
              </p14:nvContentPartPr>
              <p14:xfrm>
                <a:off x="863012" y="3875423"/>
                <a:ext cx="29880" cy="431640"/>
              </p14:xfrm>
            </p:contentPart>
          </mc:Choice>
          <mc:Fallback xmlns="">
            <p:pic>
              <p:nvPicPr>
                <p:cNvPr id="220" name="墨迹 219">
                  <a:extLst>
                    <a:ext uri="{FF2B5EF4-FFF2-40B4-BE49-F238E27FC236}">
                      <a16:creationId xmlns:a16="http://schemas.microsoft.com/office/drawing/2014/main" id="{75AFDF29-4F2F-0A97-BB29-7BA9181FDF65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845012" y="3857783"/>
                  <a:ext cx="65520" cy="46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221" name="墨迹 220">
                  <a:extLst>
                    <a:ext uri="{FF2B5EF4-FFF2-40B4-BE49-F238E27FC236}">
                      <a16:creationId xmlns:a16="http://schemas.microsoft.com/office/drawing/2014/main" id="{2EF7836B-C772-C569-F283-167B6725074F}"/>
                    </a:ext>
                  </a:extLst>
                </p14:cNvPr>
                <p14:cNvContentPartPr/>
                <p14:nvPr/>
              </p14:nvContentPartPr>
              <p14:xfrm>
                <a:off x="896852" y="4097543"/>
                <a:ext cx="97560" cy="114120"/>
              </p14:xfrm>
            </p:contentPart>
          </mc:Choice>
          <mc:Fallback xmlns="">
            <p:pic>
              <p:nvPicPr>
                <p:cNvPr id="221" name="墨迹 220">
                  <a:extLst>
                    <a:ext uri="{FF2B5EF4-FFF2-40B4-BE49-F238E27FC236}">
                      <a16:creationId xmlns:a16="http://schemas.microsoft.com/office/drawing/2014/main" id="{2EF7836B-C772-C569-F283-167B6725074F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78852" y="4079903"/>
                  <a:ext cx="13320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222" name="墨迹 221">
                  <a:extLst>
                    <a:ext uri="{FF2B5EF4-FFF2-40B4-BE49-F238E27FC236}">
                      <a16:creationId xmlns:a16="http://schemas.microsoft.com/office/drawing/2014/main" id="{6A5432C6-063D-22D9-0BFD-CE51B50AB5D0}"/>
                    </a:ext>
                  </a:extLst>
                </p14:cNvPr>
                <p14:cNvContentPartPr/>
                <p14:nvPr/>
              </p14:nvContentPartPr>
              <p14:xfrm>
                <a:off x="1111412" y="3921503"/>
                <a:ext cx="72360" cy="4680"/>
              </p14:xfrm>
            </p:contentPart>
          </mc:Choice>
          <mc:Fallback xmlns="">
            <p:pic>
              <p:nvPicPr>
                <p:cNvPr id="222" name="墨迹 221">
                  <a:extLst>
                    <a:ext uri="{FF2B5EF4-FFF2-40B4-BE49-F238E27FC236}">
                      <a16:creationId xmlns:a16="http://schemas.microsoft.com/office/drawing/2014/main" id="{6A5432C6-063D-22D9-0BFD-CE51B50AB5D0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093772" y="3903863"/>
                  <a:ext cx="10800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223" name="墨迹 222">
                  <a:extLst>
                    <a:ext uri="{FF2B5EF4-FFF2-40B4-BE49-F238E27FC236}">
                      <a16:creationId xmlns:a16="http://schemas.microsoft.com/office/drawing/2014/main" id="{E514986B-97D8-BA90-D5D4-EF90AB662E6C}"/>
                    </a:ext>
                  </a:extLst>
                </p14:cNvPr>
                <p14:cNvContentPartPr/>
                <p14:nvPr/>
              </p14:nvContentPartPr>
              <p14:xfrm>
                <a:off x="1140572" y="3908903"/>
                <a:ext cx="94680" cy="351000"/>
              </p14:xfrm>
            </p:contentPart>
          </mc:Choice>
          <mc:Fallback xmlns="">
            <p:pic>
              <p:nvPicPr>
                <p:cNvPr id="223" name="墨迹 222">
                  <a:extLst>
                    <a:ext uri="{FF2B5EF4-FFF2-40B4-BE49-F238E27FC236}">
                      <a16:creationId xmlns:a16="http://schemas.microsoft.com/office/drawing/2014/main" id="{E514986B-97D8-BA90-D5D4-EF90AB662E6C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122572" y="3891263"/>
                  <a:ext cx="130320" cy="38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224" name="墨迹 223">
                  <a:extLst>
                    <a:ext uri="{FF2B5EF4-FFF2-40B4-BE49-F238E27FC236}">
                      <a16:creationId xmlns:a16="http://schemas.microsoft.com/office/drawing/2014/main" id="{4B947020-03C1-C272-CF6A-9BD699972F64}"/>
                    </a:ext>
                  </a:extLst>
                </p14:cNvPr>
                <p14:cNvContentPartPr/>
                <p14:nvPr/>
              </p14:nvContentPartPr>
              <p14:xfrm>
                <a:off x="1262612" y="4068383"/>
                <a:ext cx="153360" cy="9000"/>
              </p14:xfrm>
            </p:contentPart>
          </mc:Choice>
          <mc:Fallback xmlns="">
            <p:pic>
              <p:nvPicPr>
                <p:cNvPr id="224" name="墨迹 223">
                  <a:extLst>
                    <a:ext uri="{FF2B5EF4-FFF2-40B4-BE49-F238E27FC236}">
                      <a16:creationId xmlns:a16="http://schemas.microsoft.com/office/drawing/2014/main" id="{4B947020-03C1-C272-CF6A-9BD699972F64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244612" y="4050743"/>
                  <a:ext cx="18900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225" name="墨迹 224">
                  <a:extLst>
                    <a:ext uri="{FF2B5EF4-FFF2-40B4-BE49-F238E27FC236}">
                      <a16:creationId xmlns:a16="http://schemas.microsoft.com/office/drawing/2014/main" id="{AB92F3E1-FCE7-90C0-B24A-C7AE200900C3}"/>
                    </a:ext>
                  </a:extLst>
                </p14:cNvPr>
                <p14:cNvContentPartPr/>
                <p14:nvPr/>
              </p14:nvContentPartPr>
              <p14:xfrm>
                <a:off x="1463492" y="3908903"/>
                <a:ext cx="22320" cy="344880"/>
              </p14:xfrm>
            </p:contentPart>
          </mc:Choice>
          <mc:Fallback xmlns="">
            <p:pic>
              <p:nvPicPr>
                <p:cNvPr id="225" name="墨迹 224">
                  <a:extLst>
                    <a:ext uri="{FF2B5EF4-FFF2-40B4-BE49-F238E27FC236}">
                      <a16:creationId xmlns:a16="http://schemas.microsoft.com/office/drawing/2014/main" id="{AB92F3E1-FCE7-90C0-B24A-C7AE200900C3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445852" y="3891263"/>
                  <a:ext cx="57960" cy="38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226" name="墨迹 225">
                  <a:extLst>
                    <a:ext uri="{FF2B5EF4-FFF2-40B4-BE49-F238E27FC236}">
                      <a16:creationId xmlns:a16="http://schemas.microsoft.com/office/drawing/2014/main" id="{E2669F77-75BD-6D6E-4AAC-9776921C7802}"/>
                    </a:ext>
                  </a:extLst>
                </p14:cNvPr>
                <p14:cNvContentPartPr/>
                <p14:nvPr/>
              </p14:nvContentPartPr>
              <p14:xfrm>
                <a:off x="1435772" y="3849863"/>
                <a:ext cx="281160" cy="556200"/>
              </p14:xfrm>
            </p:contentPart>
          </mc:Choice>
          <mc:Fallback xmlns="">
            <p:pic>
              <p:nvPicPr>
                <p:cNvPr id="226" name="墨迹 225">
                  <a:extLst>
                    <a:ext uri="{FF2B5EF4-FFF2-40B4-BE49-F238E27FC236}">
                      <a16:creationId xmlns:a16="http://schemas.microsoft.com/office/drawing/2014/main" id="{E2669F77-75BD-6D6E-4AAC-9776921C7802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417772" y="3832223"/>
                  <a:ext cx="316800" cy="591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5" name="组合 234">
            <a:extLst>
              <a:ext uri="{FF2B5EF4-FFF2-40B4-BE49-F238E27FC236}">
                <a16:creationId xmlns:a16="http://schemas.microsoft.com/office/drawing/2014/main" id="{F9849FE2-DEFB-BADB-216D-E30A0C4DE2CC}"/>
              </a:ext>
            </a:extLst>
          </p:cNvPr>
          <p:cNvGrpSpPr/>
          <p:nvPr/>
        </p:nvGrpSpPr>
        <p:grpSpPr>
          <a:xfrm>
            <a:off x="1841132" y="3963623"/>
            <a:ext cx="650880" cy="394560"/>
            <a:chOff x="1841132" y="3963623"/>
            <a:chExt cx="650880" cy="394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228" name="墨迹 227">
                  <a:extLst>
                    <a:ext uri="{FF2B5EF4-FFF2-40B4-BE49-F238E27FC236}">
                      <a16:creationId xmlns:a16="http://schemas.microsoft.com/office/drawing/2014/main" id="{0001B8A8-170F-018C-7E85-E40A98066553}"/>
                    </a:ext>
                  </a:extLst>
                </p14:cNvPr>
                <p14:cNvContentPartPr/>
                <p14:nvPr/>
              </p14:nvContentPartPr>
              <p14:xfrm>
                <a:off x="1841132" y="4110503"/>
                <a:ext cx="77400" cy="1080"/>
              </p14:xfrm>
            </p:contentPart>
          </mc:Choice>
          <mc:Fallback xmlns="">
            <p:pic>
              <p:nvPicPr>
                <p:cNvPr id="228" name="墨迹 227">
                  <a:extLst>
                    <a:ext uri="{FF2B5EF4-FFF2-40B4-BE49-F238E27FC236}">
                      <a16:creationId xmlns:a16="http://schemas.microsoft.com/office/drawing/2014/main" id="{0001B8A8-170F-018C-7E85-E40A9806655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823492" y="4092503"/>
                  <a:ext cx="11304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229" name="墨迹 228">
                  <a:extLst>
                    <a:ext uri="{FF2B5EF4-FFF2-40B4-BE49-F238E27FC236}">
                      <a16:creationId xmlns:a16="http://schemas.microsoft.com/office/drawing/2014/main" id="{561136C1-700F-01B8-50AD-FD1B4A48D390}"/>
                    </a:ext>
                  </a:extLst>
                </p14:cNvPr>
                <p14:cNvContentPartPr/>
                <p14:nvPr/>
              </p14:nvContentPartPr>
              <p14:xfrm>
                <a:off x="1845452" y="4202663"/>
                <a:ext cx="70560" cy="4680"/>
              </p14:xfrm>
            </p:contentPart>
          </mc:Choice>
          <mc:Fallback xmlns="">
            <p:pic>
              <p:nvPicPr>
                <p:cNvPr id="229" name="墨迹 228">
                  <a:extLst>
                    <a:ext uri="{FF2B5EF4-FFF2-40B4-BE49-F238E27FC236}">
                      <a16:creationId xmlns:a16="http://schemas.microsoft.com/office/drawing/2014/main" id="{561136C1-700F-01B8-50AD-FD1B4A48D390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827452" y="4185023"/>
                  <a:ext cx="10620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230" name="墨迹 229">
                  <a:extLst>
                    <a:ext uri="{FF2B5EF4-FFF2-40B4-BE49-F238E27FC236}">
                      <a16:creationId xmlns:a16="http://schemas.microsoft.com/office/drawing/2014/main" id="{7B774478-1529-0D85-04F4-E775A3AED8D9}"/>
                    </a:ext>
                  </a:extLst>
                </p14:cNvPr>
                <p14:cNvContentPartPr/>
                <p14:nvPr/>
              </p14:nvContentPartPr>
              <p14:xfrm>
                <a:off x="1958852" y="4160903"/>
                <a:ext cx="93240" cy="4320"/>
              </p14:xfrm>
            </p:contentPart>
          </mc:Choice>
          <mc:Fallback xmlns="">
            <p:pic>
              <p:nvPicPr>
                <p:cNvPr id="230" name="墨迹 229">
                  <a:extLst>
                    <a:ext uri="{FF2B5EF4-FFF2-40B4-BE49-F238E27FC236}">
                      <a16:creationId xmlns:a16="http://schemas.microsoft.com/office/drawing/2014/main" id="{7B774478-1529-0D85-04F4-E775A3AED8D9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940852" y="4142903"/>
                  <a:ext cx="12888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231" name="墨迹 230">
                  <a:extLst>
                    <a:ext uri="{FF2B5EF4-FFF2-40B4-BE49-F238E27FC236}">
                      <a16:creationId xmlns:a16="http://schemas.microsoft.com/office/drawing/2014/main" id="{5F9590FC-EE56-B6C9-8731-A173EDF84494}"/>
                    </a:ext>
                  </a:extLst>
                </p14:cNvPr>
                <p14:cNvContentPartPr/>
                <p14:nvPr/>
              </p14:nvContentPartPr>
              <p14:xfrm>
                <a:off x="1996292" y="4202663"/>
                <a:ext cx="62280" cy="9000"/>
              </p14:xfrm>
            </p:contentPart>
          </mc:Choice>
          <mc:Fallback xmlns="">
            <p:pic>
              <p:nvPicPr>
                <p:cNvPr id="231" name="墨迹 230">
                  <a:extLst>
                    <a:ext uri="{FF2B5EF4-FFF2-40B4-BE49-F238E27FC236}">
                      <a16:creationId xmlns:a16="http://schemas.microsoft.com/office/drawing/2014/main" id="{5F9590FC-EE56-B6C9-8731-A173EDF84494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978292" y="4185023"/>
                  <a:ext cx="9792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232" name="墨迹 231">
                  <a:extLst>
                    <a:ext uri="{FF2B5EF4-FFF2-40B4-BE49-F238E27FC236}">
                      <a16:creationId xmlns:a16="http://schemas.microsoft.com/office/drawing/2014/main" id="{835B224C-A104-4A31-95E9-2EB04B921CB7}"/>
                    </a:ext>
                  </a:extLst>
                </p14:cNvPr>
                <p14:cNvContentPartPr/>
                <p14:nvPr/>
              </p14:nvContentPartPr>
              <p14:xfrm>
                <a:off x="2189252" y="3963623"/>
                <a:ext cx="360" cy="15120"/>
              </p14:xfrm>
            </p:contentPart>
          </mc:Choice>
          <mc:Fallback xmlns="">
            <p:pic>
              <p:nvPicPr>
                <p:cNvPr id="232" name="墨迹 231">
                  <a:extLst>
                    <a:ext uri="{FF2B5EF4-FFF2-40B4-BE49-F238E27FC236}">
                      <a16:creationId xmlns:a16="http://schemas.microsoft.com/office/drawing/2014/main" id="{835B224C-A104-4A31-95E9-2EB04B921CB7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2171612" y="3945983"/>
                  <a:ext cx="3600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233" name="墨迹 232">
                  <a:extLst>
                    <a:ext uri="{FF2B5EF4-FFF2-40B4-BE49-F238E27FC236}">
                      <a16:creationId xmlns:a16="http://schemas.microsoft.com/office/drawing/2014/main" id="{CCD4B810-49B0-C7D9-D2DE-48278C163187}"/>
                    </a:ext>
                  </a:extLst>
                </p14:cNvPr>
                <p14:cNvContentPartPr/>
                <p14:nvPr/>
              </p14:nvContentPartPr>
              <p14:xfrm>
                <a:off x="2288612" y="3972263"/>
                <a:ext cx="102240" cy="385920"/>
              </p14:xfrm>
            </p:contentPart>
          </mc:Choice>
          <mc:Fallback xmlns="">
            <p:pic>
              <p:nvPicPr>
                <p:cNvPr id="233" name="墨迹 232">
                  <a:extLst>
                    <a:ext uri="{FF2B5EF4-FFF2-40B4-BE49-F238E27FC236}">
                      <a16:creationId xmlns:a16="http://schemas.microsoft.com/office/drawing/2014/main" id="{CCD4B810-49B0-C7D9-D2DE-48278C163187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2270972" y="3954623"/>
                  <a:ext cx="137880" cy="42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234" name="墨迹 233">
                  <a:extLst>
                    <a:ext uri="{FF2B5EF4-FFF2-40B4-BE49-F238E27FC236}">
                      <a16:creationId xmlns:a16="http://schemas.microsoft.com/office/drawing/2014/main" id="{078DFB8E-26C5-D689-D00C-AE977F3D8A6E}"/>
                    </a:ext>
                  </a:extLst>
                </p14:cNvPr>
                <p14:cNvContentPartPr/>
                <p14:nvPr/>
              </p14:nvContentPartPr>
              <p14:xfrm>
                <a:off x="2483732" y="3980543"/>
                <a:ext cx="8280" cy="63720"/>
              </p14:xfrm>
            </p:contentPart>
          </mc:Choice>
          <mc:Fallback xmlns="">
            <p:pic>
              <p:nvPicPr>
                <p:cNvPr id="234" name="墨迹 233">
                  <a:extLst>
                    <a:ext uri="{FF2B5EF4-FFF2-40B4-BE49-F238E27FC236}">
                      <a16:creationId xmlns:a16="http://schemas.microsoft.com/office/drawing/2014/main" id="{078DFB8E-26C5-D689-D00C-AE977F3D8A6E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2465732" y="3962543"/>
                  <a:ext cx="43920" cy="99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7" name="组合 306">
            <a:extLst>
              <a:ext uri="{FF2B5EF4-FFF2-40B4-BE49-F238E27FC236}">
                <a16:creationId xmlns:a16="http://schemas.microsoft.com/office/drawing/2014/main" id="{01A4E0FE-1928-2F63-AC0C-C71B5110F846}"/>
              </a:ext>
            </a:extLst>
          </p:cNvPr>
          <p:cNvGrpSpPr/>
          <p:nvPr/>
        </p:nvGrpSpPr>
        <p:grpSpPr>
          <a:xfrm>
            <a:off x="188732" y="4907183"/>
            <a:ext cx="1642320" cy="704160"/>
            <a:chOff x="188732" y="4907183"/>
            <a:chExt cx="1642320" cy="70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294" name="墨迹 293">
                  <a:extLst>
                    <a:ext uri="{FF2B5EF4-FFF2-40B4-BE49-F238E27FC236}">
                      <a16:creationId xmlns:a16="http://schemas.microsoft.com/office/drawing/2014/main" id="{8F06ADE1-58EC-965A-CB78-4A1DB657CCF7}"/>
                    </a:ext>
                  </a:extLst>
                </p14:cNvPr>
                <p14:cNvContentPartPr/>
                <p14:nvPr/>
              </p14:nvContentPartPr>
              <p14:xfrm>
                <a:off x="188732" y="4956503"/>
                <a:ext cx="230760" cy="330120"/>
              </p14:xfrm>
            </p:contentPart>
          </mc:Choice>
          <mc:Fallback xmlns="">
            <p:pic>
              <p:nvPicPr>
                <p:cNvPr id="294" name="墨迹 293">
                  <a:extLst>
                    <a:ext uri="{FF2B5EF4-FFF2-40B4-BE49-F238E27FC236}">
                      <a16:creationId xmlns:a16="http://schemas.microsoft.com/office/drawing/2014/main" id="{8F06ADE1-58EC-965A-CB78-4A1DB657CCF7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71092" y="4938863"/>
                  <a:ext cx="266400" cy="36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295" name="墨迹 294">
                  <a:extLst>
                    <a:ext uri="{FF2B5EF4-FFF2-40B4-BE49-F238E27FC236}">
                      <a16:creationId xmlns:a16="http://schemas.microsoft.com/office/drawing/2014/main" id="{22A9D750-1185-0B19-81DE-EDADAB15E4A2}"/>
                    </a:ext>
                  </a:extLst>
                </p14:cNvPr>
                <p14:cNvContentPartPr/>
                <p14:nvPr/>
              </p14:nvContentPartPr>
              <p14:xfrm>
                <a:off x="559892" y="4907183"/>
                <a:ext cx="82080" cy="420480"/>
              </p14:xfrm>
            </p:contentPart>
          </mc:Choice>
          <mc:Fallback xmlns="">
            <p:pic>
              <p:nvPicPr>
                <p:cNvPr id="295" name="墨迹 294">
                  <a:extLst>
                    <a:ext uri="{FF2B5EF4-FFF2-40B4-BE49-F238E27FC236}">
                      <a16:creationId xmlns:a16="http://schemas.microsoft.com/office/drawing/2014/main" id="{22A9D750-1185-0B19-81DE-EDADAB15E4A2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41892" y="4889543"/>
                  <a:ext cx="117720" cy="45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296" name="墨迹 295">
                  <a:extLst>
                    <a:ext uri="{FF2B5EF4-FFF2-40B4-BE49-F238E27FC236}">
                      <a16:creationId xmlns:a16="http://schemas.microsoft.com/office/drawing/2014/main" id="{3422992D-9618-7828-B964-D2F8D7BDE0CD}"/>
                    </a:ext>
                  </a:extLst>
                </p14:cNvPr>
                <p14:cNvContentPartPr/>
                <p14:nvPr/>
              </p14:nvContentPartPr>
              <p14:xfrm>
                <a:off x="490412" y="5067023"/>
                <a:ext cx="276840" cy="360"/>
              </p14:xfrm>
            </p:contentPart>
          </mc:Choice>
          <mc:Fallback xmlns="">
            <p:pic>
              <p:nvPicPr>
                <p:cNvPr id="296" name="墨迹 295">
                  <a:extLst>
                    <a:ext uri="{FF2B5EF4-FFF2-40B4-BE49-F238E27FC236}">
                      <a16:creationId xmlns:a16="http://schemas.microsoft.com/office/drawing/2014/main" id="{3422992D-9618-7828-B964-D2F8D7BDE0C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72772" y="5049023"/>
                  <a:ext cx="31248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297" name="墨迹 296">
                  <a:extLst>
                    <a:ext uri="{FF2B5EF4-FFF2-40B4-BE49-F238E27FC236}">
                      <a16:creationId xmlns:a16="http://schemas.microsoft.com/office/drawing/2014/main" id="{8B6F1611-1FB0-090A-9D0B-D5A6EF11AB48}"/>
                    </a:ext>
                  </a:extLst>
                </p14:cNvPr>
                <p14:cNvContentPartPr/>
                <p14:nvPr/>
              </p14:nvContentPartPr>
              <p14:xfrm>
                <a:off x="846452" y="4924103"/>
                <a:ext cx="47520" cy="475920"/>
              </p14:xfrm>
            </p:contentPart>
          </mc:Choice>
          <mc:Fallback xmlns="">
            <p:pic>
              <p:nvPicPr>
                <p:cNvPr id="297" name="墨迹 296">
                  <a:extLst>
                    <a:ext uri="{FF2B5EF4-FFF2-40B4-BE49-F238E27FC236}">
                      <a16:creationId xmlns:a16="http://schemas.microsoft.com/office/drawing/2014/main" id="{8B6F1611-1FB0-090A-9D0B-D5A6EF11AB48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828452" y="4906463"/>
                  <a:ext cx="83160" cy="51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298" name="墨迹 297">
                  <a:extLst>
                    <a:ext uri="{FF2B5EF4-FFF2-40B4-BE49-F238E27FC236}">
                      <a16:creationId xmlns:a16="http://schemas.microsoft.com/office/drawing/2014/main" id="{C4D7768D-FB81-5012-6299-5A0BF0BF8788}"/>
                    </a:ext>
                  </a:extLst>
                </p14:cNvPr>
                <p14:cNvContentPartPr/>
                <p14:nvPr/>
              </p14:nvContentPartPr>
              <p14:xfrm>
                <a:off x="915932" y="5079263"/>
                <a:ext cx="139680" cy="179280"/>
              </p14:xfrm>
            </p:contentPart>
          </mc:Choice>
          <mc:Fallback xmlns="">
            <p:pic>
              <p:nvPicPr>
                <p:cNvPr id="298" name="墨迹 297">
                  <a:extLst>
                    <a:ext uri="{FF2B5EF4-FFF2-40B4-BE49-F238E27FC236}">
                      <a16:creationId xmlns:a16="http://schemas.microsoft.com/office/drawing/2014/main" id="{C4D7768D-FB81-5012-6299-5A0BF0BF8788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897932" y="5061623"/>
                  <a:ext cx="17532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299" name="墨迹 298">
                  <a:extLst>
                    <a:ext uri="{FF2B5EF4-FFF2-40B4-BE49-F238E27FC236}">
                      <a16:creationId xmlns:a16="http://schemas.microsoft.com/office/drawing/2014/main" id="{4E3BA4AC-6D81-CB62-D4BC-3EC5D49DB173}"/>
                    </a:ext>
                  </a:extLst>
                </p14:cNvPr>
                <p14:cNvContentPartPr/>
                <p14:nvPr/>
              </p14:nvContentPartPr>
              <p14:xfrm>
                <a:off x="1157492" y="5267903"/>
                <a:ext cx="3600" cy="5400"/>
              </p14:xfrm>
            </p:contentPart>
          </mc:Choice>
          <mc:Fallback xmlns="">
            <p:pic>
              <p:nvPicPr>
                <p:cNvPr id="299" name="墨迹 298">
                  <a:extLst>
                    <a:ext uri="{FF2B5EF4-FFF2-40B4-BE49-F238E27FC236}">
                      <a16:creationId xmlns:a16="http://schemas.microsoft.com/office/drawing/2014/main" id="{4E3BA4AC-6D81-CB62-D4BC-3EC5D49DB173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139852" y="5250263"/>
                  <a:ext cx="3924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300" name="墨迹 299">
                  <a:extLst>
                    <a:ext uri="{FF2B5EF4-FFF2-40B4-BE49-F238E27FC236}">
                      <a16:creationId xmlns:a16="http://schemas.microsoft.com/office/drawing/2014/main" id="{03CCC2CA-88E0-CD12-BB06-E0A7E78AD407}"/>
                    </a:ext>
                  </a:extLst>
                </p14:cNvPr>
                <p14:cNvContentPartPr/>
                <p14:nvPr/>
              </p14:nvContentPartPr>
              <p14:xfrm>
                <a:off x="1208252" y="5024903"/>
                <a:ext cx="12600" cy="586440"/>
              </p14:xfrm>
            </p:contentPart>
          </mc:Choice>
          <mc:Fallback xmlns="">
            <p:pic>
              <p:nvPicPr>
                <p:cNvPr id="300" name="墨迹 299">
                  <a:extLst>
                    <a:ext uri="{FF2B5EF4-FFF2-40B4-BE49-F238E27FC236}">
                      <a16:creationId xmlns:a16="http://schemas.microsoft.com/office/drawing/2014/main" id="{03CCC2CA-88E0-CD12-BB06-E0A7E78AD407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190252" y="5006903"/>
                  <a:ext cx="48240" cy="62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301" name="墨迹 300">
                  <a:extLst>
                    <a:ext uri="{FF2B5EF4-FFF2-40B4-BE49-F238E27FC236}">
                      <a16:creationId xmlns:a16="http://schemas.microsoft.com/office/drawing/2014/main" id="{9C3D3E6E-0E9A-63DE-296A-57C9F97FA97C}"/>
                    </a:ext>
                  </a:extLst>
                </p14:cNvPr>
                <p14:cNvContentPartPr/>
                <p14:nvPr/>
              </p14:nvContentPartPr>
              <p14:xfrm>
                <a:off x="1250012" y="4982783"/>
                <a:ext cx="73800" cy="296280"/>
              </p14:xfrm>
            </p:contentPart>
          </mc:Choice>
          <mc:Fallback xmlns="">
            <p:pic>
              <p:nvPicPr>
                <p:cNvPr id="301" name="墨迹 300">
                  <a:extLst>
                    <a:ext uri="{FF2B5EF4-FFF2-40B4-BE49-F238E27FC236}">
                      <a16:creationId xmlns:a16="http://schemas.microsoft.com/office/drawing/2014/main" id="{9C3D3E6E-0E9A-63DE-296A-57C9F97FA97C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232012" y="4965143"/>
                  <a:ext cx="10944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302" name="墨迹 301">
                  <a:extLst>
                    <a:ext uri="{FF2B5EF4-FFF2-40B4-BE49-F238E27FC236}">
                      <a16:creationId xmlns:a16="http://schemas.microsoft.com/office/drawing/2014/main" id="{E5FB6E1B-E0ED-DBFA-C26F-F0F23662A686}"/>
                    </a:ext>
                  </a:extLst>
                </p14:cNvPr>
                <p14:cNvContentPartPr/>
                <p14:nvPr/>
              </p14:nvContentPartPr>
              <p14:xfrm>
                <a:off x="1429652" y="5033183"/>
                <a:ext cx="146880" cy="254880"/>
              </p14:xfrm>
            </p:contentPart>
          </mc:Choice>
          <mc:Fallback xmlns="">
            <p:pic>
              <p:nvPicPr>
                <p:cNvPr id="302" name="墨迹 301">
                  <a:extLst>
                    <a:ext uri="{FF2B5EF4-FFF2-40B4-BE49-F238E27FC236}">
                      <a16:creationId xmlns:a16="http://schemas.microsoft.com/office/drawing/2014/main" id="{E5FB6E1B-E0ED-DBFA-C26F-F0F23662A686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411652" y="5015543"/>
                  <a:ext cx="18252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303" name="墨迹 302">
                  <a:extLst>
                    <a:ext uri="{FF2B5EF4-FFF2-40B4-BE49-F238E27FC236}">
                      <a16:creationId xmlns:a16="http://schemas.microsoft.com/office/drawing/2014/main" id="{14CB3A5F-4EAD-FA90-4023-936431364B6E}"/>
                    </a:ext>
                  </a:extLst>
                </p14:cNvPr>
                <p14:cNvContentPartPr/>
                <p14:nvPr/>
              </p14:nvContentPartPr>
              <p14:xfrm>
                <a:off x="1543052" y="5037143"/>
                <a:ext cx="64440" cy="524880"/>
              </p14:xfrm>
            </p:contentPart>
          </mc:Choice>
          <mc:Fallback xmlns="">
            <p:pic>
              <p:nvPicPr>
                <p:cNvPr id="303" name="墨迹 302">
                  <a:extLst>
                    <a:ext uri="{FF2B5EF4-FFF2-40B4-BE49-F238E27FC236}">
                      <a16:creationId xmlns:a16="http://schemas.microsoft.com/office/drawing/2014/main" id="{14CB3A5F-4EAD-FA90-4023-936431364B6E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525412" y="5019503"/>
                  <a:ext cx="100080" cy="56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304" name="墨迹 303">
                  <a:extLst>
                    <a:ext uri="{FF2B5EF4-FFF2-40B4-BE49-F238E27FC236}">
                      <a16:creationId xmlns:a16="http://schemas.microsoft.com/office/drawing/2014/main" id="{AB7A328A-C983-3BCB-B73A-B8A9708C3844}"/>
                    </a:ext>
                  </a:extLst>
                </p14:cNvPr>
                <p14:cNvContentPartPr/>
                <p14:nvPr/>
              </p14:nvContentPartPr>
              <p14:xfrm>
                <a:off x="1566092" y="4964063"/>
                <a:ext cx="158760" cy="335160"/>
              </p14:xfrm>
            </p:contentPart>
          </mc:Choice>
          <mc:Fallback xmlns="">
            <p:pic>
              <p:nvPicPr>
                <p:cNvPr id="304" name="墨迹 303">
                  <a:extLst>
                    <a:ext uri="{FF2B5EF4-FFF2-40B4-BE49-F238E27FC236}">
                      <a16:creationId xmlns:a16="http://schemas.microsoft.com/office/drawing/2014/main" id="{AB7A328A-C983-3BCB-B73A-B8A9708C3844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548452" y="4946423"/>
                  <a:ext cx="19440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305" name="墨迹 304">
                  <a:extLst>
                    <a:ext uri="{FF2B5EF4-FFF2-40B4-BE49-F238E27FC236}">
                      <a16:creationId xmlns:a16="http://schemas.microsoft.com/office/drawing/2014/main" id="{F151EB89-ED87-9A52-36D7-70BD85D751B2}"/>
                    </a:ext>
                  </a:extLst>
                </p14:cNvPr>
                <p14:cNvContentPartPr/>
                <p14:nvPr/>
              </p14:nvContentPartPr>
              <p14:xfrm>
                <a:off x="1764812" y="5067023"/>
                <a:ext cx="66240" cy="212760"/>
              </p14:xfrm>
            </p:contentPart>
          </mc:Choice>
          <mc:Fallback xmlns="">
            <p:pic>
              <p:nvPicPr>
                <p:cNvPr id="305" name="墨迹 304">
                  <a:extLst>
                    <a:ext uri="{FF2B5EF4-FFF2-40B4-BE49-F238E27FC236}">
                      <a16:creationId xmlns:a16="http://schemas.microsoft.com/office/drawing/2014/main" id="{F151EB89-ED87-9A52-36D7-70BD85D751B2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746812" y="5049023"/>
                  <a:ext cx="101880" cy="248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306" name="墨迹 305">
                <a:extLst>
                  <a:ext uri="{FF2B5EF4-FFF2-40B4-BE49-F238E27FC236}">
                    <a16:creationId xmlns:a16="http://schemas.microsoft.com/office/drawing/2014/main" id="{43C6CD63-97E6-9EF1-CB02-CC862AB8343C}"/>
                  </a:ext>
                </a:extLst>
              </p14:cNvPr>
              <p14:cNvContentPartPr/>
              <p14:nvPr/>
            </p14:nvContentPartPr>
            <p14:xfrm>
              <a:off x="2039852" y="5108783"/>
              <a:ext cx="92160" cy="244440"/>
            </p14:xfrm>
          </p:contentPart>
        </mc:Choice>
        <mc:Fallback xmlns="">
          <p:pic>
            <p:nvPicPr>
              <p:cNvPr id="306" name="墨迹 305">
                <a:extLst>
                  <a:ext uri="{FF2B5EF4-FFF2-40B4-BE49-F238E27FC236}">
                    <a16:creationId xmlns:a16="http://schemas.microsoft.com/office/drawing/2014/main" id="{43C6CD63-97E6-9EF1-CB02-CC862AB8343C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2021852" y="5090783"/>
                <a:ext cx="127800" cy="28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4">
            <p14:nvContentPartPr>
              <p14:cNvPr id="308" name="墨迹 307">
                <a:extLst>
                  <a:ext uri="{FF2B5EF4-FFF2-40B4-BE49-F238E27FC236}">
                    <a16:creationId xmlns:a16="http://schemas.microsoft.com/office/drawing/2014/main" id="{CE063EBB-E47F-E482-3E57-D9211A5B16B5}"/>
                  </a:ext>
                </a:extLst>
              </p14:cNvPr>
              <p14:cNvContentPartPr/>
              <p14:nvPr/>
            </p14:nvContentPartPr>
            <p14:xfrm>
              <a:off x="278372" y="3436943"/>
              <a:ext cx="2596320" cy="1194120"/>
            </p14:xfrm>
          </p:contentPart>
        </mc:Choice>
        <mc:Fallback xmlns="">
          <p:pic>
            <p:nvPicPr>
              <p:cNvPr id="308" name="墨迹 307">
                <a:extLst>
                  <a:ext uri="{FF2B5EF4-FFF2-40B4-BE49-F238E27FC236}">
                    <a16:creationId xmlns:a16="http://schemas.microsoft.com/office/drawing/2014/main" id="{CE063EBB-E47F-E482-3E57-D9211A5B16B5}"/>
                  </a:ext>
                </a:extLst>
              </p:cNvPr>
              <p:cNvPicPr/>
              <p:nvPr/>
            </p:nvPicPr>
            <p:blipFill>
              <a:blip r:embed="rId205"/>
              <a:stretch>
                <a:fillRect/>
              </a:stretch>
            </p:blipFill>
            <p:spPr>
              <a:xfrm>
                <a:off x="260732" y="3419303"/>
                <a:ext cx="2631960" cy="1229760"/>
              </a:xfrm>
              <a:prstGeom prst="rect">
                <a:avLst/>
              </a:prstGeom>
            </p:spPr>
          </p:pic>
        </mc:Fallback>
      </mc:AlternateContent>
      <p:grpSp>
        <p:nvGrpSpPr>
          <p:cNvPr id="311" name="组合 310">
            <a:extLst>
              <a:ext uri="{FF2B5EF4-FFF2-40B4-BE49-F238E27FC236}">
                <a16:creationId xmlns:a16="http://schemas.microsoft.com/office/drawing/2014/main" id="{07531960-A4A2-3A09-A116-A7C39214EDDE}"/>
              </a:ext>
            </a:extLst>
          </p:cNvPr>
          <p:cNvGrpSpPr/>
          <p:nvPr/>
        </p:nvGrpSpPr>
        <p:grpSpPr>
          <a:xfrm>
            <a:off x="2457812" y="3485543"/>
            <a:ext cx="584640" cy="298080"/>
            <a:chOff x="2457812" y="3485543"/>
            <a:chExt cx="584640" cy="298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309" name="墨迹 308">
                  <a:extLst>
                    <a:ext uri="{FF2B5EF4-FFF2-40B4-BE49-F238E27FC236}">
                      <a16:creationId xmlns:a16="http://schemas.microsoft.com/office/drawing/2014/main" id="{3F4F0123-5E1B-749E-DEF9-D92DA9A5F455}"/>
                    </a:ext>
                  </a:extLst>
                </p14:cNvPr>
                <p14:cNvContentPartPr/>
                <p14:nvPr/>
              </p14:nvContentPartPr>
              <p14:xfrm>
                <a:off x="2457812" y="3538823"/>
                <a:ext cx="541080" cy="244800"/>
              </p14:xfrm>
            </p:contentPart>
          </mc:Choice>
          <mc:Fallback xmlns="">
            <p:pic>
              <p:nvPicPr>
                <p:cNvPr id="309" name="墨迹 308">
                  <a:extLst>
                    <a:ext uri="{FF2B5EF4-FFF2-40B4-BE49-F238E27FC236}">
                      <a16:creationId xmlns:a16="http://schemas.microsoft.com/office/drawing/2014/main" id="{3F4F0123-5E1B-749E-DEF9-D92DA9A5F455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40172" y="3520823"/>
                  <a:ext cx="57672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310" name="墨迹 309">
                  <a:extLst>
                    <a:ext uri="{FF2B5EF4-FFF2-40B4-BE49-F238E27FC236}">
                      <a16:creationId xmlns:a16="http://schemas.microsoft.com/office/drawing/2014/main" id="{00D33CF7-D452-3DAB-58A0-F56C59D86FD6}"/>
                    </a:ext>
                  </a:extLst>
                </p14:cNvPr>
                <p14:cNvContentPartPr/>
                <p14:nvPr/>
              </p14:nvContentPartPr>
              <p14:xfrm>
                <a:off x="2931932" y="3485543"/>
                <a:ext cx="110520" cy="115920"/>
              </p14:xfrm>
            </p:contentPart>
          </mc:Choice>
          <mc:Fallback xmlns="">
            <p:pic>
              <p:nvPicPr>
                <p:cNvPr id="310" name="墨迹 309">
                  <a:extLst>
                    <a:ext uri="{FF2B5EF4-FFF2-40B4-BE49-F238E27FC236}">
                      <a16:creationId xmlns:a16="http://schemas.microsoft.com/office/drawing/2014/main" id="{00D33CF7-D452-3DAB-58A0-F56C59D86FD6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913932" y="3467543"/>
                  <a:ext cx="146160" cy="15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4" name="组合 313">
            <a:extLst>
              <a:ext uri="{FF2B5EF4-FFF2-40B4-BE49-F238E27FC236}">
                <a16:creationId xmlns:a16="http://schemas.microsoft.com/office/drawing/2014/main" id="{F4797786-B4CB-6FD9-B617-6D6AE777F964}"/>
              </a:ext>
            </a:extLst>
          </p:cNvPr>
          <p:cNvGrpSpPr/>
          <p:nvPr/>
        </p:nvGrpSpPr>
        <p:grpSpPr>
          <a:xfrm>
            <a:off x="3262772" y="3291143"/>
            <a:ext cx="198360" cy="501120"/>
            <a:chOff x="3262772" y="3291143"/>
            <a:chExt cx="198360" cy="501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312" name="墨迹 311">
                  <a:extLst>
                    <a:ext uri="{FF2B5EF4-FFF2-40B4-BE49-F238E27FC236}">
                      <a16:creationId xmlns:a16="http://schemas.microsoft.com/office/drawing/2014/main" id="{7F25BEDA-8AEB-AAC5-3688-E14A1B614DD3}"/>
                    </a:ext>
                  </a:extLst>
                </p14:cNvPr>
                <p14:cNvContentPartPr/>
                <p14:nvPr/>
              </p14:nvContentPartPr>
              <p14:xfrm>
                <a:off x="3262772" y="3291143"/>
                <a:ext cx="174240" cy="347040"/>
              </p14:xfrm>
            </p:contentPart>
          </mc:Choice>
          <mc:Fallback xmlns="">
            <p:pic>
              <p:nvPicPr>
                <p:cNvPr id="312" name="墨迹 311">
                  <a:extLst>
                    <a:ext uri="{FF2B5EF4-FFF2-40B4-BE49-F238E27FC236}">
                      <a16:creationId xmlns:a16="http://schemas.microsoft.com/office/drawing/2014/main" id="{7F25BEDA-8AEB-AAC5-3688-E14A1B614DD3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3245132" y="3273503"/>
                  <a:ext cx="209880" cy="38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313" name="墨迹 312">
                  <a:extLst>
                    <a:ext uri="{FF2B5EF4-FFF2-40B4-BE49-F238E27FC236}">
                      <a16:creationId xmlns:a16="http://schemas.microsoft.com/office/drawing/2014/main" id="{B7BED0BA-8970-639D-E6AE-C3772743D608}"/>
                    </a:ext>
                  </a:extLst>
                </p14:cNvPr>
                <p14:cNvContentPartPr/>
                <p14:nvPr/>
              </p14:nvContentPartPr>
              <p14:xfrm>
                <a:off x="3422612" y="3758063"/>
                <a:ext cx="38520" cy="34200"/>
              </p14:xfrm>
            </p:contentPart>
          </mc:Choice>
          <mc:Fallback xmlns="">
            <p:pic>
              <p:nvPicPr>
                <p:cNvPr id="313" name="墨迹 312">
                  <a:extLst>
                    <a:ext uri="{FF2B5EF4-FFF2-40B4-BE49-F238E27FC236}">
                      <a16:creationId xmlns:a16="http://schemas.microsoft.com/office/drawing/2014/main" id="{B7BED0BA-8970-639D-E6AE-C3772743D608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3404612" y="3740063"/>
                  <a:ext cx="74160" cy="69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4">
            <p14:nvContentPartPr>
              <p14:cNvPr id="322" name="墨迹 321">
                <a:extLst>
                  <a:ext uri="{FF2B5EF4-FFF2-40B4-BE49-F238E27FC236}">
                    <a16:creationId xmlns:a16="http://schemas.microsoft.com/office/drawing/2014/main" id="{25D3BF4C-ED54-C8FD-E34E-284B5031A335}"/>
                  </a:ext>
                </a:extLst>
              </p14:cNvPr>
              <p14:cNvContentPartPr/>
              <p14:nvPr/>
            </p14:nvContentPartPr>
            <p14:xfrm>
              <a:off x="1021412" y="1547663"/>
              <a:ext cx="106920" cy="591480"/>
            </p14:xfrm>
          </p:contentPart>
        </mc:Choice>
        <mc:Fallback xmlns="">
          <p:pic>
            <p:nvPicPr>
              <p:cNvPr id="322" name="墨迹 321">
                <a:extLst>
                  <a:ext uri="{FF2B5EF4-FFF2-40B4-BE49-F238E27FC236}">
                    <a16:creationId xmlns:a16="http://schemas.microsoft.com/office/drawing/2014/main" id="{25D3BF4C-ED54-C8FD-E34E-284B5031A335}"/>
                  </a:ext>
                </a:extLst>
              </p:cNvPr>
              <p:cNvPicPr/>
              <p:nvPr/>
            </p:nvPicPr>
            <p:blipFill>
              <a:blip r:embed="rId215"/>
              <a:stretch>
                <a:fillRect/>
              </a:stretch>
            </p:blipFill>
            <p:spPr>
              <a:xfrm>
                <a:off x="1003412" y="1530023"/>
                <a:ext cx="142560" cy="627120"/>
              </a:xfrm>
              <a:prstGeom prst="rect">
                <a:avLst/>
              </a:prstGeom>
            </p:spPr>
          </p:pic>
        </mc:Fallback>
      </mc:AlternateContent>
      <p:grpSp>
        <p:nvGrpSpPr>
          <p:cNvPr id="331" name="组合 330">
            <a:extLst>
              <a:ext uri="{FF2B5EF4-FFF2-40B4-BE49-F238E27FC236}">
                <a16:creationId xmlns:a16="http://schemas.microsoft.com/office/drawing/2014/main" id="{E40B4D5C-0BE7-B798-50E8-5DD304FA7E16}"/>
              </a:ext>
            </a:extLst>
          </p:cNvPr>
          <p:cNvGrpSpPr/>
          <p:nvPr/>
        </p:nvGrpSpPr>
        <p:grpSpPr>
          <a:xfrm>
            <a:off x="3942812" y="4313903"/>
            <a:ext cx="6212880" cy="833760"/>
            <a:chOff x="3942812" y="4313903"/>
            <a:chExt cx="6212880" cy="833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328" name="墨迹 327">
                  <a:extLst>
                    <a:ext uri="{FF2B5EF4-FFF2-40B4-BE49-F238E27FC236}">
                      <a16:creationId xmlns:a16="http://schemas.microsoft.com/office/drawing/2014/main" id="{8566E27A-EE1D-732B-FAE7-2BA511F27953}"/>
                    </a:ext>
                  </a:extLst>
                </p14:cNvPr>
                <p14:cNvContentPartPr/>
                <p14:nvPr/>
              </p14:nvContentPartPr>
              <p14:xfrm>
                <a:off x="3942812" y="4617743"/>
                <a:ext cx="6212880" cy="500400"/>
              </p14:xfrm>
            </p:contentPart>
          </mc:Choice>
          <mc:Fallback xmlns="">
            <p:pic>
              <p:nvPicPr>
                <p:cNvPr id="328" name="墨迹 327">
                  <a:extLst>
                    <a:ext uri="{FF2B5EF4-FFF2-40B4-BE49-F238E27FC236}">
                      <a16:creationId xmlns:a16="http://schemas.microsoft.com/office/drawing/2014/main" id="{8566E27A-EE1D-732B-FAE7-2BA511F27953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3924812" y="4600103"/>
                  <a:ext cx="6248520" cy="53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329" name="墨迹 328">
                  <a:extLst>
                    <a:ext uri="{FF2B5EF4-FFF2-40B4-BE49-F238E27FC236}">
                      <a16:creationId xmlns:a16="http://schemas.microsoft.com/office/drawing/2014/main" id="{DEB75276-DDD4-0245-C53F-969237D7F46A}"/>
                    </a:ext>
                  </a:extLst>
                </p14:cNvPr>
                <p14:cNvContentPartPr/>
                <p14:nvPr/>
              </p14:nvContentPartPr>
              <p14:xfrm>
                <a:off x="8132852" y="4313903"/>
                <a:ext cx="1598400" cy="833760"/>
              </p14:xfrm>
            </p:contentPart>
          </mc:Choice>
          <mc:Fallback xmlns="">
            <p:pic>
              <p:nvPicPr>
                <p:cNvPr id="329" name="墨迹 328">
                  <a:extLst>
                    <a:ext uri="{FF2B5EF4-FFF2-40B4-BE49-F238E27FC236}">
                      <a16:creationId xmlns:a16="http://schemas.microsoft.com/office/drawing/2014/main" id="{DEB75276-DDD4-0245-C53F-969237D7F46A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8114852" y="4296263"/>
                  <a:ext cx="1634040" cy="86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330" name="墨迹 329">
                  <a:extLst>
                    <a:ext uri="{FF2B5EF4-FFF2-40B4-BE49-F238E27FC236}">
                      <a16:creationId xmlns:a16="http://schemas.microsoft.com/office/drawing/2014/main" id="{C1FD467D-2471-2C32-745E-DB91042538C7}"/>
                    </a:ext>
                  </a:extLst>
                </p14:cNvPr>
                <p14:cNvContentPartPr/>
                <p14:nvPr/>
              </p14:nvContentPartPr>
              <p14:xfrm>
                <a:off x="5691692" y="4718903"/>
                <a:ext cx="2542680" cy="1800"/>
              </p14:xfrm>
            </p:contentPart>
          </mc:Choice>
          <mc:Fallback xmlns="">
            <p:pic>
              <p:nvPicPr>
                <p:cNvPr id="330" name="墨迹 329">
                  <a:extLst>
                    <a:ext uri="{FF2B5EF4-FFF2-40B4-BE49-F238E27FC236}">
                      <a16:creationId xmlns:a16="http://schemas.microsoft.com/office/drawing/2014/main" id="{C1FD467D-2471-2C32-745E-DB91042538C7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5673692" y="4700903"/>
                  <a:ext cx="2578320" cy="3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6" name="组合 345">
            <a:extLst>
              <a:ext uri="{FF2B5EF4-FFF2-40B4-BE49-F238E27FC236}">
                <a16:creationId xmlns:a16="http://schemas.microsoft.com/office/drawing/2014/main" id="{36D886CE-3AB2-FC7F-9E02-2C4FF78B031B}"/>
              </a:ext>
            </a:extLst>
          </p:cNvPr>
          <p:cNvGrpSpPr/>
          <p:nvPr/>
        </p:nvGrpSpPr>
        <p:grpSpPr>
          <a:xfrm>
            <a:off x="775892" y="129983"/>
            <a:ext cx="1707840" cy="2230920"/>
            <a:chOff x="775892" y="129983"/>
            <a:chExt cx="1707840" cy="223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332" name="墨迹 331">
                  <a:extLst>
                    <a:ext uri="{FF2B5EF4-FFF2-40B4-BE49-F238E27FC236}">
                      <a16:creationId xmlns:a16="http://schemas.microsoft.com/office/drawing/2014/main" id="{ECA53357-DB3C-2C8D-5AD7-8379E36D38F2}"/>
                    </a:ext>
                  </a:extLst>
                </p14:cNvPr>
                <p14:cNvContentPartPr/>
                <p14:nvPr/>
              </p14:nvContentPartPr>
              <p14:xfrm>
                <a:off x="1651412" y="301703"/>
                <a:ext cx="162360" cy="424080"/>
              </p14:xfrm>
            </p:contentPart>
          </mc:Choice>
          <mc:Fallback xmlns="">
            <p:pic>
              <p:nvPicPr>
                <p:cNvPr id="332" name="墨迹 331">
                  <a:extLst>
                    <a:ext uri="{FF2B5EF4-FFF2-40B4-BE49-F238E27FC236}">
                      <a16:creationId xmlns:a16="http://schemas.microsoft.com/office/drawing/2014/main" id="{ECA53357-DB3C-2C8D-5AD7-8379E36D38F2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633412" y="284063"/>
                  <a:ext cx="198000" cy="45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333" name="墨迹 332">
                  <a:extLst>
                    <a:ext uri="{FF2B5EF4-FFF2-40B4-BE49-F238E27FC236}">
                      <a16:creationId xmlns:a16="http://schemas.microsoft.com/office/drawing/2014/main" id="{6B9AFC90-5FF0-CC8B-A279-009E0E1B1F4E}"/>
                    </a:ext>
                  </a:extLst>
                </p14:cNvPr>
                <p14:cNvContentPartPr/>
                <p14:nvPr/>
              </p14:nvContentPartPr>
              <p14:xfrm>
                <a:off x="1967132" y="272183"/>
                <a:ext cx="156600" cy="396720"/>
              </p14:xfrm>
            </p:contentPart>
          </mc:Choice>
          <mc:Fallback xmlns="">
            <p:pic>
              <p:nvPicPr>
                <p:cNvPr id="333" name="墨迹 332">
                  <a:extLst>
                    <a:ext uri="{FF2B5EF4-FFF2-40B4-BE49-F238E27FC236}">
                      <a16:creationId xmlns:a16="http://schemas.microsoft.com/office/drawing/2014/main" id="{6B9AFC90-5FF0-CC8B-A279-009E0E1B1F4E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949132" y="254543"/>
                  <a:ext cx="192240" cy="43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335" name="墨迹 334">
                  <a:extLst>
                    <a:ext uri="{FF2B5EF4-FFF2-40B4-BE49-F238E27FC236}">
                      <a16:creationId xmlns:a16="http://schemas.microsoft.com/office/drawing/2014/main" id="{38E029B6-9573-6645-1879-24CCA1500EA9}"/>
                    </a:ext>
                  </a:extLst>
                </p14:cNvPr>
                <p14:cNvContentPartPr/>
                <p14:nvPr/>
              </p14:nvContentPartPr>
              <p14:xfrm>
                <a:off x="1312652" y="734063"/>
                <a:ext cx="386280" cy="713880"/>
              </p14:xfrm>
            </p:contentPart>
          </mc:Choice>
          <mc:Fallback xmlns="">
            <p:pic>
              <p:nvPicPr>
                <p:cNvPr id="335" name="墨迹 334">
                  <a:extLst>
                    <a:ext uri="{FF2B5EF4-FFF2-40B4-BE49-F238E27FC236}">
                      <a16:creationId xmlns:a16="http://schemas.microsoft.com/office/drawing/2014/main" id="{38E029B6-9573-6645-1879-24CCA1500EA9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294652" y="716063"/>
                  <a:ext cx="421920" cy="74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336" name="墨迹 335">
                  <a:extLst>
                    <a:ext uri="{FF2B5EF4-FFF2-40B4-BE49-F238E27FC236}">
                      <a16:creationId xmlns:a16="http://schemas.microsoft.com/office/drawing/2014/main" id="{D11C1F26-E412-9A07-DD46-BD6A8A5E88FD}"/>
                    </a:ext>
                  </a:extLst>
                </p14:cNvPr>
                <p14:cNvContentPartPr/>
                <p14:nvPr/>
              </p14:nvContentPartPr>
              <p14:xfrm>
                <a:off x="1276652" y="1253903"/>
                <a:ext cx="205560" cy="175680"/>
              </p14:xfrm>
            </p:contentPart>
          </mc:Choice>
          <mc:Fallback xmlns="">
            <p:pic>
              <p:nvPicPr>
                <p:cNvPr id="336" name="墨迹 335">
                  <a:extLst>
                    <a:ext uri="{FF2B5EF4-FFF2-40B4-BE49-F238E27FC236}">
                      <a16:creationId xmlns:a16="http://schemas.microsoft.com/office/drawing/2014/main" id="{D11C1F26-E412-9A07-DD46-BD6A8A5E88FD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259012" y="1236263"/>
                  <a:ext cx="24120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338" name="墨迹 337">
                  <a:extLst>
                    <a:ext uri="{FF2B5EF4-FFF2-40B4-BE49-F238E27FC236}">
                      <a16:creationId xmlns:a16="http://schemas.microsoft.com/office/drawing/2014/main" id="{E8B43040-491B-ED82-C0EE-BB56DD983806}"/>
                    </a:ext>
                  </a:extLst>
                </p14:cNvPr>
                <p14:cNvContentPartPr/>
                <p14:nvPr/>
              </p14:nvContentPartPr>
              <p14:xfrm>
                <a:off x="1056692" y="2055263"/>
                <a:ext cx="273600" cy="305640"/>
              </p14:xfrm>
            </p:contentPart>
          </mc:Choice>
          <mc:Fallback xmlns="">
            <p:pic>
              <p:nvPicPr>
                <p:cNvPr id="338" name="墨迹 337">
                  <a:extLst>
                    <a:ext uri="{FF2B5EF4-FFF2-40B4-BE49-F238E27FC236}">
                      <a16:creationId xmlns:a16="http://schemas.microsoft.com/office/drawing/2014/main" id="{E8B43040-491B-ED82-C0EE-BB56DD983806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039052" y="2037623"/>
                  <a:ext cx="309240" cy="34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339" name="墨迹 338">
                  <a:extLst>
                    <a:ext uri="{FF2B5EF4-FFF2-40B4-BE49-F238E27FC236}">
                      <a16:creationId xmlns:a16="http://schemas.microsoft.com/office/drawing/2014/main" id="{A2D7A14A-B6A8-6361-5F3D-C3695CF0DD21}"/>
                    </a:ext>
                  </a:extLst>
                </p14:cNvPr>
                <p14:cNvContentPartPr/>
                <p14:nvPr/>
              </p14:nvContentPartPr>
              <p14:xfrm>
                <a:off x="2168372" y="714263"/>
                <a:ext cx="244080" cy="264240"/>
              </p14:xfrm>
            </p:contentPart>
          </mc:Choice>
          <mc:Fallback xmlns="">
            <p:pic>
              <p:nvPicPr>
                <p:cNvPr id="339" name="墨迹 338">
                  <a:extLst>
                    <a:ext uri="{FF2B5EF4-FFF2-40B4-BE49-F238E27FC236}">
                      <a16:creationId xmlns:a16="http://schemas.microsoft.com/office/drawing/2014/main" id="{A2D7A14A-B6A8-6361-5F3D-C3695CF0DD21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2150732" y="696263"/>
                  <a:ext cx="279720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343" name="墨迹 342">
                  <a:extLst>
                    <a:ext uri="{FF2B5EF4-FFF2-40B4-BE49-F238E27FC236}">
                      <a16:creationId xmlns:a16="http://schemas.microsoft.com/office/drawing/2014/main" id="{38BCDEED-61E3-40A5-6088-3D4B30FCA4AA}"/>
                    </a:ext>
                  </a:extLst>
                </p14:cNvPr>
                <p14:cNvContentPartPr/>
                <p14:nvPr/>
              </p14:nvContentPartPr>
              <p14:xfrm>
                <a:off x="1363052" y="1576823"/>
                <a:ext cx="257400" cy="671400"/>
              </p14:xfrm>
            </p:contentPart>
          </mc:Choice>
          <mc:Fallback xmlns="">
            <p:pic>
              <p:nvPicPr>
                <p:cNvPr id="343" name="墨迹 342">
                  <a:extLst>
                    <a:ext uri="{FF2B5EF4-FFF2-40B4-BE49-F238E27FC236}">
                      <a16:creationId xmlns:a16="http://schemas.microsoft.com/office/drawing/2014/main" id="{38BCDEED-61E3-40A5-6088-3D4B30FCA4AA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345052" y="1559183"/>
                  <a:ext cx="293040" cy="70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344" name="墨迹 343">
                  <a:extLst>
                    <a:ext uri="{FF2B5EF4-FFF2-40B4-BE49-F238E27FC236}">
                      <a16:creationId xmlns:a16="http://schemas.microsoft.com/office/drawing/2014/main" id="{C4331407-6CF5-F819-A724-9C11FC61F1C5}"/>
                    </a:ext>
                  </a:extLst>
                </p14:cNvPr>
                <p14:cNvContentPartPr/>
                <p14:nvPr/>
              </p14:nvContentPartPr>
              <p14:xfrm>
                <a:off x="775892" y="1519943"/>
                <a:ext cx="1680480" cy="821880"/>
              </p14:xfrm>
            </p:contentPart>
          </mc:Choice>
          <mc:Fallback xmlns="">
            <p:pic>
              <p:nvPicPr>
                <p:cNvPr id="344" name="墨迹 343">
                  <a:extLst>
                    <a:ext uri="{FF2B5EF4-FFF2-40B4-BE49-F238E27FC236}">
                      <a16:creationId xmlns:a16="http://schemas.microsoft.com/office/drawing/2014/main" id="{C4331407-6CF5-F819-A724-9C11FC61F1C5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758252" y="1501943"/>
                  <a:ext cx="1716120" cy="85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345" name="墨迹 344">
                  <a:extLst>
                    <a:ext uri="{FF2B5EF4-FFF2-40B4-BE49-F238E27FC236}">
                      <a16:creationId xmlns:a16="http://schemas.microsoft.com/office/drawing/2014/main" id="{4C31DD29-7E35-AF8E-0432-9D530F01F4EF}"/>
                    </a:ext>
                  </a:extLst>
                </p14:cNvPr>
                <p14:cNvContentPartPr/>
                <p14:nvPr/>
              </p14:nvContentPartPr>
              <p14:xfrm>
                <a:off x="1513892" y="129983"/>
                <a:ext cx="969840" cy="440640"/>
              </p14:xfrm>
            </p:contentPart>
          </mc:Choice>
          <mc:Fallback xmlns="">
            <p:pic>
              <p:nvPicPr>
                <p:cNvPr id="345" name="墨迹 344">
                  <a:extLst>
                    <a:ext uri="{FF2B5EF4-FFF2-40B4-BE49-F238E27FC236}">
                      <a16:creationId xmlns:a16="http://schemas.microsoft.com/office/drawing/2014/main" id="{4C31DD29-7E35-AF8E-0432-9D530F01F4EF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496252" y="111983"/>
                  <a:ext cx="1005480" cy="47628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1044</TotalTime>
  <Words>122</Words>
  <Application>Microsoft Office PowerPoint</Application>
  <PresentationFormat>宽屏</PresentationFormat>
  <Paragraphs>52</Paragraphs>
  <Slides>16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16</vt:i4>
      </vt:variant>
    </vt:vector>
  </HeadingPairs>
  <TitlesOfParts>
    <vt:vector size="22" baseType="lpstr">
      <vt:lpstr>Noto Sans SC</vt:lpstr>
      <vt:lpstr>Arial</vt:lpstr>
      <vt:lpstr>Consolas</vt:lpstr>
      <vt:lpstr>Times New Roman</vt:lpstr>
      <vt:lpstr>Office 主题​​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TsingPig</dc:creator>
  <cp:lastModifiedBy>Zhengyang Zhu</cp:lastModifiedBy>
  <cp:revision>8</cp:revision>
  <dcterms:modified xsi:type="dcterms:W3CDTF">2026-03-24T05:44:57Z</dcterms:modified>
</cp:coreProperties>
</file>